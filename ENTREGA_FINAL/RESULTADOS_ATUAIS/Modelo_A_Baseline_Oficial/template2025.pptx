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
  </p:notesMasterIdLst>
  <p:handoutMasterIdLst>
    <p:handoutMasterId r:id="rId6"/>
  </p:handoutMasterIdLst>
  <p:sldSz cx="12192000" cy="6858000"/>
  <p:notesSz cx="6858000" cy="9144000"/>
  <p:custDataLst>
    <p:tags r:id="rId7"/>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3840" userDrawn="1">
          <p15:clr>
            <a:srgbClr val="A4A3A4"/>
          </p15:clr>
        </p15:guide>
        <p15:guide id="11" pos="3942" userDrawn="1">
          <p15:clr>
            <a:srgbClr val="A4A3A4"/>
          </p15:clr>
        </p15:guide>
        <p15:guide id="12" orient="horz" pos="2115" userDrawn="1">
          <p15:clr>
            <a:srgbClr val="A4A3A4"/>
          </p15:clr>
        </p15:guide>
        <p15:guide id="13" pos="37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B0120F-B00F-B797-4792-E6DA8709B9E0}" name="Gabriel Hasmann Freire Moraes" initials="GHFM" userId="S::gabriel.freire-moraes@kinea.com.br::394dac8f-536a-421d-837f-5fda3e69ebac" providerId="AD"/>
  <p188:author id="{49883D11-50F5-847B-FFD4-C8FA35D15480}" name="Cesar Augusto Medeiros" initials="CA" userId="S::cesar.medeiros@kinea.com.br::a4627d40-f849-4a15-af95-a798394aa58c" providerId="AD"/>
  <p188:author id="{B7DB979B-13C8-AF15-7A71-6D94C70E6D61}" name="Alessandro Ricardo Estevam" initials="ARE" userId="S::alessandro.estevam@kinea.com.br::75f5b5f4-1773-4c5b-8766-e7a04e3857ca" providerId="AD"/>
  <p188:author id="{C0A8CFA4-796C-1C76-8A6B-C288C008383F}" name="i2a advogados" initials="i2a" userId="i2a advogados" providerId="None"/>
  <p188:author id="{B61C06B0-2083-CB18-F313-5F70FAA5ABE0}" name="Rafael Fortino" initials="RF" userId="03ae968820bd3618" providerId="Windows Live"/>
  <p188:author id="{84D809B3-4384-0409-10B4-A04CFC900903}" name="Artur Pereira Batista Silva" initials="AP" userId="S::artur-batista.silva@kinea.com.br::acd007be-2e0f-4ce6-a94c-cfea362ec8e0" providerId="AD"/>
  <p188:author id="{CC4C02C1-0782-9A08-149A-72A14060DEC5}" name="Bruna Sotopietra" initials="BS" userId="S::bruna.sotopietra@kinea.com.br::cfb3da09-b322-410a-beae-f5848e5d82a7" providerId="AD"/>
  <p188:author id="{E7895FD8-706A-7C47-49B8-687025F052A6}" name="Karen Rohr" initials="KR" userId="S::karen.rohr@kinea.com.br::9c1e27a9-d5e9-4853-ae0e-ab14c4d90500" providerId="AD"/>
  <p188:author id="{DB9183F1-EA1D-2AD4-28CB-E44234234DE1}" name="Caio Faria Araujo" initials="CFA" userId="S::caio.faria-araujo@kinea.com.br::bac4c529-4f26-4514-b02c-a675abbb069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AAAA"/>
    <a:srgbClr val="A2B26E"/>
    <a:srgbClr val="CDD1DA"/>
    <a:srgbClr val="90A4AE"/>
    <a:srgbClr val="9BA3B4"/>
    <a:srgbClr val="E0D6B5"/>
    <a:srgbClr val="EAE3CD"/>
    <a:srgbClr val="F5F1E6"/>
    <a:srgbClr val="F9F6F0"/>
    <a:srgbClr val="8FA1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E6F1DE-DC42-4954-969A-611A8B3CC43B}" v="78" dt="2025-10-22T22:02:28.36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Estilo Médio 2 - Ênfas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EC20E35-A176-4012-BC5E-935CFFF8708E}" styleName="Estilo Mé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Estilo Médio 3 - Ênfase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Estilo Médio 1 - Ênfas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Estilo Mé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B9631B5-78F2-41C9-869B-9F39066F8104}" styleName="Estilo Médio 3 - Ênfase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4B1156A-380E-4F78-BDF5-A606A8083BF9}" styleName="Estilo Médio 4 - Ênfase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Estilo Claro 1 - Ênfase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Estilo Claro 1 - Ênfase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202B0CA-FC54-4496-8BCA-5EF66A818D29}" styleName="Estilo E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Estilo Escuro 2 - Ênfase 1/Ênfas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Estilo Médio 3 - Ênfase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Estilo Médio 3 - Ênfase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648" y="53"/>
      </p:cViewPr>
      <p:guideLst>
        <p:guide pos="3840"/>
        <p:guide pos="3942"/>
        <p:guide orient="horz" pos="2115"/>
        <p:guide pos="3728"/>
      </p:guideLst>
    </p:cSldViewPr>
  </p:slideViewPr>
  <p:notesTextViewPr>
    <p:cViewPr>
      <p:scale>
        <a:sx n="1" d="1"/>
        <a:sy n="1" d="1"/>
      </p:scale>
      <p:origin x="0" y="0"/>
    </p:cViewPr>
  </p:notesTextViewPr>
  <p:notesViewPr>
    <p:cSldViewPr snapToGrid="0">
      <p:cViewPr varScale="1">
        <p:scale>
          <a:sx n="84" d="100"/>
          <a:sy n="84" d="100"/>
        </p:scale>
        <p:origin x="316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tags" Target="tags/tag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 VICTOR SANTOS LOPES" userId="6cdbae54-74ce-4199-98d2-78cbdc0fb750" providerId="ADAL" clId="{F7E6F1DE-DC42-4954-969A-611A8B3CC43B}"/>
    <pc:docChg chg="undo custSel addSld delSld modSld modMainMaster">
      <pc:chgData name="JOSE VICTOR SANTOS LOPES" userId="6cdbae54-74ce-4199-98d2-78cbdc0fb750" providerId="ADAL" clId="{F7E6F1DE-DC42-4954-969A-611A8B3CC43B}" dt="2025-10-22T22:02:46.877" v="333" actId="20577"/>
      <pc:docMkLst>
        <pc:docMk/>
      </pc:docMkLst>
      <pc:sldChg chg="new del">
        <pc:chgData name="JOSE VICTOR SANTOS LOPES" userId="6cdbae54-74ce-4199-98d2-78cbdc0fb750" providerId="ADAL" clId="{F7E6F1DE-DC42-4954-969A-611A8B3CC43B}" dt="2025-10-21T23:00:56.922" v="113" actId="47"/>
        <pc:sldMkLst>
          <pc:docMk/>
          <pc:sldMk cId="867850589" sldId="256"/>
        </pc:sldMkLst>
      </pc:sldChg>
      <pc:sldChg chg="addSp delSp modSp new del mod modClrScheme chgLayout">
        <pc:chgData name="JOSE VICTOR SANTOS LOPES" userId="6cdbae54-74ce-4199-98d2-78cbdc0fb750" providerId="ADAL" clId="{F7E6F1DE-DC42-4954-969A-611A8B3CC43B}" dt="2025-10-22T21:26:59.984" v="221" actId="47"/>
        <pc:sldMkLst>
          <pc:docMk/>
          <pc:sldMk cId="2156219949" sldId="256"/>
        </pc:sldMkLst>
        <pc:spChg chg="del">
          <ac:chgData name="JOSE VICTOR SANTOS LOPES" userId="6cdbae54-74ce-4199-98d2-78cbdc0fb750" providerId="ADAL" clId="{F7E6F1DE-DC42-4954-969A-611A8B3CC43B}" dt="2025-10-22T18:36:20.818" v="213" actId="700"/>
          <ac:spMkLst>
            <pc:docMk/>
            <pc:sldMk cId="2156219949" sldId="256"/>
            <ac:spMk id="2" creationId="{65AF7A18-871C-CA41-A504-D7292C985B2F}"/>
          </ac:spMkLst>
        </pc:spChg>
        <pc:spChg chg="del mod ord">
          <ac:chgData name="JOSE VICTOR SANTOS LOPES" userId="6cdbae54-74ce-4199-98d2-78cbdc0fb750" providerId="ADAL" clId="{F7E6F1DE-DC42-4954-969A-611A8B3CC43B}" dt="2025-10-22T18:36:20.818" v="213" actId="700"/>
          <ac:spMkLst>
            <pc:docMk/>
            <pc:sldMk cId="2156219949" sldId="256"/>
            <ac:spMk id="3" creationId="{CC14CB7B-D616-A166-7B1E-C413BC81ADDC}"/>
          </ac:spMkLst>
        </pc:spChg>
        <pc:spChg chg="del mod ord">
          <ac:chgData name="JOSE VICTOR SANTOS LOPES" userId="6cdbae54-74ce-4199-98d2-78cbdc0fb750" providerId="ADAL" clId="{F7E6F1DE-DC42-4954-969A-611A8B3CC43B}" dt="2025-10-22T18:36:20.818" v="213" actId="700"/>
          <ac:spMkLst>
            <pc:docMk/>
            <pc:sldMk cId="2156219949" sldId="256"/>
            <ac:spMk id="4" creationId="{57295138-8A00-C861-FE65-4D5D811AA43B}"/>
          </ac:spMkLst>
        </pc:spChg>
        <pc:spChg chg="add del mod ord">
          <ac:chgData name="JOSE VICTOR SANTOS LOPES" userId="6cdbae54-74ce-4199-98d2-78cbdc0fb750" providerId="ADAL" clId="{F7E6F1DE-DC42-4954-969A-611A8B3CC43B}" dt="2025-10-22T18:36:37.107" v="214" actId="700"/>
          <ac:spMkLst>
            <pc:docMk/>
            <pc:sldMk cId="2156219949" sldId="256"/>
            <ac:spMk id="5" creationId="{95B1EEE3-A86A-F622-999C-12591788333D}"/>
          </ac:spMkLst>
        </pc:spChg>
        <pc:spChg chg="add del mod ord">
          <ac:chgData name="JOSE VICTOR SANTOS LOPES" userId="6cdbae54-74ce-4199-98d2-78cbdc0fb750" providerId="ADAL" clId="{F7E6F1DE-DC42-4954-969A-611A8B3CC43B}" dt="2025-10-22T18:36:37.107" v="214" actId="700"/>
          <ac:spMkLst>
            <pc:docMk/>
            <pc:sldMk cId="2156219949" sldId="256"/>
            <ac:spMk id="6" creationId="{117F42E8-2F7F-2A19-CCCA-07D2210A0200}"/>
          </ac:spMkLst>
        </pc:spChg>
        <pc:spChg chg="add del mod ord">
          <ac:chgData name="JOSE VICTOR SANTOS LOPES" userId="6cdbae54-74ce-4199-98d2-78cbdc0fb750" providerId="ADAL" clId="{F7E6F1DE-DC42-4954-969A-611A8B3CC43B}" dt="2025-10-22T18:36:37.107" v="214" actId="700"/>
          <ac:spMkLst>
            <pc:docMk/>
            <pc:sldMk cId="2156219949" sldId="256"/>
            <ac:spMk id="7" creationId="{CA2B6D8B-B22B-2918-7562-38CF4E92A8AE}"/>
          </ac:spMkLst>
        </pc:spChg>
        <pc:spChg chg="add del mod ord">
          <ac:chgData name="JOSE VICTOR SANTOS LOPES" userId="6cdbae54-74ce-4199-98d2-78cbdc0fb750" providerId="ADAL" clId="{F7E6F1DE-DC42-4954-969A-611A8B3CC43B}" dt="2025-10-22T18:36:37.107" v="214" actId="700"/>
          <ac:spMkLst>
            <pc:docMk/>
            <pc:sldMk cId="2156219949" sldId="256"/>
            <ac:spMk id="8" creationId="{2125C7FA-5B1F-19B1-6532-CE3708884671}"/>
          </ac:spMkLst>
        </pc:spChg>
        <pc:spChg chg="add del mod ord">
          <ac:chgData name="JOSE VICTOR SANTOS LOPES" userId="6cdbae54-74ce-4199-98d2-78cbdc0fb750" providerId="ADAL" clId="{F7E6F1DE-DC42-4954-969A-611A8B3CC43B}" dt="2025-10-22T18:36:37.107" v="214" actId="700"/>
          <ac:spMkLst>
            <pc:docMk/>
            <pc:sldMk cId="2156219949" sldId="256"/>
            <ac:spMk id="9" creationId="{2248DD36-E282-AC17-519C-954067A6C62C}"/>
          </ac:spMkLst>
        </pc:spChg>
        <pc:spChg chg="add del mod ord">
          <ac:chgData name="JOSE VICTOR SANTOS LOPES" userId="6cdbae54-74ce-4199-98d2-78cbdc0fb750" providerId="ADAL" clId="{F7E6F1DE-DC42-4954-969A-611A8B3CC43B}" dt="2025-10-22T18:37:30.145" v="215" actId="700"/>
          <ac:spMkLst>
            <pc:docMk/>
            <pc:sldMk cId="2156219949" sldId="256"/>
            <ac:spMk id="10" creationId="{7FD6AF00-9F8A-303E-A3CE-199B40178971}"/>
          </ac:spMkLst>
        </pc:spChg>
        <pc:spChg chg="add del mod ord">
          <ac:chgData name="JOSE VICTOR SANTOS LOPES" userId="6cdbae54-74ce-4199-98d2-78cbdc0fb750" providerId="ADAL" clId="{F7E6F1DE-DC42-4954-969A-611A8B3CC43B}" dt="2025-10-22T18:37:30.145" v="215" actId="700"/>
          <ac:spMkLst>
            <pc:docMk/>
            <pc:sldMk cId="2156219949" sldId="256"/>
            <ac:spMk id="11" creationId="{D20C94C5-3AB5-0C38-A516-78D88A498CAC}"/>
          </ac:spMkLst>
        </pc:spChg>
        <pc:spChg chg="add del mod ord">
          <ac:chgData name="JOSE VICTOR SANTOS LOPES" userId="6cdbae54-74ce-4199-98d2-78cbdc0fb750" providerId="ADAL" clId="{F7E6F1DE-DC42-4954-969A-611A8B3CC43B}" dt="2025-10-22T18:37:30.145" v="215" actId="700"/>
          <ac:spMkLst>
            <pc:docMk/>
            <pc:sldMk cId="2156219949" sldId="256"/>
            <ac:spMk id="12" creationId="{F364B567-4A62-F866-7321-2A4D5C4DF0A5}"/>
          </ac:spMkLst>
        </pc:spChg>
        <pc:spChg chg="add del mod ord">
          <ac:chgData name="JOSE VICTOR SANTOS LOPES" userId="6cdbae54-74ce-4199-98d2-78cbdc0fb750" providerId="ADAL" clId="{F7E6F1DE-DC42-4954-969A-611A8B3CC43B}" dt="2025-10-22T18:37:30.145" v="215" actId="700"/>
          <ac:spMkLst>
            <pc:docMk/>
            <pc:sldMk cId="2156219949" sldId="256"/>
            <ac:spMk id="13" creationId="{B663813D-287D-68AA-B622-1C7AAA30BB7C}"/>
          </ac:spMkLst>
        </pc:spChg>
        <pc:spChg chg="add del mod ord">
          <ac:chgData name="JOSE VICTOR SANTOS LOPES" userId="6cdbae54-74ce-4199-98d2-78cbdc0fb750" providerId="ADAL" clId="{F7E6F1DE-DC42-4954-969A-611A8B3CC43B}" dt="2025-10-22T18:37:30.145" v="215" actId="700"/>
          <ac:spMkLst>
            <pc:docMk/>
            <pc:sldMk cId="2156219949" sldId="256"/>
            <ac:spMk id="14" creationId="{4711BF7E-D3C6-815E-BEB9-EFC7C5916B29}"/>
          </ac:spMkLst>
        </pc:spChg>
        <pc:spChg chg="add del mod ord">
          <ac:chgData name="JOSE VICTOR SANTOS LOPES" userId="6cdbae54-74ce-4199-98d2-78cbdc0fb750" providerId="ADAL" clId="{F7E6F1DE-DC42-4954-969A-611A8B3CC43B}" dt="2025-10-22T18:40:18.557" v="217" actId="700"/>
          <ac:spMkLst>
            <pc:docMk/>
            <pc:sldMk cId="2156219949" sldId="256"/>
            <ac:spMk id="15" creationId="{206312D6-64A4-FFBA-04D7-5DF99E3F383C}"/>
          </ac:spMkLst>
        </pc:spChg>
        <pc:spChg chg="add del mod ord">
          <ac:chgData name="JOSE VICTOR SANTOS LOPES" userId="6cdbae54-74ce-4199-98d2-78cbdc0fb750" providerId="ADAL" clId="{F7E6F1DE-DC42-4954-969A-611A8B3CC43B}" dt="2025-10-22T18:40:18.557" v="217" actId="700"/>
          <ac:spMkLst>
            <pc:docMk/>
            <pc:sldMk cId="2156219949" sldId="256"/>
            <ac:spMk id="16" creationId="{DB7BB4BF-D257-F961-3C12-2AC5EFEE9F57}"/>
          </ac:spMkLst>
        </pc:spChg>
        <pc:spChg chg="add del mod ord">
          <ac:chgData name="JOSE VICTOR SANTOS LOPES" userId="6cdbae54-74ce-4199-98d2-78cbdc0fb750" providerId="ADAL" clId="{F7E6F1DE-DC42-4954-969A-611A8B3CC43B}" dt="2025-10-22T18:40:18.557" v="217" actId="700"/>
          <ac:spMkLst>
            <pc:docMk/>
            <pc:sldMk cId="2156219949" sldId="256"/>
            <ac:spMk id="17" creationId="{C2515358-78E2-18A9-A02E-60C239AFD265}"/>
          </ac:spMkLst>
        </pc:spChg>
        <pc:spChg chg="add del mod ord">
          <ac:chgData name="JOSE VICTOR SANTOS LOPES" userId="6cdbae54-74ce-4199-98d2-78cbdc0fb750" providerId="ADAL" clId="{F7E6F1DE-DC42-4954-969A-611A8B3CC43B}" dt="2025-10-22T18:40:18.557" v="217" actId="700"/>
          <ac:spMkLst>
            <pc:docMk/>
            <pc:sldMk cId="2156219949" sldId="256"/>
            <ac:spMk id="18" creationId="{E130D5A4-67CC-AB01-F7C6-2501A1051DD6}"/>
          </ac:spMkLst>
        </pc:spChg>
        <pc:spChg chg="add mod ord">
          <ac:chgData name="JOSE VICTOR SANTOS LOPES" userId="6cdbae54-74ce-4199-98d2-78cbdc0fb750" providerId="ADAL" clId="{F7E6F1DE-DC42-4954-969A-611A8B3CC43B}" dt="2025-10-22T18:40:18.557" v="217" actId="700"/>
          <ac:spMkLst>
            <pc:docMk/>
            <pc:sldMk cId="2156219949" sldId="256"/>
            <ac:spMk id="19" creationId="{BD96E7E0-41F1-163B-A1BE-040B6E8FEABC}"/>
          </ac:spMkLst>
        </pc:spChg>
        <pc:spChg chg="add mod ord">
          <ac:chgData name="JOSE VICTOR SANTOS LOPES" userId="6cdbae54-74ce-4199-98d2-78cbdc0fb750" providerId="ADAL" clId="{F7E6F1DE-DC42-4954-969A-611A8B3CC43B}" dt="2025-10-22T18:40:18.557" v="217" actId="700"/>
          <ac:spMkLst>
            <pc:docMk/>
            <pc:sldMk cId="2156219949" sldId="256"/>
            <ac:spMk id="20" creationId="{492C3F38-2305-6568-FCD8-E85812C5C8AA}"/>
          </ac:spMkLst>
        </pc:spChg>
        <pc:spChg chg="add mod ord">
          <ac:chgData name="JOSE VICTOR SANTOS LOPES" userId="6cdbae54-74ce-4199-98d2-78cbdc0fb750" providerId="ADAL" clId="{F7E6F1DE-DC42-4954-969A-611A8B3CC43B}" dt="2025-10-22T18:40:18.557" v="217" actId="700"/>
          <ac:spMkLst>
            <pc:docMk/>
            <pc:sldMk cId="2156219949" sldId="256"/>
            <ac:spMk id="21" creationId="{E82CE3D6-C701-1C55-6F3E-83FB7AFBF674}"/>
          </ac:spMkLst>
        </pc:spChg>
        <pc:spChg chg="add mod ord">
          <ac:chgData name="JOSE VICTOR SANTOS LOPES" userId="6cdbae54-74ce-4199-98d2-78cbdc0fb750" providerId="ADAL" clId="{F7E6F1DE-DC42-4954-969A-611A8B3CC43B}" dt="2025-10-22T18:40:18.557" v="217" actId="700"/>
          <ac:spMkLst>
            <pc:docMk/>
            <pc:sldMk cId="2156219949" sldId="256"/>
            <ac:spMk id="22" creationId="{632741C4-C618-5907-39BE-F35C5D071D57}"/>
          </ac:spMkLst>
        </pc:spChg>
        <pc:spChg chg="add mod ord">
          <ac:chgData name="JOSE VICTOR SANTOS LOPES" userId="6cdbae54-74ce-4199-98d2-78cbdc0fb750" providerId="ADAL" clId="{F7E6F1DE-DC42-4954-969A-611A8B3CC43B}" dt="2025-10-22T18:40:18.557" v="217" actId="700"/>
          <ac:spMkLst>
            <pc:docMk/>
            <pc:sldMk cId="2156219949" sldId="256"/>
            <ac:spMk id="23" creationId="{E2734070-AAD2-212B-2D2B-37BA1DF0DD6A}"/>
          </ac:spMkLst>
        </pc:spChg>
      </pc:sldChg>
      <pc:sldChg chg="addSp delSp modSp new del mod modClrScheme chgLayout">
        <pc:chgData name="JOSE VICTOR SANTOS LOPES" userId="6cdbae54-74ce-4199-98d2-78cbdc0fb750" providerId="ADAL" clId="{F7E6F1DE-DC42-4954-969A-611A8B3CC43B}" dt="2025-10-21T22:37:35.427" v="110" actId="47"/>
        <pc:sldMkLst>
          <pc:docMk/>
          <pc:sldMk cId="2199471751" sldId="256"/>
        </pc:sldMkLst>
        <pc:spChg chg="add del mod ord">
          <ac:chgData name="JOSE VICTOR SANTOS LOPES" userId="6cdbae54-74ce-4199-98d2-78cbdc0fb750" providerId="ADAL" clId="{F7E6F1DE-DC42-4954-969A-611A8B3CC43B}" dt="2025-10-21T22:26:45.753" v="16"/>
          <ac:spMkLst>
            <pc:docMk/>
            <pc:sldMk cId="2199471751" sldId="256"/>
            <ac:spMk id="3" creationId="{DDB070CF-E863-95FC-0EBD-DB5C93D44BB6}"/>
          </ac:spMkLst>
        </pc:spChg>
        <pc:spChg chg="add mod ord">
          <ac:chgData name="JOSE VICTOR SANTOS LOPES" userId="6cdbae54-74ce-4199-98d2-78cbdc0fb750" providerId="ADAL" clId="{F7E6F1DE-DC42-4954-969A-611A8B3CC43B}" dt="2025-10-21T22:26:42.019" v="15" actId="700"/>
          <ac:spMkLst>
            <pc:docMk/>
            <pc:sldMk cId="2199471751" sldId="256"/>
            <ac:spMk id="4" creationId="{3E57E724-7616-FAFB-476B-D3EA37B26956}"/>
          </ac:spMkLst>
        </pc:spChg>
        <pc:spChg chg="add mod ord">
          <ac:chgData name="JOSE VICTOR SANTOS LOPES" userId="6cdbae54-74ce-4199-98d2-78cbdc0fb750" providerId="ADAL" clId="{F7E6F1DE-DC42-4954-969A-611A8B3CC43B}" dt="2025-10-21T22:26:42.019" v="15" actId="700"/>
          <ac:spMkLst>
            <pc:docMk/>
            <pc:sldMk cId="2199471751" sldId="256"/>
            <ac:spMk id="5" creationId="{CBB58A62-A388-E33F-FBA7-E2AC721692B5}"/>
          </ac:spMkLst>
        </pc:spChg>
        <pc:spChg chg="add del mod">
          <ac:chgData name="JOSE VICTOR SANTOS LOPES" userId="6cdbae54-74ce-4199-98d2-78cbdc0fb750" providerId="ADAL" clId="{F7E6F1DE-DC42-4954-969A-611A8B3CC43B}" dt="2025-10-21T22:37:07.886" v="106" actId="21"/>
          <ac:spMkLst>
            <pc:docMk/>
            <pc:sldMk cId="2199471751" sldId="256"/>
            <ac:spMk id="8" creationId="{161002C6-2A51-8144-2E05-6141D3AF38F8}"/>
          </ac:spMkLst>
        </pc:spChg>
        <pc:spChg chg="add mod">
          <ac:chgData name="JOSE VICTOR SANTOS LOPES" userId="6cdbae54-74ce-4199-98d2-78cbdc0fb750" providerId="ADAL" clId="{F7E6F1DE-DC42-4954-969A-611A8B3CC43B}" dt="2025-10-21T22:37:15.540" v="109" actId="478"/>
          <ac:spMkLst>
            <pc:docMk/>
            <pc:sldMk cId="2199471751" sldId="256"/>
            <ac:spMk id="14" creationId="{C62C544C-DF9C-4FBF-1797-56CE6B341FF9}"/>
          </ac:spMkLst>
        </pc:spChg>
        <pc:picChg chg="add del mod">
          <ac:chgData name="JOSE VICTOR SANTOS LOPES" userId="6cdbae54-74ce-4199-98d2-78cbdc0fb750" providerId="ADAL" clId="{F7E6F1DE-DC42-4954-969A-611A8B3CC43B}" dt="2025-10-21T22:37:13.190" v="108" actId="478"/>
          <ac:picMkLst>
            <pc:docMk/>
            <pc:sldMk cId="2199471751" sldId="256"/>
            <ac:picMk id="2" creationId="{BF6E3C9E-BA72-F3A0-B458-722A02C1AE9A}"/>
          </ac:picMkLst>
        </pc:picChg>
        <pc:picChg chg="add del mod">
          <ac:chgData name="JOSE VICTOR SANTOS LOPES" userId="6cdbae54-74ce-4199-98d2-78cbdc0fb750" providerId="ADAL" clId="{F7E6F1DE-DC42-4954-969A-611A8B3CC43B}" dt="2025-10-21T22:37:15.540" v="109" actId="478"/>
          <ac:picMkLst>
            <pc:docMk/>
            <pc:sldMk cId="2199471751" sldId="256"/>
            <ac:picMk id="6" creationId="{B7AB65B1-E651-4369-9049-F1A7D0308A4B}"/>
          </ac:picMkLst>
        </pc:picChg>
        <pc:picChg chg="add mod">
          <ac:chgData name="JOSE VICTOR SANTOS LOPES" userId="6cdbae54-74ce-4199-98d2-78cbdc0fb750" providerId="ADAL" clId="{F7E6F1DE-DC42-4954-969A-611A8B3CC43B}" dt="2025-10-21T22:28:35.911" v="23" actId="931"/>
          <ac:picMkLst>
            <pc:docMk/>
            <pc:sldMk cId="2199471751" sldId="256"/>
            <ac:picMk id="10" creationId="{41138339-3467-0B44-4E6A-6F71D3E98217}"/>
          </ac:picMkLst>
        </pc:picChg>
        <pc:picChg chg="add del mod modCrop">
          <ac:chgData name="JOSE VICTOR SANTOS LOPES" userId="6cdbae54-74ce-4199-98d2-78cbdc0fb750" providerId="ADAL" clId="{F7E6F1DE-DC42-4954-969A-611A8B3CC43B}" dt="2025-10-21T22:37:07.864" v="105" actId="931"/>
          <ac:picMkLst>
            <pc:docMk/>
            <pc:sldMk cId="2199471751" sldId="256"/>
            <ac:picMk id="12" creationId="{F0E2EA76-2402-D080-61C0-EA9C2A1FE67F}"/>
          </ac:picMkLst>
        </pc:picChg>
      </pc:sldChg>
      <pc:sldChg chg="new del">
        <pc:chgData name="JOSE VICTOR SANTOS LOPES" userId="6cdbae54-74ce-4199-98d2-78cbdc0fb750" providerId="ADAL" clId="{F7E6F1DE-DC42-4954-969A-611A8B3CC43B}" dt="2025-10-22T21:27:12.506" v="223" actId="47"/>
        <pc:sldMkLst>
          <pc:docMk/>
          <pc:sldMk cId="3071153986" sldId="256"/>
        </pc:sldMkLst>
      </pc:sldChg>
      <pc:sldChg chg="addSp delSp modSp new del mod modClrScheme chgLayout">
        <pc:chgData name="JOSE VICTOR SANTOS LOPES" userId="6cdbae54-74ce-4199-98d2-78cbdc0fb750" providerId="ADAL" clId="{F7E6F1DE-DC42-4954-969A-611A8B3CC43B}" dt="2025-10-22T21:26:57.141" v="220" actId="47"/>
        <pc:sldMkLst>
          <pc:docMk/>
          <pc:sldMk cId="1803103484" sldId="257"/>
        </pc:sldMkLst>
        <pc:spChg chg="mod ord">
          <ac:chgData name="JOSE VICTOR SANTOS LOPES" userId="6cdbae54-74ce-4199-98d2-78cbdc0fb750" providerId="ADAL" clId="{F7E6F1DE-DC42-4954-969A-611A8B3CC43B}" dt="2025-10-22T18:40:29.796" v="219" actId="700"/>
          <ac:spMkLst>
            <pc:docMk/>
            <pc:sldMk cId="1803103484" sldId="257"/>
            <ac:spMk id="2" creationId="{141F238A-AE32-2711-BF27-E35CB0AE45E3}"/>
          </ac:spMkLst>
        </pc:spChg>
        <pc:spChg chg="del mod ord">
          <ac:chgData name="JOSE VICTOR SANTOS LOPES" userId="6cdbae54-74ce-4199-98d2-78cbdc0fb750" providerId="ADAL" clId="{F7E6F1DE-DC42-4954-969A-611A8B3CC43B}" dt="2025-10-22T18:40:25.057" v="218" actId="700"/>
          <ac:spMkLst>
            <pc:docMk/>
            <pc:sldMk cId="1803103484" sldId="257"/>
            <ac:spMk id="3" creationId="{C326B416-91C9-6849-65E3-75A73BBB33FD}"/>
          </ac:spMkLst>
        </pc:spChg>
        <pc:spChg chg="del mod ord">
          <ac:chgData name="JOSE VICTOR SANTOS LOPES" userId="6cdbae54-74ce-4199-98d2-78cbdc0fb750" providerId="ADAL" clId="{F7E6F1DE-DC42-4954-969A-611A8B3CC43B}" dt="2025-10-22T18:40:25.057" v="218" actId="700"/>
          <ac:spMkLst>
            <pc:docMk/>
            <pc:sldMk cId="1803103484" sldId="257"/>
            <ac:spMk id="4" creationId="{3AAB88A6-253E-F920-DD9F-C07775FD3675}"/>
          </ac:spMkLst>
        </pc:spChg>
        <pc:spChg chg="del mod ord">
          <ac:chgData name="JOSE VICTOR SANTOS LOPES" userId="6cdbae54-74ce-4199-98d2-78cbdc0fb750" providerId="ADAL" clId="{F7E6F1DE-DC42-4954-969A-611A8B3CC43B}" dt="2025-10-22T18:40:25.057" v="218" actId="700"/>
          <ac:spMkLst>
            <pc:docMk/>
            <pc:sldMk cId="1803103484" sldId="257"/>
            <ac:spMk id="5" creationId="{ECA41A35-E7A4-E8A4-9F10-B28A16370523}"/>
          </ac:spMkLst>
        </pc:spChg>
        <pc:spChg chg="add del mod ord">
          <ac:chgData name="JOSE VICTOR SANTOS LOPES" userId="6cdbae54-74ce-4199-98d2-78cbdc0fb750" providerId="ADAL" clId="{F7E6F1DE-DC42-4954-969A-611A8B3CC43B}" dt="2025-10-22T18:40:29.796" v="219" actId="700"/>
          <ac:spMkLst>
            <pc:docMk/>
            <pc:sldMk cId="1803103484" sldId="257"/>
            <ac:spMk id="6" creationId="{3AFB63CD-B728-046D-6775-14FE0412135E}"/>
          </ac:spMkLst>
        </pc:spChg>
        <pc:spChg chg="add mod ord">
          <ac:chgData name="JOSE VICTOR SANTOS LOPES" userId="6cdbae54-74ce-4199-98d2-78cbdc0fb750" providerId="ADAL" clId="{F7E6F1DE-DC42-4954-969A-611A8B3CC43B}" dt="2025-10-22T18:40:25.057" v="218" actId="700"/>
          <ac:spMkLst>
            <pc:docMk/>
            <pc:sldMk cId="1803103484" sldId="257"/>
            <ac:spMk id="7" creationId="{48679810-0124-8201-D0CC-464351B5CEA6}"/>
          </ac:spMkLst>
        </pc:spChg>
        <pc:spChg chg="add del mod ord">
          <ac:chgData name="JOSE VICTOR SANTOS LOPES" userId="6cdbae54-74ce-4199-98d2-78cbdc0fb750" providerId="ADAL" clId="{F7E6F1DE-DC42-4954-969A-611A8B3CC43B}" dt="2025-10-22T18:40:29.796" v="219" actId="700"/>
          <ac:spMkLst>
            <pc:docMk/>
            <pc:sldMk cId="1803103484" sldId="257"/>
            <ac:spMk id="8" creationId="{CAA55746-73BC-8C9C-57B5-BABBDFEDA6D9}"/>
          </ac:spMkLst>
        </pc:spChg>
        <pc:spChg chg="add del mod ord">
          <ac:chgData name="JOSE VICTOR SANTOS LOPES" userId="6cdbae54-74ce-4199-98d2-78cbdc0fb750" providerId="ADAL" clId="{F7E6F1DE-DC42-4954-969A-611A8B3CC43B}" dt="2025-10-22T18:40:29.796" v="219" actId="700"/>
          <ac:spMkLst>
            <pc:docMk/>
            <pc:sldMk cId="1803103484" sldId="257"/>
            <ac:spMk id="9" creationId="{AA887BCA-46D2-CB85-2E4E-182722BB74E8}"/>
          </ac:spMkLst>
        </pc:spChg>
        <pc:spChg chg="add del mod ord">
          <ac:chgData name="JOSE VICTOR SANTOS LOPES" userId="6cdbae54-74ce-4199-98d2-78cbdc0fb750" providerId="ADAL" clId="{F7E6F1DE-DC42-4954-969A-611A8B3CC43B}" dt="2025-10-22T18:40:29.796" v="219" actId="700"/>
          <ac:spMkLst>
            <pc:docMk/>
            <pc:sldMk cId="1803103484" sldId="257"/>
            <ac:spMk id="10" creationId="{6387B7D5-7C81-0945-096C-8D4E1223201D}"/>
          </ac:spMkLst>
        </pc:spChg>
        <pc:spChg chg="add mod ord">
          <ac:chgData name="JOSE VICTOR SANTOS LOPES" userId="6cdbae54-74ce-4199-98d2-78cbdc0fb750" providerId="ADAL" clId="{F7E6F1DE-DC42-4954-969A-611A8B3CC43B}" dt="2025-10-22T18:40:29.796" v="219" actId="700"/>
          <ac:spMkLst>
            <pc:docMk/>
            <pc:sldMk cId="1803103484" sldId="257"/>
            <ac:spMk id="11" creationId="{27B8B15B-236D-9BCF-AD1B-EEA09D2A762B}"/>
          </ac:spMkLst>
        </pc:spChg>
        <pc:spChg chg="add mod ord">
          <ac:chgData name="JOSE VICTOR SANTOS LOPES" userId="6cdbae54-74ce-4199-98d2-78cbdc0fb750" providerId="ADAL" clId="{F7E6F1DE-DC42-4954-969A-611A8B3CC43B}" dt="2025-10-22T18:40:29.796" v="219" actId="700"/>
          <ac:spMkLst>
            <pc:docMk/>
            <pc:sldMk cId="1803103484" sldId="257"/>
            <ac:spMk id="12" creationId="{330A6F93-CEC7-E385-20DC-3331DDF3F0A3}"/>
          </ac:spMkLst>
        </pc:spChg>
        <pc:spChg chg="add mod ord">
          <ac:chgData name="JOSE VICTOR SANTOS LOPES" userId="6cdbae54-74ce-4199-98d2-78cbdc0fb750" providerId="ADAL" clId="{F7E6F1DE-DC42-4954-969A-611A8B3CC43B}" dt="2025-10-22T18:40:29.796" v="219" actId="700"/>
          <ac:spMkLst>
            <pc:docMk/>
            <pc:sldMk cId="1803103484" sldId="257"/>
            <ac:spMk id="13" creationId="{0348D43C-B2AE-F07E-91C0-D30FDDCA3A92}"/>
          </ac:spMkLst>
        </pc:spChg>
        <pc:spChg chg="add mod ord">
          <ac:chgData name="JOSE VICTOR SANTOS LOPES" userId="6cdbae54-74ce-4199-98d2-78cbdc0fb750" providerId="ADAL" clId="{F7E6F1DE-DC42-4954-969A-611A8B3CC43B}" dt="2025-10-22T18:40:29.796" v="219" actId="700"/>
          <ac:spMkLst>
            <pc:docMk/>
            <pc:sldMk cId="1803103484" sldId="257"/>
            <ac:spMk id="14" creationId="{3979FF21-3E5C-B9E4-695A-8EF2B4E45754}"/>
          </ac:spMkLst>
        </pc:spChg>
        <pc:spChg chg="add mod ord">
          <ac:chgData name="JOSE VICTOR SANTOS LOPES" userId="6cdbae54-74ce-4199-98d2-78cbdc0fb750" providerId="ADAL" clId="{F7E6F1DE-DC42-4954-969A-611A8B3CC43B}" dt="2025-10-22T18:40:29.796" v="219" actId="700"/>
          <ac:spMkLst>
            <pc:docMk/>
            <pc:sldMk cId="1803103484" sldId="257"/>
            <ac:spMk id="15" creationId="{16021989-294E-AA58-C9F9-88F1DE715FF7}"/>
          </ac:spMkLst>
        </pc:spChg>
      </pc:sldChg>
      <pc:sldChg chg="addSp delSp modSp new del mod modClrScheme chgLayout">
        <pc:chgData name="JOSE VICTOR SANTOS LOPES" userId="6cdbae54-74ce-4199-98d2-78cbdc0fb750" providerId="ADAL" clId="{F7E6F1DE-DC42-4954-969A-611A8B3CC43B}" dt="2025-10-22T18:35:54.439" v="211" actId="47"/>
        <pc:sldMkLst>
          <pc:docMk/>
          <pc:sldMk cId="3538230898" sldId="257"/>
        </pc:sldMkLst>
        <pc:spChg chg="del mod ord">
          <ac:chgData name="JOSE VICTOR SANTOS LOPES" userId="6cdbae54-74ce-4199-98d2-78cbdc0fb750" providerId="ADAL" clId="{F7E6F1DE-DC42-4954-969A-611A8B3CC43B}" dt="2025-10-21T23:01:05.377" v="114" actId="700"/>
          <ac:spMkLst>
            <pc:docMk/>
            <pc:sldMk cId="3538230898" sldId="257"/>
            <ac:spMk id="2" creationId="{464E96B5-9E2A-8E63-93BD-890CF34463C7}"/>
          </ac:spMkLst>
        </pc:spChg>
        <pc:spChg chg="del mod ord">
          <ac:chgData name="JOSE VICTOR SANTOS LOPES" userId="6cdbae54-74ce-4199-98d2-78cbdc0fb750" providerId="ADAL" clId="{F7E6F1DE-DC42-4954-969A-611A8B3CC43B}" dt="2025-10-21T23:01:05.377" v="114" actId="700"/>
          <ac:spMkLst>
            <pc:docMk/>
            <pc:sldMk cId="3538230898" sldId="257"/>
            <ac:spMk id="3" creationId="{F4580057-9055-3FD5-D4DB-DE9F966A8DDE}"/>
          </ac:spMkLst>
        </pc:spChg>
        <pc:spChg chg="add del mod ord">
          <ac:chgData name="JOSE VICTOR SANTOS LOPES" userId="6cdbae54-74ce-4199-98d2-78cbdc0fb750" providerId="ADAL" clId="{F7E6F1DE-DC42-4954-969A-611A8B3CC43B}" dt="2025-10-21T23:01:12.736" v="115" actId="931"/>
          <ac:spMkLst>
            <pc:docMk/>
            <pc:sldMk cId="3538230898" sldId="257"/>
            <ac:spMk id="4" creationId="{40F93F0D-BDEE-B30C-57F6-88A5904F5CF4}"/>
          </ac:spMkLst>
        </pc:spChg>
        <pc:spChg chg="add mod ord modVis">
          <ac:chgData name="JOSE VICTOR SANTOS LOPES" userId="6cdbae54-74ce-4199-98d2-78cbdc0fb750" providerId="ADAL" clId="{F7E6F1DE-DC42-4954-969A-611A8B3CC43B}" dt="2025-10-21T23:01:20.870" v="119" actId="14429"/>
          <ac:spMkLst>
            <pc:docMk/>
            <pc:sldMk cId="3538230898" sldId="257"/>
            <ac:spMk id="5" creationId="{E7940FB2-D815-1785-084D-F3C6FE5D5312}"/>
          </ac:spMkLst>
        </pc:spChg>
        <pc:spChg chg="add mod ord">
          <ac:chgData name="JOSE VICTOR SANTOS LOPES" userId="6cdbae54-74ce-4199-98d2-78cbdc0fb750" providerId="ADAL" clId="{F7E6F1DE-DC42-4954-969A-611A8B3CC43B}" dt="2025-10-21T23:01:05.377" v="114" actId="700"/>
          <ac:spMkLst>
            <pc:docMk/>
            <pc:sldMk cId="3538230898" sldId="257"/>
            <ac:spMk id="6" creationId="{C6211A5C-1EF0-6F85-9B48-A61513E6B436}"/>
          </ac:spMkLst>
        </pc:spChg>
        <pc:spChg chg="add del mod">
          <ac:chgData name="JOSE VICTOR SANTOS LOPES" userId="6cdbae54-74ce-4199-98d2-78cbdc0fb750" providerId="ADAL" clId="{F7E6F1DE-DC42-4954-969A-611A8B3CC43B}" dt="2025-10-22T18:32:38.100" v="161" actId="931"/>
          <ac:spMkLst>
            <pc:docMk/>
            <pc:sldMk cId="3538230898" sldId="257"/>
            <ac:spMk id="10" creationId="{77641376-B36D-C691-6B2B-454F6FEBADD2}"/>
          </ac:spMkLst>
        </pc:spChg>
        <pc:picChg chg="add mod modCrop">
          <ac:chgData name="JOSE VICTOR SANTOS LOPES" userId="6cdbae54-74ce-4199-98d2-78cbdc0fb750" providerId="ADAL" clId="{F7E6F1DE-DC42-4954-969A-611A8B3CC43B}" dt="2025-10-22T18:32:52.913" v="165" actId="18131"/>
          <ac:picMkLst>
            <pc:docMk/>
            <pc:sldMk cId="3538230898" sldId="257"/>
            <ac:picMk id="3" creationId="{02101B36-2E55-7045-C689-7D0A59525361}"/>
          </ac:picMkLst>
        </pc:picChg>
        <pc:picChg chg="add del mod modVis">
          <ac:chgData name="JOSE VICTOR SANTOS LOPES" userId="6cdbae54-74ce-4199-98d2-78cbdc0fb750" providerId="ADAL" clId="{F7E6F1DE-DC42-4954-969A-611A8B3CC43B}" dt="2025-10-21T23:01:32.779" v="126" actId="478"/>
          <ac:picMkLst>
            <pc:docMk/>
            <pc:sldMk cId="3538230898" sldId="257"/>
            <ac:picMk id="8" creationId="{ADC06362-6763-7F9F-13C9-A2A25AC3D445}"/>
          </ac:picMkLst>
        </pc:picChg>
      </pc:sldChg>
      <pc:sldMasterChg chg="modSldLayout">
        <pc:chgData name="JOSE VICTOR SANTOS LOPES" userId="6cdbae54-74ce-4199-98d2-78cbdc0fb750" providerId="ADAL" clId="{F7E6F1DE-DC42-4954-969A-611A8B3CC43B}" dt="2025-10-22T22:02:46.877" v="333" actId="20577"/>
        <pc:sldMasterMkLst>
          <pc:docMk/>
          <pc:sldMasterMk cId="2096485125" sldId="2147483648"/>
        </pc:sldMasterMkLst>
        <pc:sldLayoutChg chg="modSp mod">
          <pc:chgData name="JOSE VICTOR SANTOS LOPES" userId="6cdbae54-74ce-4199-98d2-78cbdc0fb750" providerId="ADAL" clId="{F7E6F1DE-DC42-4954-969A-611A8B3CC43B}" dt="2025-10-22T22:02:46.877" v="333" actId="20577"/>
          <pc:sldLayoutMkLst>
            <pc:docMk/>
            <pc:sldMasterMk cId="2096485125" sldId="2147483648"/>
            <pc:sldLayoutMk cId="2916823501" sldId="2147483650"/>
          </pc:sldLayoutMkLst>
          <pc:spChg chg="mod">
            <ac:chgData name="JOSE VICTOR SANTOS LOPES" userId="6cdbae54-74ce-4199-98d2-78cbdc0fb750" providerId="ADAL" clId="{F7E6F1DE-DC42-4954-969A-611A8B3CC43B}" dt="2025-10-22T22:02:22.609" v="291" actId="20577"/>
            <ac:spMkLst>
              <pc:docMk/>
              <pc:sldMasterMk cId="2096485125" sldId="2147483648"/>
              <pc:sldLayoutMk cId="2916823501" sldId="2147483650"/>
              <ac:spMk id="27" creationId="{A339B2A1-5592-73D8-54A2-228EBAB79623}"/>
            </ac:spMkLst>
          </pc:spChg>
          <pc:spChg chg="mod">
            <ac:chgData name="JOSE VICTOR SANTOS LOPES" userId="6cdbae54-74ce-4199-98d2-78cbdc0fb750" providerId="ADAL" clId="{F7E6F1DE-DC42-4954-969A-611A8B3CC43B}" dt="2025-10-22T22:02:32.903" v="312" actId="20577"/>
            <ac:spMkLst>
              <pc:docMk/>
              <pc:sldMasterMk cId="2096485125" sldId="2147483648"/>
              <pc:sldLayoutMk cId="2916823501" sldId="2147483650"/>
              <ac:spMk id="31" creationId="{2A494484-D1CF-D04C-DCBC-3D5FAAB90EC1}"/>
            </ac:spMkLst>
          </pc:spChg>
          <pc:spChg chg="mod">
            <ac:chgData name="JOSE VICTOR SANTOS LOPES" userId="6cdbae54-74ce-4199-98d2-78cbdc0fb750" providerId="ADAL" clId="{F7E6F1DE-DC42-4954-969A-611A8B3CC43B}" dt="2025-10-22T22:02:46.877" v="333" actId="20577"/>
            <ac:spMkLst>
              <pc:docMk/>
              <pc:sldMasterMk cId="2096485125" sldId="2147483648"/>
              <pc:sldLayoutMk cId="2916823501" sldId="2147483650"/>
              <ac:spMk id="34" creationId="{E8276C03-3DC2-E3A5-2A09-F082D63604E9}"/>
            </ac:spMkLst>
          </pc:spChg>
        </pc:sldLayoutChg>
        <pc:sldLayoutChg chg="addSp delSp modSp mod">
          <pc:chgData name="JOSE VICTOR SANTOS LOPES" userId="6cdbae54-74ce-4199-98d2-78cbdc0fb750" providerId="ADAL" clId="{F7E6F1DE-DC42-4954-969A-611A8B3CC43B}" dt="2025-10-22T21:42:21.586" v="285" actId="20577"/>
          <pc:sldLayoutMkLst>
            <pc:docMk/>
            <pc:sldMasterMk cId="2096485125" sldId="2147483648"/>
            <pc:sldLayoutMk cId="131194463" sldId="2147483668"/>
          </pc:sldLayoutMkLst>
          <pc:spChg chg="add mod">
            <ac:chgData name="JOSE VICTOR SANTOS LOPES" userId="6cdbae54-74ce-4199-98d2-78cbdc0fb750" providerId="ADAL" clId="{F7E6F1DE-DC42-4954-969A-611A8B3CC43B}" dt="2025-10-21T23:01:52.572" v="127"/>
            <ac:spMkLst>
              <pc:docMk/>
              <pc:sldMasterMk cId="2096485125" sldId="2147483648"/>
              <pc:sldLayoutMk cId="131194463" sldId="2147483668"/>
              <ac:spMk id="3" creationId="{152DCEC4-5303-3EF1-0DE7-79D80FAE90E2}"/>
            </ac:spMkLst>
          </pc:spChg>
          <pc:spChg chg="add del mod ord">
            <ac:chgData name="JOSE VICTOR SANTOS LOPES" userId="6cdbae54-74ce-4199-98d2-78cbdc0fb750" providerId="ADAL" clId="{F7E6F1DE-DC42-4954-969A-611A8B3CC43B}" dt="2025-10-21T22:37:04.250" v="88" actId="13244"/>
            <ac:spMkLst>
              <pc:docMk/>
              <pc:sldMasterMk cId="2096485125" sldId="2147483648"/>
              <pc:sldLayoutMk cId="131194463" sldId="2147483668"/>
              <ac:spMk id="6" creationId="{FACC30BE-9D83-7283-730A-F49E9BBAAB27}"/>
            </ac:spMkLst>
          </pc:spChg>
          <pc:spChg chg="mod ord">
            <ac:chgData name="JOSE VICTOR SANTOS LOPES" userId="6cdbae54-74ce-4199-98d2-78cbdc0fb750" providerId="ADAL" clId="{F7E6F1DE-DC42-4954-969A-611A8B3CC43B}" dt="2025-10-22T21:42:03.897" v="231" actId="6549"/>
            <ac:spMkLst>
              <pc:docMk/>
              <pc:sldMasterMk cId="2096485125" sldId="2147483648"/>
              <pc:sldLayoutMk cId="131194463" sldId="2147483668"/>
              <ac:spMk id="30" creationId="{33B682AE-B59C-7EED-A011-A111F8FCD691}"/>
            </ac:spMkLst>
          </pc:spChg>
          <pc:spChg chg="mod ord">
            <ac:chgData name="JOSE VICTOR SANTOS LOPES" userId="6cdbae54-74ce-4199-98d2-78cbdc0fb750" providerId="ADAL" clId="{F7E6F1DE-DC42-4954-969A-611A8B3CC43B}" dt="2025-10-22T21:42:21.586" v="285" actId="20577"/>
            <ac:spMkLst>
              <pc:docMk/>
              <pc:sldMasterMk cId="2096485125" sldId="2147483648"/>
              <pc:sldLayoutMk cId="131194463" sldId="2147483668"/>
              <ac:spMk id="53" creationId="{57EC0EC8-C415-12A2-DFB1-D87EC3881C17}"/>
            </ac:spMkLst>
          </pc:spChg>
          <pc:spChg chg="add del mod modVis">
            <ac:chgData name="JOSE VICTOR SANTOS LOPES" userId="6cdbae54-74ce-4199-98d2-78cbdc0fb750" providerId="ADAL" clId="{F7E6F1DE-DC42-4954-969A-611A8B3CC43B}" dt="2025-10-21T23:03:04.568" v="160" actId="1076"/>
            <ac:spMkLst>
              <pc:docMk/>
              <pc:sldMasterMk cId="2096485125" sldId="2147483648"/>
              <pc:sldLayoutMk cId="131194463" sldId="2147483668"/>
              <ac:spMk id="84" creationId="{5BA63DD7-E64B-52DF-1671-0D97DF35B257}"/>
            </ac:spMkLst>
          </pc:spChg>
          <pc:grpChg chg="mod ord modVis">
            <ac:chgData name="JOSE VICTOR SANTOS LOPES" userId="6cdbae54-74ce-4199-98d2-78cbdc0fb750" providerId="ADAL" clId="{F7E6F1DE-DC42-4954-969A-611A8B3CC43B}" dt="2025-10-21T23:02:45.817" v="157" actId="14429"/>
            <ac:grpSpMkLst>
              <pc:docMk/>
              <pc:sldMasterMk cId="2096485125" sldId="2147483648"/>
              <pc:sldLayoutMk cId="131194463" sldId="2147483668"/>
              <ac:grpSpMk id="100" creationId="{93A8254B-D798-6FF7-B495-4DC2DADE64F9}"/>
            </ac:grpSpMkLst>
          </pc:grpChg>
          <pc:picChg chg="add mod">
            <ac:chgData name="JOSE VICTOR SANTOS LOPES" userId="6cdbae54-74ce-4199-98d2-78cbdc0fb750" providerId="ADAL" clId="{F7E6F1DE-DC42-4954-969A-611A8B3CC43B}" dt="2025-10-21T22:25:23.756" v="0"/>
            <ac:picMkLst>
              <pc:docMk/>
              <pc:sldMasterMk cId="2096485125" sldId="2147483648"/>
              <pc:sldLayoutMk cId="131194463" sldId="2147483668"/>
              <ac:picMk id="3" creationId="{FD5D59A3-45CC-7B3C-439E-F1DD781002EE}"/>
            </ac:picMkLst>
          </pc:picChg>
          <pc:picChg chg="add mod ord">
            <ac:chgData name="JOSE VICTOR SANTOS LOPES" userId="6cdbae54-74ce-4199-98d2-78cbdc0fb750" providerId="ADAL" clId="{F7E6F1DE-DC42-4954-969A-611A8B3CC43B}" dt="2025-10-22T18:34:05.200" v="180"/>
            <ac:picMkLst>
              <pc:docMk/>
              <pc:sldMasterMk cId="2096485125" sldId="2147483648"/>
              <pc:sldLayoutMk cId="131194463" sldId="2147483668"/>
              <ac:picMk id="4" creationId="{DE5407C8-F1A7-3172-A7FD-A29048E0FC44}"/>
            </ac:picMkLst>
          </pc:picChg>
          <pc:picChg chg="add del mod">
            <ac:chgData name="JOSE VICTOR SANTOS LOPES" userId="6cdbae54-74ce-4199-98d2-78cbdc0fb750" providerId="ADAL" clId="{F7E6F1DE-DC42-4954-969A-611A8B3CC43B}" dt="2025-10-21T22:26:30.587" v="10" actId="478"/>
            <ac:picMkLst>
              <pc:docMk/>
              <pc:sldMasterMk cId="2096485125" sldId="2147483648"/>
              <pc:sldLayoutMk cId="131194463" sldId="2147483668"/>
              <ac:picMk id="5" creationId="{CB7F066D-E7BF-1548-3ACE-6D1140235853}"/>
            </ac:picMkLst>
          </pc:picChg>
          <pc:picChg chg="add mod">
            <ac:chgData name="JOSE VICTOR SANTOS LOPES" userId="6cdbae54-74ce-4199-98d2-78cbdc0fb750" providerId="ADAL" clId="{F7E6F1DE-DC42-4954-969A-611A8B3CC43B}" dt="2025-10-21T22:26:22.001" v="5"/>
            <ac:picMkLst>
              <pc:docMk/>
              <pc:sldMasterMk cId="2096485125" sldId="2147483648"/>
              <pc:sldLayoutMk cId="131194463" sldId="2147483668"/>
              <ac:picMk id="7" creationId="{CB7F066D-E7BF-1548-3ACE-6D1140235853}"/>
            </ac:picMkLst>
          </pc:picChg>
          <pc:picChg chg="add del mod">
            <ac:chgData name="JOSE VICTOR SANTOS LOPES" userId="6cdbae54-74ce-4199-98d2-78cbdc0fb750" providerId="ADAL" clId="{F7E6F1DE-DC42-4954-969A-611A8B3CC43B}" dt="2025-10-21T22:26:29.018" v="9" actId="478"/>
            <ac:picMkLst>
              <pc:docMk/>
              <pc:sldMasterMk cId="2096485125" sldId="2147483648"/>
              <pc:sldLayoutMk cId="131194463" sldId="2147483668"/>
              <ac:picMk id="8" creationId="{5A3F331B-9533-E7C3-E8EC-C785ADD3D77E}"/>
            </ac:picMkLst>
          </pc:picChg>
          <pc:picChg chg="add mod">
            <ac:chgData name="JOSE VICTOR SANTOS LOPES" userId="6cdbae54-74ce-4199-98d2-78cbdc0fb750" providerId="ADAL" clId="{F7E6F1DE-DC42-4954-969A-611A8B3CC43B}" dt="2025-10-21T22:32:27.296" v="30"/>
            <ac:picMkLst>
              <pc:docMk/>
              <pc:sldMasterMk cId="2096485125" sldId="2147483648"/>
              <pc:sldLayoutMk cId="131194463" sldId="2147483668"/>
              <ac:picMk id="9" creationId="{ED2224F5-FAF4-AB62-AA01-C814FA035ED5}"/>
            </ac:picMkLst>
          </pc:picChg>
          <pc:picChg chg="add mod ord modVis">
            <ac:chgData name="JOSE VICTOR SANTOS LOPES" userId="6cdbae54-74ce-4199-98d2-78cbdc0fb750" providerId="ADAL" clId="{F7E6F1DE-DC42-4954-969A-611A8B3CC43B}" dt="2025-10-21T22:34:42.486" v="72"/>
            <ac:picMkLst>
              <pc:docMk/>
              <pc:sldMasterMk cId="2096485125" sldId="2147483648"/>
              <pc:sldLayoutMk cId="131194463" sldId="2147483668"/>
              <ac:picMk id="10" creationId="{7A45974D-D9F6-C461-5077-1A956B9E04E2}"/>
            </ac:picMkLst>
          </pc:picChg>
          <pc:picChg chg="add mod ord">
            <ac:chgData name="JOSE VICTOR SANTOS LOPES" userId="6cdbae54-74ce-4199-98d2-78cbdc0fb750" providerId="ADAL" clId="{F7E6F1DE-DC42-4954-969A-611A8B3CC43B}" dt="2025-10-21T22:37:07.028" v="101" actId="931"/>
            <ac:picMkLst>
              <pc:docMk/>
              <pc:sldMasterMk cId="2096485125" sldId="2147483648"/>
              <pc:sldLayoutMk cId="131194463" sldId="2147483668"/>
              <ac:picMk id="12" creationId="{8B7E0E69-0FFB-9002-389E-7BF60E86BB49}"/>
            </ac:picMkLst>
          </pc:picChg>
        </pc:sldLayoutChg>
        <pc:sldLayoutChg chg="modSp mod">
          <pc:chgData name="JOSE VICTOR SANTOS LOPES" userId="6cdbae54-74ce-4199-98d2-78cbdc0fb750" providerId="ADAL" clId="{F7E6F1DE-DC42-4954-969A-611A8B3CC43B}" dt="2025-10-22T18:35:31.936" v="210" actId="1076"/>
          <pc:sldLayoutMkLst>
            <pc:docMk/>
            <pc:sldMasterMk cId="2096485125" sldId="2147483648"/>
            <pc:sldLayoutMk cId="2550016952" sldId="2147483688"/>
          </pc:sldLayoutMkLst>
          <pc:spChg chg="mod">
            <ac:chgData name="JOSE VICTOR SANTOS LOPES" userId="6cdbae54-74ce-4199-98d2-78cbdc0fb750" providerId="ADAL" clId="{F7E6F1DE-DC42-4954-969A-611A8B3CC43B}" dt="2025-10-22T18:35:31.936" v="210" actId="1076"/>
            <ac:spMkLst>
              <pc:docMk/>
              <pc:sldMasterMk cId="2096485125" sldId="2147483648"/>
              <pc:sldLayoutMk cId="2550016952" sldId="2147483688"/>
              <ac:spMk id="36" creationId="{F693B295-05D6-CBA4-B4AC-51807A8CCE91}"/>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3BBD59-82CD-B75F-D166-B89944D697A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75429AF-8E70-AF8B-1C86-107F30C0A3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F2029A-D1B1-4844-ACB0-B11148A3F206}" type="datetimeFigureOut">
              <a:rPr lang="en-US" smtClean="0"/>
              <a:t>2/11/2026</a:t>
            </a:fld>
            <a:endParaRPr lang="en-US"/>
          </a:p>
        </p:txBody>
      </p:sp>
      <p:sp>
        <p:nvSpPr>
          <p:cNvPr id="4" name="Footer Placeholder 3">
            <a:extLst>
              <a:ext uri="{FF2B5EF4-FFF2-40B4-BE49-F238E27FC236}">
                <a16:creationId xmlns:a16="http://schemas.microsoft.com/office/drawing/2014/main" id="{CCFA93E8-EEB8-8EEB-8C6F-C6253CF405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68BD7F6-F365-870C-B53C-B1C43583433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4BAD4C-55F0-41F2-B878-FDF4B47AD040}" type="slidenum">
              <a:rPr lang="en-US" smtClean="0"/>
              <a:t>‹#›</a:t>
            </a:fld>
            <a:endParaRPr lang="en-US"/>
          </a:p>
        </p:txBody>
      </p:sp>
    </p:spTree>
    <p:extLst>
      <p:ext uri="{BB962C8B-B14F-4D97-AF65-F5344CB8AC3E}">
        <p14:creationId xmlns:p14="http://schemas.microsoft.com/office/powerpoint/2010/main" val="26732113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944E66-256C-4CB0-9641-88F3AA36777A}" type="datetimeFigureOut">
              <a:rPr lang="pt-BR" smtClean="0"/>
              <a:t>11/02/2026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958FCB-FC93-4CFF-B38D-349E605EF2F8}" type="slidenum">
              <a:rPr lang="pt-BR" smtClean="0"/>
              <a:t>‹#›</a:t>
            </a:fld>
            <a:endParaRPr lang="pt-BR"/>
          </a:p>
        </p:txBody>
      </p:sp>
    </p:spTree>
    <p:extLst>
      <p:ext uri="{BB962C8B-B14F-4D97-AF65-F5344CB8AC3E}">
        <p14:creationId xmlns:p14="http://schemas.microsoft.com/office/powerpoint/2010/main" val="1845890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5.png"/><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5.png"/><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5.png"/><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5.png"/><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096775"/>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51F376F3-DAE7-BDC7-3D98-FB5090682B61}"/>
              </a:ext>
            </a:extLst>
          </p:cNvPr>
          <p:cNvSpPr/>
          <p:nvPr userDrawn="1"/>
        </p:nvSpPr>
        <p:spPr>
          <a:xfrm>
            <a:off x="-26800" y="0"/>
            <a:ext cx="12218799" cy="6858000"/>
          </a:xfrm>
          <a:prstGeom prst="rect">
            <a:avLst/>
          </a:prstGeom>
          <a:solidFill>
            <a:srgbClr val="0F18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a:extLst>
              <a:ext uri="{FF2B5EF4-FFF2-40B4-BE49-F238E27FC236}">
                <a16:creationId xmlns:a16="http://schemas.microsoft.com/office/drawing/2014/main" id="{8353BF9B-FC1B-5070-DEB3-83734EC7DF9E}"/>
              </a:ext>
            </a:extLst>
          </p:cNvPr>
          <p:cNvPicPr>
            <a:picLocks noChangeAspect="1"/>
          </p:cNvPicPr>
          <p:nvPr userDrawn="1"/>
        </p:nvPicPr>
        <p:blipFill>
          <a:blip r:embed="rId2">
            <a:extLst>
              <a:ext uri="{28A0092B-C50C-407E-A947-70E740481C1C}">
                <a14:useLocalDpi xmlns:a14="http://schemas.microsoft.com/office/drawing/2010/main" val="0"/>
              </a:ext>
            </a:extLst>
          </a:blip>
          <a:srcRect t="16959" b="16959"/>
          <a:stretch/>
        </p:blipFill>
        <p:spPr>
          <a:xfrm>
            <a:off x="-4763" y="-1"/>
            <a:ext cx="12184642" cy="4529139"/>
          </a:xfrm>
          <a:custGeom>
            <a:avLst/>
            <a:gdLst>
              <a:gd name="connsiteX0" fmla="*/ 4743 w 12184642"/>
              <a:gd name="connsiteY0" fmla="*/ 0 h 4529139"/>
              <a:gd name="connsiteX1" fmla="*/ 12184642 w 12184642"/>
              <a:gd name="connsiteY1" fmla="*/ 0 h 4529139"/>
              <a:gd name="connsiteX2" fmla="*/ 12184642 w 12184642"/>
              <a:gd name="connsiteY2" fmla="*/ 2598 h 4529139"/>
              <a:gd name="connsiteX3" fmla="*/ 7658101 w 12184642"/>
              <a:gd name="connsiteY3" fmla="*/ 4529139 h 4529139"/>
              <a:gd name="connsiteX4" fmla="*/ 0 w 12184642"/>
              <a:gd name="connsiteY4" fmla="*/ 4529139 h 4529139"/>
              <a:gd name="connsiteX5" fmla="*/ 0 w 12184642"/>
              <a:gd name="connsiteY5" fmla="*/ 2260068 h 452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4642" h="4529139">
                <a:moveTo>
                  <a:pt x="4743" y="0"/>
                </a:moveTo>
                <a:lnTo>
                  <a:pt x="12184642" y="0"/>
                </a:lnTo>
                <a:lnTo>
                  <a:pt x="12184642" y="2598"/>
                </a:lnTo>
                <a:lnTo>
                  <a:pt x="7658101" y="4529139"/>
                </a:lnTo>
                <a:lnTo>
                  <a:pt x="0" y="4529139"/>
                </a:lnTo>
                <a:lnTo>
                  <a:pt x="0" y="2260068"/>
                </a:lnTo>
                <a:close/>
              </a:path>
            </a:pathLst>
          </a:custGeom>
        </p:spPr>
      </p:pic>
      <p:sp>
        <p:nvSpPr>
          <p:cNvPr id="8" name="Forma Livre: Forma 7">
            <a:extLst>
              <a:ext uri="{FF2B5EF4-FFF2-40B4-BE49-F238E27FC236}">
                <a16:creationId xmlns:a16="http://schemas.microsoft.com/office/drawing/2014/main" id="{021B2966-5A6F-C66E-780A-A36C59DB34AE}"/>
              </a:ext>
            </a:extLst>
          </p:cNvPr>
          <p:cNvSpPr/>
          <p:nvPr userDrawn="1"/>
        </p:nvSpPr>
        <p:spPr>
          <a:xfrm>
            <a:off x="-26409" y="0"/>
            <a:ext cx="12206288" cy="4538664"/>
          </a:xfrm>
          <a:custGeom>
            <a:avLst/>
            <a:gdLst>
              <a:gd name="connsiteX0" fmla="*/ 0 w 12206288"/>
              <a:gd name="connsiteY0" fmla="*/ 4524375 h 4524375"/>
              <a:gd name="connsiteX1" fmla="*/ 7681913 w 12206288"/>
              <a:gd name="connsiteY1" fmla="*/ 4524375 h 4524375"/>
              <a:gd name="connsiteX2" fmla="*/ 12206288 w 12206288"/>
              <a:gd name="connsiteY2" fmla="*/ 0 h 4524375"/>
              <a:gd name="connsiteX3" fmla="*/ 23813 w 12206288"/>
              <a:gd name="connsiteY3" fmla="*/ 0 h 4524375"/>
              <a:gd name="connsiteX4" fmla="*/ 0 w 12206288"/>
              <a:gd name="connsiteY4" fmla="*/ 4524375 h 4524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6288" h="4524375">
                <a:moveTo>
                  <a:pt x="0" y="4524375"/>
                </a:moveTo>
                <a:lnTo>
                  <a:pt x="7681913" y="4524375"/>
                </a:lnTo>
                <a:lnTo>
                  <a:pt x="12206288" y="0"/>
                </a:lnTo>
                <a:lnTo>
                  <a:pt x="23813" y="0"/>
                </a:lnTo>
                <a:lnTo>
                  <a:pt x="0" y="4524375"/>
                </a:lnTo>
                <a:close/>
              </a:path>
            </a:pathLst>
          </a:custGeom>
          <a:gradFill>
            <a:gsLst>
              <a:gs pos="0">
                <a:srgbClr val="0F182A"/>
              </a:gs>
              <a:gs pos="100000">
                <a:srgbClr val="0F182A">
                  <a:alpha val="0"/>
                </a:srgb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6D4AF327-3D4D-6EEC-C914-CC6054E75258}"/>
              </a:ext>
            </a:extLst>
          </p:cNvPr>
          <p:cNvSpPr/>
          <p:nvPr userDrawn="1"/>
        </p:nvSpPr>
        <p:spPr>
          <a:xfrm>
            <a:off x="-38920" y="4533900"/>
            <a:ext cx="7685750" cy="2305050"/>
          </a:xfrm>
          <a:custGeom>
            <a:avLst/>
            <a:gdLst>
              <a:gd name="connsiteX0" fmla="*/ 4763 w 7672388"/>
              <a:gd name="connsiteY0" fmla="*/ 0 h 2305050"/>
              <a:gd name="connsiteX1" fmla="*/ 7672388 w 7672388"/>
              <a:gd name="connsiteY1" fmla="*/ 0 h 2305050"/>
              <a:gd name="connsiteX2" fmla="*/ 5367338 w 7672388"/>
              <a:gd name="connsiteY2" fmla="*/ 2305050 h 2305050"/>
              <a:gd name="connsiteX3" fmla="*/ 0 w 7672388"/>
              <a:gd name="connsiteY3" fmla="*/ 2305050 h 2305050"/>
              <a:gd name="connsiteX4" fmla="*/ 4763 w 7672388"/>
              <a:gd name="connsiteY4" fmla="*/ 0 h 2305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2388" h="2305050">
                <a:moveTo>
                  <a:pt x="4763" y="0"/>
                </a:moveTo>
                <a:lnTo>
                  <a:pt x="7672388" y="0"/>
                </a:lnTo>
                <a:lnTo>
                  <a:pt x="5367338" y="2305050"/>
                </a:lnTo>
                <a:lnTo>
                  <a:pt x="0" y="2305050"/>
                </a:lnTo>
                <a:cubicBezTo>
                  <a:pt x="1588" y="1536700"/>
                  <a:pt x="3175" y="768350"/>
                  <a:pt x="4763" y="0"/>
                </a:cubicBezTo>
                <a:close/>
              </a:path>
            </a:pathLst>
          </a:custGeom>
          <a:gradFill flip="none" rotWithShape="1">
            <a:gsLst>
              <a:gs pos="0">
                <a:srgbClr val="0F182A">
                  <a:alpha val="0"/>
                </a:srgbClr>
              </a:gs>
              <a:gs pos="100000">
                <a:srgbClr val="CDD1DA">
                  <a:alpha val="19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561A2AC7-161E-E585-9267-CFA2B7421358}"/>
              </a:ext>
            </a:extLst>
          </p:cNvPr>
          <p:cNvCxnSpPr>
            <a:cxnSpLocks/>
            <a:stCxn id="9" idx="0"/>
          </p:cNvCxnSpPr>
          <p:nvPr userDrawn="1"/>
        </p:nvCxnSpPr>
        <p:spPr>
          <a:xfrm flipV="1">
            <a:off x="-34149" y="4523951"/>
            <a:ext cx="12226149" cy="994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90CFBDC3-6599-5524-6570-2268C9A283E0}"/>
              </a:ext>
            </a:extLst>
          </p:cNvPr>
          <p:cNvCxnSpPr/>
          <p:nvPr userDrawn="1"/>
        </p:nvCxnSpPr>
        <p:spPr>
          <a:xfrm flipV="1">
            <a:off x="5322711" y="0"/>
            <a:ext cx="6858000" cy="6858000"/>
          </a:xfrm>
          <a:prstGeom prst="line">
            <a:avLst/>
          </a:prstGeom>
          <a:ln>
            <a:solidFill>
              <a:srgbClr val="B7DAE9"/>
            </a:solidFill>
          </a:ln>
        </p:spPr>
        <p:style>
          <a:lnRef idx="1">
            <a:schemeClr val="accent1"/>
          </a:lnRef>
          <a:fillRef idx="0">
            <a:schemeClr val="accent1"/>
          </a:fillRef>
          <a:effectRef idx="0">
            <a:schemeClr val="accent1"/>
          </a:effectRef>
          <a:fontRef idx="minor">
            <a:schemeClr val="tx1"/>
          </a:fontRef>
        </p:style>
      </p:cxnSp>
      <p:cxnSp>
        <p:nvCxnSpPr>
          <p:cNvPr id="14" name="Conector reto 13">
            <a:extLst>
              <a:ext uri="{FF2B5EF4-FFF2-40B4-BE49-F238E27FC236}">
                <a16:creationId xmlns:a16="http://schemas.microsoft.com/office/drawing/2014/main" id="{CCF8A8E3-D137-9CEA-6897-5C41A44F52AA}"/>
              </a:ext>
            </a:extLst>
          </p:cNvPr>
          <p:cNvCxnSpPr/>
          <p:nvPr userDrawn="1"/>
        </p:nvCxnSpPr>
        <p:spPr>
          <a:xfrm flipV="1">
            <a:off x="8864600" y="1912263"/>
            <a:ext cx="2171700" cy="2171700"/>
          </a:xfrm>
          <a:prstGeom prst="line">
            <a:avLst/>
          </a:prstGeom>
          <a:ln>
            <a:solidFill>
              <a:srgbClr val="4BA3C7"/>
            </a:solidFill>
          </a:ln>
        </p:spPr>
        <p:style>
          <a:lnRef idx="1">
            <a:schemeClr val="accent1"/>
          </a:lnRef>
          <a:fillRef idx="0">
            <a:schemeClr val="accent1"/>
          </a:fillRef>
          <a:effectRef idx="0">
            <a:schemeClr val="accent1"/>
          </a:effectRef>
          <a:fontRef idx="minor">
            <a:schemeClr val="tx1"/>
          </a:fontRef>
        </p:style>
      </p:cxnSp>
      <p:cxnSp>
        <p:nvCxnSpPr>
          <p:cNvPr id="15" name="Conector reto 14">
            <a:extLst>
              <a:ext uri="{FF2B5EF4-FFF2-40B4-BE49-F238E27FC236}">
                <a16:creationId xmlns:a16="http://schemas.microsoft.com/office/drawing/2014/main" id="{44D08D3C-87B8-1EF9-6FE7-81499E7FFA92}"/>
              </a:ext>
            </a:extLst>
          </p:cNvPr>
          <p:cNvCxnSpPr>
            <a:cxnSpLocks/>
          </p:cNvCxnSpPr>
          <p:nvPr userDrawn="1"/>
        </p:nvCxnSpPr>
        <p:spPr>
          <a:xfrm flipV="1">
            <a:off x="10815783" y="1629782"/>
            <a:ext cx="968085" cy="968085"/>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cxnSp>
        <p:nvCxnSpPr>
          <p:cNvPr id="16" name="Conector reto 15">
            <a:extLst>
              <a:ext uri="{FF2B5EF4-FFF2-40B4-BE49-F238E27FC236}">
                <a16:creationId xmlns:a16="http://schemas.microsoft.com/office/drawing/2014/main" id="{CC4CE4BD-524B-B352-B46F-A2EF0BF9C372}"/>
              </a:ext>
            </a:extLst>
          </p:cNvPr>
          <p:cNvCxnSpPr>
            <a:cxnSpLocks/>
          </p:cNvCxnSpPr>
          <p:nvPr userDrawn="1"/>
        </p:nvCxnSpPr>
        <p:spPr>
          <a:xfrm flipV="1">
            <a:off x="9184966" y="3917160"/>
            <a:ext cx="528280" cy="5282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A230CB45-A363-B521-E68D-74488DF2E7AC}"/>
              </a:ext>
            </a:extLst>
          </p:cNvPr>
          <p:cNvCxnSpPr>
            <a:cxnSpLocks/>
          </p:cNvCxnSpPr>
          <p:nvPr userDrawn="1"/>
        </p:nvCxnSpPr>
        <p:spPr>
          <a:xfrm flipV="1">
            <a:off x="5705191" y="2032374"/>
            <a:ext cx="1292225" cy="12922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Conector reto 17">
            <a:extLst>
              <a:ext uri="{FF2B5EF4-FFF2-40B4-BE49-F238E27FC236}">
                <a16:creationId xmlns:a16="http://schemas.microsoft.com/office/drawing/2014/main" id="{BD1EAE54-DE7D-F6C0-0F90-35686C98E7A8}"/>
              </a:ext>
            </a:extLst>
          </p:cNvPr>
          <p:cNvCxnSpPr>
            <a:cxnSpLocks/>
          </p:cNvCxnSpPr>
          <p:nvPr userDrawn="1"/>
        </p:nvCxnSpPr>
        <p:spPr>
          <a:xfrm flipV="1">
            <a:off x="505908" y="204394"/>
            <a:ext cx="1909431" cy="1909431"/>
          </a:xfrm>
          <a:prstGeom prst="line">
            <a:avLst/>
          </a:prstGeom>
          <a:ln>
            <a:solidFill>
              <a:srgbClr val="93C8DD"/>
            </a:solidFill>
          </a:ln>
        </p:spPr>
        <p:style>
          <a:lnRef idx="1">
            <a:schemeClr val="accent1"/>
          </a:lnRef>
          <a:fillRef idx="0">
            <a:schemeClr val="accent1"/>
          </a:fillRef>
          <a:effectRef idx="0">
            <a:schemeClr val="accent1"/>
          </a:effectRef>
          <a:fontRef idx="minor">
            <a:schemeClr val="tx1"/>
          </a:fontRef>
        </p:style>
      </p:cxnSp>
      <p:cxnSp>
        <p:nvCxnSpPr>
          <p:cNvPr id="19" name="Conector reto 18">
            <a:extLst>
              <a:ext uri="{FF2B5EF4-FFF2-40B4-BE49-F238E27FC236}">
                <a16:creationId xmlns:a16="http://schemas.microsoft.com/office/drawing/2014/main" id="{C045C903-CEC6-DF96-D940-D43470719909}"/>
              </a:ext>
            </a:extLst>
          </p:cNvPr>
          <p:cNvCxnSpPr>
            <a:cxnSpLocks/>
          </p:cNvCxnSpPr>
          <p:nvPr userDrawn="1"/>
        </p:nvCxnSpPr>
        <p:spPr>
          <a:xfrm flipV="1">
            <a:off x="7004052" y="411718"/>
            <a:ext cx="3745201" cy="3745201"/>
          </a:xfrm>
          <a:prstGeom prst="line">
            <a:avLst/>
          </a:prstGeom>
          <a:ln>
            <a:solidFill>
              <a:srgbClr val="93C8DD"/>
            </a:solidFill>
          </a:ln>
        </p:spPr>
        <p:style>
          <a:lnRef idx="1">
            <a:schemeClr val="accent1"/>
          </a:lnRef>
          <a:fillRef idx="0">
            <a:schemeClr val="accent1"/>
          </a:fillRef>
          <a:effectRef idx="0">
            <a:schemeClr val="accent1"/>
          </a:effectRef>
          <a:fontRef idx="minor">
            <a:schemeClr val="tx1"/>
          </a:fontRef>
        </p:style>
      </p:cxnSp>
      <p:cxnSp>
        <p:nvCxnSpPr>
          <p:cNvPr id="39" name="Conector reto 38">
            <a:extLst>
              <a:ext uri="{FF2B5EF4-FFF2-40B4-BE49-F238E27FC236}">
                <a16:creationId xmlns:a16="http://schemas.microsoft.com/office/drawing/2014/main" id="{7AF55F30-43AF-06D0-AE0D-109CFA22E859}"/>
              </a:ext>
            </a:extLst>
          </p:cNvPr>
          <p:cNvCxnSpPr>
            <a:cxnSpLocks/>
          </p:cNvCxnSpPr>
          <p:nvPr userDrawn="1"/>
        </p:nvCxnSpPr>
        <p:spPr>
          <a:xfrm flipV="1">
            <a:off x="6709481" y="552336"/>
            <a:ext cx="1310569" cy="131056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cxnSp>
        <p:nvCxnSpPr>
          <p:cNvPr id="40" name="Conector reto 39">
            <a:extLst>
              <a:ext uri="{FF2B5EF4-FFF2-40B4-BE49-F238E27FC236}">
                <a16:creationId xmlns:a16="http://schemas.microsoft.com/office/drawing/2014/main" id="{59A6C83B-F680-7179-67F5-A305CF334188}"/>
              </a:ext>
            </a:extLst>
          </p:cNvPr>
          <p:cNvCxnSpPr>
            <a:cxnSpLocks/>
          </p:cNvCxnSpPr>
          <p:nvPr userDrawn="1"/>
        </p:nvCxnSpPr>
        <p:spPr>
          <a:xfrm flipV="1">
            <a:off x="5706023" y="3014212"/>
            <a:ext cx="1310569" cy="1310569"/>
          </a:xfrm>
          <a:prstGeom prst="line">
            <a:avLst/>
          </a:prstGeom>
          <a:ln>
            <a:solidFill>
              <a:srgbClr val="4BA3C7"/>
            </a:solidFill>
          </a:ln>
        </p:spPr>
        <p:style>
          <a:lnRef idx="1">
            <a:schemeClr val="accent1"/>
          </a:lnRef>
          <a:fillRef idx="0">
            <a:schemeClr val="accent1"/>
          </a:fillRef>
          <a:effectRef idx="0">
            <a:schemeClr val="accent1"/>
          </a:effectRef>
          <a:fontRef idx="minor">
            <a:schemeClr val="tx1"/>
          </a:fontRef>
        </p:style>
      </p:cxnSp>
      <p:cxnSp>
        <p:nvCxnSpPr>
          <p:cNvPr id="41" name="Conector reto 40">
            <a:extLst>
              <a:ext uri="{FF2B5EF4-FFF2-40B4-BE49-F238E27FC236}">
                <a16:creationId xmlns:a16="http://schemas.microsoft.com/office/drawing/2014/main" id="{F5799377-AF60-50A6-DD8C-C281941721FF}"/>
              </a:ext>
            </a:extLst>
          </p:cNvPr>
          <p:cNvCxnSpPr>
            <a:cxnSpLocks/>
          </p:cNvCxnSpPr>
          <p:nvPr userDrawn="1"/>
        </p:nvCxnSpPr>
        <p:spPr>
          <a:xfrm flipV="1">
            <a:off x="112146" y="5931877"/>
            <a:ext cx="787525" cy="787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Conector reto 41">
            <a:extLst>
              <a:ext uri="{FF2B5EF4-FFF2-40B4-BE49-F238E27FC236}">
                <a16:creationId xmlns:a16="http://schemas.microsoft.com/office/drawing/2014/main" id="{0A5F5C2C-B621-E333-F3C2-49578A731E81}"/>
              </a:ext>
            </a:extLst>
          </p:cNvPr>
          <p:cNvCxnSpPr>
            <a:cxnSpLocks/>
          </p:cNvCxnSpPr>
          <p:nvPr userDrawn="1"/>
        </p:nvCxnSpPr>
        <p:spPr>
          <a:xfrm flipV="1">
            <a:off x="1979902" y="5260702"/>
            <a:ext cx="1372744" cy="1372744"/>
          </a:xfrm>
          <a:prstGeom prst="line">
            <a:avLst/>
          </a:prstGeom>
          <a:ln>
            <a:solidFill>
              <a:srgbClr val="4BA3C7"/>
            </a:solidFill>
          </a:ln>
        </p:spPr>
        <p:style>
          <a:lnRef idx="1">
            <a:schemeClr val="accent1"/>
          </a:lnRef>
          <a:fillRef idx="0">
            <a:schemeClr val="accent1"/>
          </a:fillRef>
          <a:effectRef idx="0">
            <a:schemeClr val="accent1"/>
          </a:effectRef>
          <a:fontRef idx="minor">
            <a:schemeClr val="tx1"/>
          </a:fontRef>
        </p:style>
      </p:cxnSp>
      <p:cxnSp>
        <p:nvCxnSpPr>
          <p:cNvPr id="43" name="Conector reto 42">
            <a:extLst>
              <a:ext uri="{FF2B5EF4-FFF2-40B4-BE49-F238E27FC236}">
                <a16:creationId xmlns:a16="http://schemas.microsoft.com/office/drawing/2014/main" id="{06F72C40-CBC4-9D37-7EFB-26AD2307D868}"/>
              </a:ext>
            </a:extLst>
          </p:cNvPr>
          <p:cNvCxnSpPr>
            <a:cxnSpLocks/>
          </p:cNvCxnSpPr>
          <p:nvPr userDrawn="1"/>
        </p:nvCxnSpPr>
        <p:spPr>
          <a:xfrm flipV="1">
            <a:off x="6813074" y="4659373"/>
            <a:ext cx="1238250" cy="1238250"/>
          </a:xfrm>
          <a:prstGeom prst="line">
            <a:avLst/>
          </a:prstGeom>
          <a:ln>
            <a:solidFill>
              <a:srgbClr val="4BA3C7"/>
            </a:solidFill>
          </a:ln>
        </p:spPr>
        <p:style>
          <a:lnRef idx="1">
            <a:schemeClr val="accent1"/>
          </a:lnRef>
          <a:fillRef idx="0">
            <a:schemeClr val="accent1"/>
          </a:fillRef>
          <a:effectRef idx="0">
            <a:schemeClr val="accent1"/>
          </a:effectRef>
          <a:fontRef idx="minor">
            <a:schemeClr val="tx1"/>
          </a:fontRef>
        </p:style>
      </p:cxnSp>
      <p:cxnSp>
        <p:nvCxnSpPr>
          <p:cNvPr id="44" name="Conector reto 43">
            <a:extLst>
              <a:ext uri="{FF2B5EF4-FFF2-40B4-BE49-F238E27FC236}">
                <a16:creationId xmlns:a16="http://schemas.microsoft.com/office/drawing/2014/main" id="{963260A9-1397-30D6-2BCB-93BC6A67F238}"/>
              </a:ext>
            </a:extLst>
          </p:cNvPr>
          <p:cNvCxnSpPr>
            <a:cxnSpLocks/>
          </p:cNvCxnSpPr>
          <p:nvPr userDrawn="1"/>
        </p:nvCxnSpPr>
        <p:spPr>
          <a:xfrm flipV="1">
            <a:off x="10102850" y="2880348"/>
            <a:ext cx="1460500" cy="14605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Espaço Reservado para Texto 45">
            <a:extLst>
              <a:ext uri="{FF2B5EF4-FFF2-40B4-BE49-F238E27FC236}">
                <a16:creationId xmlns:a16="http://schemas.microsoft.com/office/drawing/2014/main" id="{934EE2A0-1921-1416-F4D1-960F26A8A22D}"/>
              </a:ext>
            </a:extLst>
          </p:cNvPr>
          <p:cNvSpPr>
            <a:spLocks noGrp="1"/>
          </p:cNvSpPr>
          <p:nvPr>
            <p:ph type="body" sz="quarter" idx="10" hasCustomPrompt="1"/>
          </p:nvPr>
        </p:nvSpPr>
        <p:spPr>
          <a:xfrm>
            <a:off x="355600" y="3689345"/>
            <a:ext cx="5740400" cy="854080"/>
          </a:xfrm>
        </p:spPr>
        <p:txBody>
          <a:bodyPr lIns="0" tIns="0" rIns="0" bIns="0" anchor="b">
            <a:spAutoFit/>
          </a:bodyPr>
          <a:lstStyle>
            <a:lvl1pPr marL="0" indent="0" algn="l" defTabSz="914400" rtl="0" eaLnBrk="1" latinLnBrk="0" hangingPunct="1">
              <a:buNone/>
              <a:defRPr lang="pt-BR" sz="6000" kern="1200" cap="all" baseline="0" dirty="0" smtClean="0">
                <a:solidFill>
                  <a:schemeClr val="bg1"/>
                </a:solidFill>
                <a:latin typeface="Titillium Web ExtraLight" panose="00000300000000000000" pitchFamily="2" charset="0"/>
                <a:ea typeface="+mn-ea"/>
                <a:cs typeface="+mn-cs"/>
              </a:defRPr>
            </a:lvl1pPr>
            <a:lvl2pPr marL="0" indent="0" algn="l" defTabSz="914400" rtl="0" eaLnBrk="1" latinLnBrk="0" hangingPunct="1">
              <a:buNone/>
              <a:defRPr lang="pt-BR" sz="6000" kern="1200" dirty="0" smtClean="0">
                <a:solidFill>
                  <a:schemeClr val="bg1"/>
                </a:solidFill>
                <a:latin typeface="Titillium Web ExtraLight" panose="00000300000000000000" pitchFamily="2" charset="0"/>
                <a:ea typeface="+mn-ea"/>
                <a:cs typeface="+mn-cs"/>
              </a:defRPr>
            </a:lvl2pPr>
            <a:lvl3pPr marL="0" indent="0" algn="l" defTabSz="914400" rtl="0" eaLnBrk="1" latinLnBrk="0" hangingPunct="1">
              <a:buNone/>
              <a:defRPr lang="pt-BR" sz="6000" kern="1200" dirty="0" smtClean="0">
                <a:solidFill>
                  <a:schemeClr val="bg1"/>
                </a:solidFill>
                <a:latin typeface="Titillium Web ExtraLight" panose="00000300000000000000" pitchFamily="2" charset="0"/>
                <a:ea typeface="+mn-ea"/>
                <a:cs typeface="+mn-cs"/>
              </a:defRPr>
            </a:lvl3pPr>
            <a:lvl4pPr marL="0" indent="0" algn="l" defTabSz="914400" rtl="0" eaLnBrk="1" latinLnBrk="0" hangingPunct="1">
              <a:buNone/>
              <a:defRPr lang="pt-BR" sz="6000" kern="1200" dirty="0" smtClean="0">
                <a:solidFill>
                  <a:schemeClr val="bg1"/>
                </a:solidFill>
                <a:latin typeface="Titillium Web ExtraLight" panose="00000300000000000000" pitchFamily="2" charset="0"/>
                <a:ea typeface="+mn-ea"/>
                <a:cs typeface="+mn-cs"/>
              </a:defRPr>
            </a:lvl4pPr>
            <a:lvl5pPr marL="0" indent="0" algn="l" defTabSz="914400" rtl="0" eaLnBrk="1" latinLnBrk="0" hangingPunct="1">
              <a:buNone/>
              <a:defRPr lang="pt-BR" sz="6000" kern="1200" dirty="0">
                <a:solidFill>
                  <a:schemeClr val="bg1"/>
                </a:solidFill>
                <a:latin typeface="Titillium Web ExtraLight" panose="00000300000000000000" pitchFamily="2" charset="0"/>
                <a:ea typeface="+mn-ea"/>
                <a:cs typeface="+mn-cs"/>
              </a:defRPr>
            </a:lvl5pPr>
          </a:lstStyle>
          <a:p>
            <a:pPr lvl="0"/>
            <a:r>
              <a:rPr lang="pt-BR"/>
              <a:t>TÍTULO</a:t>
            </a:r>
          </a:p>
        </p:txBody>
      </p:sp>
      <p:sp>
        <p:nvSpPr>
          <p:cNvPr id="48" name="Espaço Reservado para Texto 45">
            <a:extLst>
              <a:ext uri="{FF2B5EF4-FFF2-40B4-BE49-F238E27FC236}">
                <a16:creationId xmlns:a16="http://schemas.microsoft.com/office/drawing/2014/main" id="{024F41C7-4542-D3A0-22E3-50D07626763C}"/>
              </a:ext>
            </a:extLst>
          </p:cNvPr>
          <p:cNvSpPr>
            <a:spLocks noGrp="1"/>
          </p:cNvSpPr>
          <p:nvPr>
            <p:ph type="body" sz="quarter" idx="11" hasCustomPrompt="1"/>
          </p:nvPr>
        </p:nvSpPr>
        <p:spPr>
          <a:xfrm>
            <a:off x="355600" y="4584701"/>
            <a:ext cx="5740400" cy="362003"/>
          </a:xfrm>
        </p:spPr>
        <p:txBody>
          <a:bodyPr lIns="0" tIns="0" rIns="0" bIns="0" anchor="t">
            <a:normAutofit/>
          </a:bodyPr>
          <a:lstStyle>
            <a:lvl1pPr marL="0" indent="0" algn="l" defTabSz="914400" rtl="0" eaLnBrk="1" latinLnBrk="0" hangingPunct="1">
              <a:buNone/>
              <a:defRPr lang="pt-BR" sz="2800" kern="1200" dirty="0">
                <a:solidFill>
                  <a:srgbClr val="4BA3C7"/>
                </a:solidFill>
                <a:latin typeface="+mn-lt"/>
                <a:ea typeface="+mn-ea"/>
                <a:cs typeface="+mn-cs"/>
              </a:defRPr>
            </a:lvl1pPr>
            <a:lvl2pPr marL="0" indent="0" algn="l" defTabSz="914400" rtl="0" eaLnBrk="1" latinLnBrk="0" hangingPunct="1">
              <a:buNone/>
              <a:defRPr lang="pt-BR" sz="6000" kern="1200" dirty="0" smtClean="0">
                <a:solidFill>
                  <a:schemeClr val="bg1"/>
                </a:solidFill>
                <a:latin typeface="Titillium Web ExtraLight" panose="00000300000000000000" pitchFamily="2" charset="0"/>
                <a:ea typeface="+mn-ea"/>
                <a:cs typeface="+mn-cs"/>
              </a:defRPr>
            </a:lvl2pPr>
            <a:lvl3pPr marL="0" indent="0" algn="l" defTabSz="914400" rtl="0" eaLnBrk="1" latinLnBrk="0" hangingPunct="1">
              <a:buNone/>
              <a:defRPr lang="pt-BR" sz="6000" kern="1200" dirty="0" smtClean="0">
                <a:solidFill>
                  <a:schemeClr val="bg1"/>
                </a:solidFill>
                <a:latin typeface="Titillium Web ExtraLight" panose="00000300000000000000" pitchFamily="2" charset="0"/>
                <a:ea typeface="+mn-ea"/>
                <a:cs typeface="+mn-cs"/>
              </a:defRPr>
            </a:lvl3pPr>
            <a:lvl4pPr marL="0" indent="0" algn="l" defTabSz="914400" rtl="0" eaLnBrk="1" latinLnBrk="0" hangingPunct="1">
              <a:buNone/>
              <a:defRPr lang="pt-BR" sz="6000" kern="1200" dirty="0" smtClean="0">
                <a:solidFill>
                  <a:schemeClr val="bg1"/>
                </a:solidFill>
                <a:latin typeface="Titillium Web ExtraLight" panose="00000300000000000000" pitchFamily="2" charset="0"/>
                <a:ea typeface="+mn-ea"/>
                <a:cs typeface="+mn-cs"/>
              </a:defRPr>
            </a:lvl4pPr>
            <a:lvl5pPr marL="0" indent="0" algn="l" defTabSz="914400" rtl="0" eaLnBrk="1" latinLnBrk="0" hangingPunct="1">
              <a:buNone/>
              <a:defRPr lang="pt-BR" sz="6000" kern="1200" dirty="0">
                <a:solidFill>
                  <a:schemeClr val="bg1"/>
                </a:solidFill>
                <a:latin typeface="Titillium Web ExtraLight" panose="00000300000000000000" pitchFamily="2" charset="0"/>
                <a:ea typeface="+mn-ea"/>
                <a:cs typeface="+mn-cs"/>
              </a:defRPr>
            </a:lvl5pPr>
          </a:lstStyle>
          <a:p>
            <a:pPr lvl="0"/>
            <a:r>
              <a:rPr lang="pt-BR" err="1"/>
              <a:t>Subtitulo</a:t>
            </a:r>
            <a:endParaRPr lang="pt-BR"/>
          </a:p>
        </p:txBody>
      </p:sp>
      <p:pic>
        <p:nvPicPr>
          <p:cNvPr id="3" name="Imagem 2" descr="Logotipo&#10;&#10;Descrição gerada automaticamente com confiança média">
            <a:extLst>
              <a:ext uri="{FF2B5EF4-FFF2-40B4-BE49-F238E27FC236}">
                <a16:creationId xmlns:a16="http://schemas.microsoft.com/office/drawing/2014/main" id="{1F3544DA-5823-842D-06F8-A0619F2FF2E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83632" y="5210593"/>
            <a:ext cx="2595600" cy="1183900"/>
          </a:xfrm>
          <a:prstGeom prst="rect">
            <a:avLst/>
          </a:prstGeom>
        </p:spPr>
      </p:pic>
    </p:spTree>
    <p:extLst>
      <p:ext uri="{BB962C8B-B14F-4D97-AF65-F5344CB8AC3E}">
        <p14:creationId xmlns:p14="http://schemas.microsoft.com/office/powerpoint/2010/main" val="2202512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3_INSTITUCIONAL">
    <p:spTree>
      <p:nvGrpSpPr>
        <p:cNvPr id="1" name=""/>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CE7C5FB4-4E93-8F37-9B10-FD07C1554717}"/>
              </a:ext>
            </a:extLst>
          </p:cNvPr>
          <p:cNvGraphicFramePr>
            <a:graphicFrameLocks noChangeAspect="1"/>
          </p:cNvGraphicFramePr>
          <p:nvPr userDrawn="1">
            <p:custDataLst>
              <p:tags r:id="rId1"/>
            </p:custDataLst>
            <p:extLst>
              <p:ext uri="{D42A27DB-BD31-4B8C-83A1-F6EECF244321}">
                <p14:modId xmlns:p14="http://schemas.microsoft.com/office/powerpoint/2010/main" val="4272427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84" imgH="384" progId="TCLayout.ActiveDocument.1">
                  <p:embed/>
                </p:oleObj>
              </mc:Choice>
              <mc:Fallback>
                <p:oleObj name="Slide do think-cell" r:id="rId3" imgW="384" imgH="384" progId="TCLayout.ActiveDocument.1">
                  <p:embed/>
                  <p:pic>
                    <p:nvPicPr>
                      <p:cNvPr id="54" name="think-cell data - do not delete" hidden="1">
                        <a:extLst>
                          <a:ext uri="{FF2B5EF4-FFF2-40B4-BE49-F238E27FC236}">
                            <a16:creationId xmlns:a16="http://schemas.microsoft.com/office/drawing/2014/main" id="{CE7C5FB4-4E93-8F37-9B10-FD07C1554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730070"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38" name="CaixaDeTexto 37">
            <a:extLst>
              <a:ext uri="{FF2B5EF4-FFF2-40B4-BE49-F238E27FC236}">
                <a16:creationId xmlns:a16="http://schemas.microsoft.com/office/drawing/2014/main" id="{274463A4-53B8-8400-ED23-F1EF94181ADA}"/>
              </a:ext>
            </a:extLst>
          </p:cNvPr>
          <p:cNvSpPr txBox="1"/>
          <p:nvPr userDrawn="1"/>
        </p:nvSpPr>
        <p:spPr>
          <a:xfrm>
            <a:off x="371744" y="6306179"/>
            <a:ext cx="447765" cy="200055"/>
          </a:xfrm>
          <a:prstGeom prst="rect">
            <a:avLst/>
          </a:prstGeom>
          <a:noFill/>
        </p:spPr>
        <p:txBody>
          <a:bodyPr wrap="square" rtlCol="0">
            <a:spAutoFit/>
          </a:bodyPr>
          <a:lstStyle/>
          <a:p>
            <a:r>
              <a:rPr lang="en-GB"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sz="quarter" idx="22" hasCustomPrompt="1"/>
          </p:nvPr>
        </p:nvSpPr>
        <p:spPr>
          <a:xfrm>
            <a:off x="6462684"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40" name="CaixaDeTexto 39">
            <a:extLst>
              <a:ext uri="{FF2B5EF4-FFF2-40B4-BE49-F238E27FC236}">
                <a16:creationId xmlns:a16="http://schemas.microsoft.com/office/drawing/2014/main" id="{2C95A9B3-F024-5FC7-1D06-345E482C1208}"/>
              </a:ext>
            </a:extLst>
          </p:cNvPr>
          <p:cNvSpPr txBox="1"/>
          <p:nvPr userDrawn="1"/>
        </p:nvSpPr>
        <p:spPr>
          <a:xfrm>
            <a:off x="6104358" y="6306179"/>
            <a:ext cx="447765" cy="200055"/>
          </a:xfrm>
          <a:prstGeom prst="rect">
            <a:avLst/>
          </a:prstGeom>
          <a:noFill/>
        </p:spPr>
        <p:txBody>
          <a:bodyPr wrap="square" rtlCol="0">
            <a:spAutoFit/>
          </a:bodyPr>
          <a:lstStyle/>
          <a:p>
            <a:r>
              <a:rPr lang="en-GB" sz="700">
                <a:solidFill>
                  <a:srgbClr val="ABAAAA"/>
                </a:solidFill>
              </a:rPr>
              <a:t>Fonte:</a:t>
            </a:r>
          </a:p>
        </p:txBody>
      </p:sp>
      <p:pic>
        <p:nvPicPr>
          <p:cNvPr id="6" name="Imagem 5" descr="Logotipo&#10;&#10;Descrição gerada automaticamente">
            <a:extLst>
              <a:ext uri="{FF2B5EF4-FFF2-40B4-BE49-F238E27FC236}">
                <a16:creationId xmlns:a16="http://schemas.microsoft.com/office/drawing/2014/main" id="{9228CA54-AFE9-377D-5D3F-8986D1D80A9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477621966"/>
      </p:ext>
    </p:extLst>
  </p:cSld>
  <p:clrMapOvr>
    <a:masterClrMapping/>
  </p:clrMapOvr>
  <p:extLst>
    <p:ext uri="{DCECCB84-F9BA-43D5-87BE-67443E8EF086}">
      <p15:sldGuideLst xmlns:p15="http://schemas.microsoft.com/office/powerpoint/2012/main">
        <p15:guide id="2" pos="3840">
          <p15:clr>
            <a:srgbClr val="FBAE40"/>
          </p15:clr>
        </p15:guide>
        <p15:guide id="6" orient="horz" pos="3838">
          <p15:clr>
            <a:srgbClr val="FBAE40"/>
          </p15:clr>
        </p15:guide>
        <p15:guide id="7" pos="3729">
          <p15:clr>
            <a:srgbClr val="FBAE40"/>
          </p15:clr>
        </p15:guide>
        <p15:guide id="8" pos="39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INSTITUCIONAL">
    <p:spTree>
      <p:nvGrpSpPr>
        <p:cNvPr id="1" name=""/>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CE7C5FB4-4E93-8F37-9B10-FD07C1554717}"/>
              </a:ext>
            </a:extLst>
          </p:cNvPr>
          <p:cNvGraphicFramePr>
            <a:graphicFrameLocks noChangeAspect="1"/>
          </p:cNvGraphicFramePr>
          <p:nvPr userDrawn="1">
            <p:custDataLst>
              <p:tags r:id="rId1"/>
            </p:custDataLst>
            <p:extLst>
              <p:ext uri="{D42A27DB-BD31-4B8C-83A1-F6EECF244321}">
                <p14:modId xmlns:p14="http://schemas.microsoft.com/office/powerpoint/2010/main" val="4272427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84" imgH="384" progId="TCLayout.ActiveDocument.1">
                  <p:embed/>
                </p:oleObj>
              </mc:Choice>
              <mc:Fallback>
                <p:oleObj name="Slide do think-cell" r:id="rId3" imgW="384" imgH="384" progId="TCLayout.ActiveDocument.1">
                  <p:embed/>
                  <p:pic>
                    <p:nvPicPr>
                      <p:cNvPr id="54" name="think-cell data - do not delete" hidden="1">
                        <a:extLst>
                          <a:ext uri="{FF2B5EF4-FFF2-40B4-BE49-F238E27FC236}">
                            <a16:creationId xmlns:a16="http://schemas.microsoft.com/office/drawing/2014/main" id="{CE7C5FB4-4E93-8F37-9B10-FD07C1554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Retângulo 36">
            <a:extLst>
              <a:ext uri="{FF2B5EF4-FFF2-40B4-BE49-F238E27FC236}">
                <a16:creationId xmlns:a16="http://schemas.microsoft.com/office/drawing/2014/main" id="{C4235444-7A37-E858-49DC-44E30150A28B}"/>
              </a:ext>
            </a:extLst>
          </p:cNvPr>
          <p:cNvSpPr/>
          <p:nvPr userDrawn="1"/>
        </p:nvSpPr>
        <p:spPr>
          <a:xfrm>
            <a:off x="6272212" y="1110841"/>
            <a:ext cx="5535613"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2" name="Retângulo 31">
            <a:extLst>
              <a:ext uri="{FF2B5EF4-FFF2-40B4-BE49-F238E27FC236}">
                <a16:creationId xmlns:a16="http://schemas.microsoft.com/office/drawing/2014/main" id="{943FAEEB-F594-0599-320C-2574E3AF9384}"/>
              </a:ext>
            </a:extLst>
          </p:cNvPr>
          <p:cNvSpPr/>
          <p:nvPr userDrawn="1"/>
        </p:nvSpPr>
        <p:spPr>
          <a:xfrm>
            <a:off x="363119" y="1110841"/>
            <a:ext cx="5535613"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dirty="0"/>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730070"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hasCustomPrompt="1"/>
          </p:nvPr>
        </p:nvSpPr>
        <p:spPr>
          <a:xfrm>
            <a:off x="413586" y="1301194"/>
            <a:ext cx="5409244" cy="248285"/>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35" name="Retângulo 34">
            <a:extLst>
              <a:ext uri="{FF2B5EF4-FFF2-40B4-BE49-F238E27FC236}">
                <a16:creationId xmlns:a16="http://schemas.microsoft.com/office/drawing/2014/main" id="{211567DA-E10C-4994-BBE4-371BE95C9CEE}"/>
              </a:ext>
            </a:extLst>
          </p:cNvPr>
          <p:cNvSpPr/>
          <p:nvPr userDrawn="1"/>
        </p:nvSpPr>
        <p:spPr>
          <a:xfrm>
            <a:off x="6280149" y="2148691"/>
            <a:ext cx="5535613"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6" name="Retângulo 35">
            <a:extLst>
              <a:ext uri="{FF2B5EF4-FFF2-40B4-BE49-F238E27FC236}">
                <a16:creationId xmlns:a16="http://schemas.microsoft.com/office/drawing/2014/main" id="{F693B295-05D6-CBA4-B4AC-51807A8CCE91}"/>
              </a:ext>
            </a:extLst>
          </p:cNvPr>
          <p:cNvSpPr/>
          <p:nvPr userDrawn="1"/>
        </p:nvSpPr>
        <p:spPr>
          <a:xfrm>
            <a:off x="363119" y="2148691"/>
            <a:ext cx="5535613"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8" name="CaixaDeTexto 37">
            <a:extLst>
              <a:ext uri="{FF2B5EF4-FFF2-40B4-BE49-F238E27FC236}">
                <a16:creationId xmlns:a16="http://schemas.microsoft.com/office/drawing/2014/main" id="{274463A4-53B8-8400-ED23-F1EF94181ADA}"/>
              </a:ext>
            </a:extLst>
          </p:cNvPr>
          <p:cNvSpPr txBox="1"/>
          <p:nvPr userDrawn="1"/>
        </p:nvSpPr>
        <p:spPr>
          <a:xfrm>
            <a:off x="371744" y="6306179"/>
            <a:ext cx="447765" cy="200055"/>
          </a:xfrm>
          <a:prstGeom prst="rect">
            <a:avLst/>
          </a:prstGeom>
          <a:noFill/>
        </p:spPr>
        <p:txBody>
          <a:bodyPr wrap="square" rtlCol="0">
            <a:spAutoFit/>
          </a:bodyPr>
          <a:lstStyle/>
          <a:p>
            <a:r>
              <a:rPr lang="en-GB"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sz="quarter" idx="22" hasCustomPrompt="1"/>
          </p:nvPr>
        </p:nvSpPr>
        <p:spPr>
          <a:xfrm>
            <a:off x="6462684"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40" name="CaixaDeTexto 39">
            <a:extLst>
              <a:ext uri="{FF2B5EF4-FFF2-40B4-BE49-F238E27FC236}">
                <a16:creationId xmlns:a16="http://schemas.microsoft.com/office/drawing/2014/main" id="{2C95A9B3-F024-5FC7-1D06-345E482C1208}"/>
              </a:ext>
            </a:extLst>
          </p:cNvPr>
          <p:cNvSpPr txBox="1"/>
          <p:nvPr userDrawn="1"/>
        </p:nvSpPr>
        <p:spPr>
          <a:xfrm>
            <a:off x="6104358" y="6306179"/>
            <a:ext cx="447765" cy="200055"/>
          </a:xfrm>
          <a:prstGeom prst="rect">
            <a:avLst/>
          </a:prstGeom>
          <a:noFill/>
        </p:spPr>
        <p:txBody>
          <a:bodyPr wrap="square" rtlCol="0">
            <a:spAutoFit/>
          </a:bodyPr>
          <a:lstStyle/>
          <a:p>
            <a:r>
              <a:rPr lang="en-GB"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sz="quarter" idx="27" hasCustomPrompt="1"/>
          </p:nvPr>
        </p:nvSpPr>
        <p:spPr>
          <a:xfrm>
            <a:off x="413586" y="1573265"/>
            <a:ext cx="5409244" cy="227361"/>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sp>
        <p:nvSpPr>
          <p:cNvPr id="56" name="Espaço Reservado para Texto 5">
            <a:extLst>
              <a:ext uri="{FF2B5EF4-FFF2-40B4-BE49-F238E27FC236}">
                <a16:creationId xmlns:a16="http://schemas.microsoft.com/office/drawing/2014/main" id="{ADF03F72-442C-C9FC-37F3-38EFACCF3F68}"/>
              </a:ext>
            </a:extLst>
          </p:cNvPr>
          <p:cNvSpPr>
            <a:spLocks noGrp="1"/>
          </p:cNvSpPr>
          <p:nvPr>
            <p:ph type="body" sz="quarter" idx="28" hasCustomPrompt="1"/>
          </p:nvPr>
        </p:nvSpPr>
        <p:spPr>
          <a:xfrm>
            <a:off x="6369170" y="1301194"/>
            <a:ext cx="5409244" cy="248285"/>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57" name="Espaço Reservado para Texto 5">
            <a:extLst>
              <a:ext uri="{FF2B5EF4-FFF2-40B4-BE49-F238E27FC236}">
                <a16:creationId xmlns:a16="http://schemas.microsoft.com/office/drawing/2014/main" id="{D2C8AD34-868E-2366-0455-C9251D7522D6}"/>
              </a:ext>
            </a:extLst>
          </p:cNvPr>
          <p:cNvSpPr>
            <a:spLocks noGrp="1"/>
          </p:cNvSpPr>
          <p:nvPr>
            <p:ph type="body" sz="quarter" idx="29" hasCustomPrompt="1"/>
          </p:nvPr>
        </p:nvSpPr>
        <p:spPr>
          <a:xfrm>
            <a:off x="6369170" y="1573265"/>
            <a:ext cx="5409244" cy="227361"/>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pic>
        <p:nvPicPr>
          <p:cNvPr id="3" name="Imagem 2" descr="Logotipo&#10;&#10;Descrição gerada automaticamente">
            <a:extLst>
              <a:ext uri="{FF2B5EF4-FFF2-40B4-BE49-F238E27FC236}">
                <a16:creationId xmlns:a16="http://schemas.microsoft.com/office/drawing/2014/main" id="{7FA33C17-6420-9168-86B0-6598ED6B555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550016952"/>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m_grafico">
    <p:spTree>
      <p:nvGrpSpPr>
        <p:cNvPr id="1" name=""/>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CE7C5FB4-4E93-8F37-9B10-FD07C1554717}"/>
              </a:ext>
            </a:extLst>
          </p:cNvPr>
          <p:cNvGraphicFramePr>
            <a:graphicFrameLocks noChangeAspect="1"/>
          </p:cNvGraphicFramePr>
          <p:nvPr userDrawn="1">
            <p:custDataLst>
              <p:tags r:id="rId1"/>
            </p:custDataLst>
            <p:extLst>
              <p:ext uri="{D42A27DB-BD31-4B8C-83A1-F6EECF244321}">
                <p14:modId xmlns:p14="http://schemas.microsoft.com/office/powerpoint/2010/main" val="4272427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84" imgH="384" progId="TCLayout.ActiveDocument.1">
                  <p:embed/>
                </p:oleObj>
              </mc:Choice>
              <mc:Fallback>
                <p:oleObj name="Slide do think-cell" r:id="rId3" imgW="384" imgH="384" progId="TCLayout.ActiveDocument.1">
                  <p:embed/>
                  <p:pic>
                    <p:nvPicPr>
                      <p:cNvPr id="54" name="think-cell data - do not delete" hidden="1">
                        <a:extLst>
                          <a:ext uri="{FF2B5EF4-FFF2-40B4-BE49-F238E27FC236}">
                            <a16:creationId xmlns:a16="http://schemas.microsoft.com/office/drawing/2014/main" id="{CE7C5FB4-4E93-8F37-9B10-FD07C1554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Retângulo 31">
            <a:extLst>
              <a:ext uri="{FF2B5EF4-FFF2-40B4-BE49-F238E27FC236}">
                <a16:creationId xmlns:a16="http://schemas.microsoft.com/office/drawing/2014/main" id="{943FAEEB-F594-0599-320C-2574E3AF9384}"/>
              </a:ext>
            </a:extLst>
          </p:cNvPr>
          <p:cNvSpPr/>
          <p:nvPr userDrawn="1"/>
        </p:nvSpPr>
        <p:spPr>
          <a:xfrm>
            <a:off x="363119" y="1110841"/>
            <a:ext cx="11460581"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730070"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hasCustomPrompt="1"/>
          </p:nvPr>
        </p:nvSpPr>
        <p:spPr>
          <a:xfrm>
            <a:off x="413585" y="1301194"/>
            <a:ext cx="11198955" cy="248285"/>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36" name="Retângulo 35">
            <a:extLst>
              <a:ext uri="{FF2B5EF4-FFF2-40B4-BE49-F238E27FC236}">
                <a16:creationId xmlns:a16="http://schemas.microsoft.com/office/drawing/2014/main" id="{F693B295-05D6-CBA4-B4AC-51807A8CCE91}"/>
              </a:ext>
            </a:extLst>
          </p:cNvPr>
          <p:cNvSpPr/>
          <p:nvPr userDrawn="1"/>
        </p:nvSpPr>
        <p:spPr>
          <a:xfrm>
            <a:off x="363119" y="2148691"/>
            <a:ext cx="11460581"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8" name="CaixaDeTexto 37">
            <a:extLst>
              <a:ext uri="{FF2B5EF4-FFF2-40B4-BE49-F238E27FC236}">
                <a16:creationId xmlns:a16="http://schemas.microsoft.com/office/drawing/2014/main" id="{274463A4-53B8-8400-ED23-F1EF94181ADA}"/>
              </a:ext>
            </a:extLst>
          </p:cNvPr>
          <p:cNvSpPr txBox="1"/>
          <p:nvPr userDrawn="1"/>
        </p:nvSpPr>
        <p:spPr>
          <a:xfrm>
            <a:off x="371744" y="6306179"/>
            <a:ext cx="447765" cy="200055"/>
          </a:xfrm>
          <a:prstGeom prst="rect">
            <a:avLst/>
          </a:prstGeom>
          <a:noFill/>
        </p:spPr>
        <p:txBody>
          <a:bodyPr wrap="square" rtlCol="0">
            <a:spAutoFit/>
          </a:bodyPr>
          <a:lstStyle/>
          <a:p>
            <a:r>
              <a:rPr lang="en-GB"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sz="quarter" idx="27" hasCustomPrompt="1"/>
          </p:nvPr>
        </p:nvSpPr>
        <p:spPr>
          <a:xfrm>
            <a:off x="413585" y="1573265"/>
            <a:ext cx="11198955" cy="227361"/>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pic>
        <p:nvPicPr>
          <p:cNvPr id="3" name="Imagem 2" descr="Logotipo&#10;&#10;Descrição gerada automaticamente">
            <a:extLst>
              <a:ext uri="{FF2B5EF4-FFF2-40B4-BE49-F238E27FC236}">
                <a16:creationId xmlns:a16="http://schemas.microsoft.com/office/drawing/2014/main" id="{7BAC32B7-5FCA-C4A9-1FB7-E1A30E15335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1437669903"/>
      </p:ext>
    </p:extLst>
  </p:cSld>
  <p:clrMapOvr>
    <a:masterClrMapping/>
  </p:clrMapOvr>
  <p:extLst>
    <p:ext uri="{DCECCB84-F9BA-43D5-87BE-67443E8EF086}">
      <p15:sldGuideLst xmlns:p15="http://schemas.microsoft.com/office/powerpoint/2012/main">
        <p15:guide id="2" pos="3840">
          <p15:clr>
            <a:srgbClr val="FBAE40"/>
          </p15:clr>
        </p15:guide>
        <p15:guide id="6" orient="horz" pos="3838">
          <p15:clr>
            <a:srgbClr val="FBAE40"/>
          </p15:clr>
        </p15:guide>
        <p15:guide id="7" pos="3729">
          <p15:clr>
            <a:srgbClr val="FBAE40"/>
          </p15:clr>
        </p15:guide>
        <p15:guide id="8" pos="395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4_INSTITUCIONAL">
    <p:spTree>
      <p:nvGrpSpPr>
        <p:cNvPr id="1" name=""/>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CE7C5FB4-4E93-8F37-9B10-FD07C1554717}"/>
              </a:ext>
            </a:extLst>
          </p:cNvPr>
          <p:cNvGraphicFramePr>
            <a:graphicFrameLocks noChangeAspect="1"/>
          </p:cNvGraphicFramePr>
          <p:nvPr userDrawn="1">
            <p:custDataLst>
              <p:tags r:id="rId1"/>
            </p:custDataLst>
            <p:extLst>
              <p:ext uri="{D42A27DB-BD31-4B8C-83A1-F6EECF244321}">
                <p14:modId xmlns:p14="http://schemas.microsoft.com/office/powerpoint/2010/main" val="4272427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84" imgH="384" progId="TCLayout.ActiveDocument.1">
                  <p:embed/>
                </p:oleObj>
              </mc:Choice>
              <mc:Fallback>
                <p:oleObj name="Slide do think-cell" r:id="rId3" imgW="384" imgH="384" progId="TCLayout.ActiveDocument.1">
                  <p:embed/>
                  <p:pic>
                    <p:nvPicPr>
                      <p:cNvPr id="54" name="think-cell data - do not delete" hidden="1">
                        <a:extLst>
                          <a:ext uri="{FF2B5EF4-FFF2-40B4-BE49-F238E27FC236}">
                            <a16:creationId xmlns:a16="http://schemas.microsoft.com/office/drawing/2014/main" id="{CE7C5FB4-4E93-8F37-9B10-FD07C1554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Retângulo 31">
            <a:extLst>
              <a:ext uri="{FF2B5EF4-FFF2-40B4-BE49-F238E27FC236}">
                <a16:creationId xmlns:a16="http://schemas.microsoft.com/office/drawing/2014/main" id="{943FAEEB-F594-0599-320C-2574E3AF9384}"/>
              </a:ext>
            </a:extLst>
          </p:cNvPr>
          <p:cNvSpPr/>
          <p:nvPr userDrawn="1"/>
        </p:nvSpPr>
        <p:spPr>
          <a:xfrm>
            <a:off x="363119" y="1124646"/>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730070"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hasCustomPrompt="1"/>
          </p:nvPr>
        </p:nvSpPr>
        <p:spPr>
          <a:xfrm>
            <a:off x="413586" y="1159478"/>
            <a:ext cx="5554242" cy="239554"/>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35" name="Retângulo 34">
            <a:extLst>
              <a:ext uri="{FF2B5EF4-FFF2-40B4-BE49-F238E27FC236}">
                <a16:creationId xmlns:a16="http://schemas.microsoft.com/office/drawing/2014/main" id="{211567DA-E10C-4994-BBE4-371BE95C9CEE}"/>
              </a:ext>
            </a:extLst>
          </p:cNvPr>
          <p:cNvSpPr/>
          <p:nvPr userDrawn="1"/>
        </p:nvSpPr>
        <p:spPr>
          <a:xfrm>
            <a:off x="6144885" y="1729629"/>
            <a:ext cx="5670877" cy="4363195"/>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6" name="Retângulo 35">
            <a:extLst>
              <a:ext uri="{FF2B5EF4-FFF2-40B4-BE49-F238E27FC236}">
                <a16:creationId xmlns:a16="http://schemas.microsoft.com/office/drawing/2014/main" id="{F693B295-05D6-CBA4-B4AC-51807A8CCE91}"/>
              </a:ext>
            </a:extLst>
          </p:cNvPr>
          <p:cNvSpPr/>
          <p:nvPr userDrawn="1"/>
        </p:nvSpPr>
        <p:spPr>
          <a:xfrm>
            <a:off x="363119" y="1729629"/>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8" name="CaixaDeTexto 37">
            <a:extLst>
              <a:ext uri="{FF2B5EF4-FFF2-40B4-BE49-F238E27FC236}">
                <a16:creationId xmlns:a16="http://schemas.microsoft.com/office/drawing/2014/main" id="{274463A4-53B8-8400-ED23-F1EF94181ADA}"/>
              </a:ext>
            </a:extLst>
          </p:cNvPr>
          <p:cNvSpPr txBox="1"/>
          <p:nvPr userDrawn="1"/>
        </p:nvSpPr>
        <p:spPr>
          <a:xfrm>
            <a:off x="371744" y="6306179"/>
            <a:ext cx="447765" cy="200055"/>
          </a:xfrm>
          <a:prstGeom prst="rect">
            <a:avLst/>
          </a:prstGeom>
          <a:noFill/>
        </p:spPr>
        <p:txBody>
          <a:bodyPr wrap="square" rtlCol="0">
            <a:spAutoFit/>
          </a:bodyPr>
          <a:lstStyle/>
          <a:p>
            <a:r>
              <a:rPr lang="en-GB"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sz="quarter" idx="22" hasCustomPrompt="1"/>
          </p:nvPr>
        </p:nvSpPr>
        <p:spPr>
          <a:xfrm>
            <a:off x="6462684"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40" name="CaixaDeTexto 39">
            <a:extLst>
              <a:ext uri="{FF2B5EF4-FFF2-40B4-BE49-F238E27FC236}">
                <a16:creationId xmlns:a16="http://schemas.microsoft.com/office/drawing/2014/main" id="{2C95A9B3-F024-5FC7-1D06-345E482C1208}"/>
              </a:ext>
            </a:extLst>
          </p:cNvPr>
          <p:cNvSpPr txBox="1"/>
          <p:nvPr userDrawn="1"/>
        </p:nvSpPr>
        <p:spPr>
          <a:xfrm>
            <a:off x="6104358" y="6306179"/>
            <a:ext cx="447765" cy="200055"/>
          </a:xfrm>
          <a:prstGeom prst="rect">
            <a:avLst/>
          </a:prstGeom>
          <a:noFill/>
        </p:spPr>
        <p:txBody>
          <a:bodyPr wrap="square" rtlCol="0">
            <a:spAutoFit/>
          </a:bodyPr>
          <a:lstStyle/>
          <a:p>
            <a:r>
              <a:rPr lang="en-GB"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sz="quarter" idx="27" hasCustomPrompt="1"/>
          </p:nvPr>
        </p:nvSpPr>
        <p:spPr>
          <a:xfrm>
            <a:off x="413586" y="1431549"/>
            <a:ext cx="5554242" cy="219366"/>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sp>
        <p:nvSpPr>
          <p:cNvPr id="33" name="Retângulo 32">
            <a:extLst>
              <a:ext uri="{FF2B5EF4-FFF2-40B4-BE49-F238E27FC236}">
                <a16:creationId xmlns:a16="http://schemas.microsoft.com/office/drawing/2014/main" id="{B75CED17-DD52-DA48-7B8A-AD7DB6B3D2EB}"/>
              </a:ext>
            </a:extLst>
          </p:cNvPr>
          <p:cNvSpPr/>
          <p:nvPr userDrawn="1"/>
        </p:nvSpPr>
        <p:spPr>
          <a:xfrm>
            <a:off x="363119" y="3642669"/>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1" name="Espaço Reservado para Texto 5">
            <a:extLst>
              <a:ext uri="{FF2B5EF4-FFF2-40B4-BE49-F238E27FC236}">
                <a16:creationId xmlns:a16="http://schemas.microsoft.com/office/drawing/2014/main" id="{1023DD12-BFFC-D733-C4EF-04FD0F389B10}"/>
              </a:ext>
            </a:extLst>
          </p:cNvPr>
          <p:cNvSpPr>
            <a:spLocks noGrp="1"/>
          </p:cNvSpPr>
          <p:nvPr>
            <p:ph type="body" sz="quarter" idx="30" hasCustomPrompt="1"/>
          </p:nvPr>
        </p:nvSpPr>
        <p:spPr>
          <a:xfrm>
            <a:off x="413586" y="3677501"/>
            <a:ext cx="5554242" cy="239554"/>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42" name="Retângulo 41">
            <a:extLst>
              <a:ext uri="{FF2B5EF4-FFF2-40B4-BE49-F238E27FC236}">
                <a16:creationId xmlns:a16="http://schemas.microsoft.com/office/drawing/2014/main" id="{0264DD1B-FF53-75D9-05CC-010C365C686E}"/>
              </a:ext>
            </a:extLst>
          </p:cNvPr>
          <p:cNvSpPr/>
          <p:nvPr userDrawn="1"/>
        </p:nvSpPr>
        <p:spPr>
          <a:xfrm>
            <a:off x="363119" y="4247652"/>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3" name="Espaço Reservado para Texto 5">
            <a:extLst>
              <a:ext uri="{FF2B5EF4-FFF2-40B4-BE49-F238E27FC236}">
                <a16:creationId xmlns:a16="http://schemas.microsoft.com/office/drawing/2014/main" id="{2FCA271E-6A9A-9B2D-2A6D-76D280F94137}"/>
              </a:ext>
            </a:extLst>
          </p:cNvPr>
          <p:cNvSpPr>
            <a:spLocks noGrp="1"/>
          </p:cNvSpPr>
          <p:nvPr>
            <p:ph type="body" sz="quarter" idx="31" hasCustomPrompt="1"/>
          </p:nvPr>
        </p:nvSpPr>
        <p:spPr>
          <a:xfrm>
            <a:off x="413586" y="3949572"/>
            <a:ext cx="5554242" cy="219366"/>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sp>
        <p:nvSpPr>
          <p:cNvPr id="47" name="Retângulo 46">
            <a:extLst>
              <a:ext uri="{FF2B5EF4-FFF2-40B4-BE49-F238E27FC236}">
                <a16:creationId xmlns:a16="http://schemas.microsoft.com/office/drawing/2014/main" id="{E6CEA365-796F-F4E6-98AD-F9BE56465C69}"/>
              </a:ext>
            </a:extLst>
          </p:cNvPr>
          <p:cNvSpPr/>
          <p:nvPr userDrawn="1"/>
        </p:nvSpPr>
        <p:spPr>
          <a:xfrm>
            <a:off x="6144885" y="1124646"/>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8" name="Espaço Reservado para Texto 5">
            <a:extLst>
              <a:ext uri="{FF2B5EF4-FFF2-40B4-BE49-F238E27FC236}">
                <a16:creationId xmlns:a16="http://schemas.microsoft.com/office/drawing/2014/main" id="{17999BC7-DA55-FC10-F926-7FF0D7250483}"/>
              </a:ext>
            </a:extLst>
          </p:cNvPr>
          <p:cNvSpPr>
            <a:spLocks noGrp="1"/>
          </p:cNvSpPr>
          <p:nvPr>
            <p:ph type="body" sz="quarter" idx="32" hasCustomPrompt="1"/>
          </p:nvPr>
        </p:nvSpPr>
        <p:spPr>
          <a:xfrm>
            <a:off x="6195352" y="1159478"/>
            <a:ext cx="5554242" cy="239554"/>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49" name="Espaço Reservado para Texto 5">
            <a:extLst>
              <a:ext uri="{FF2B5EF4-FFF2-40B4-BE49-F238E27FC236}">
                <a16:creationId xmlns:a16="http://schemas.microsoft.com/office/drawing/2014/main" id="{8105ED12-5600-3A7B-E230-A20B376A9BA2}"/>
              </a:ext>
            </a:extLst>
          </p:cNvPr>
          <p:cNvSpPr>
            <a:spLocks noGrp="1"/>
          </p:cNvSpPr>
          <p:nvPr>
            <p:ph type="body" sz="quarter" idx="33" hasCustomPrompt="1"/>
          </p:nvPr>
        </p:nvSpPr>
        <p:spPr>
          <a:xfrm>
            <a:off x="6195352" y="1431549"/>
            <a:ext cx="5554242" cy="219366"/>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pic>
        <p:nvPicPr>
          <p:cNvPr id="3" name="Imagem 2" descr="Logotipo&#10;&#10;Descrição gerada automaticamente">
            <a:extLst>
              <a:ext uri="{FF2B5EF4-FFF2-40B4-BE49-F238E27FC236}">
                <a16:creationId xmlns:a16="http://schemas.microsoft.com/office/drawing/2014/main" id="{FA263E49-9828-CA10-5317-8269C0CE499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1259777696"/>
      </p:ext>
    </p:extLst>
  </p:cSld>
  <p:clrMapOvr>
    <a:masterClrMapping/>
  </p:clrMapOvr>
  <p:extLst>
    <p:ext uri="{DCECCB84-F9BA-43D5-87BE-67443E8EF086}">
      <p15:sldGuideLst xmlns:p15="http://schemas.microsoft.com/office/powerpoint/2012/main">
        <p15:guide id="2" pos="3840">
          <p15:clr>
            <a:srgbClr val="FBAE40"/>
          </p15:clr>
        </p15:guide>
        <p15:guide id="6" orient="horz" pos="3838">
          <p15:clr>
            <a:srgbClr val="FBAE40"/>
          </p15:clr>
        </p15:guide>
        <p15:guide id="7" pos="3729">
          <p15:clr>
            <a:srgbClr val="FBAE40"/>
          </p15:clr>
        </p15:guide>
        <p15:guide id="8" pos="39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6_INSTITUCIONAL">
    <p:spTree>
      <p:nvGrpSpPr>
        <p:cNvPr id="1" name=""/>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CE7C5FB4-4E93-8F37-9B10-FD07C1554717}"/>
              </a:ext>
            </a:extLst>
          </p:cNvPr>
          <p:cNvGraphicFramePr>
            <a:graphicFrameLocks noChangeAspect="1"/>
          </p:cNvGraphicFramePr>
          <p:nvPr userDrawn="1">
            <p:custDataLst>
              <p:tags r:id="rId1"/>
            </p:custDataLst>
            <p:extLst>
              <p:ext uri="{D42A27DB-BD31-4B8C-83A1-F6EECF244321}">
                <p14:modId xmlns:p14="http://schemas.microsoft.com/office/powerpoint/2010/main" val="4272427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84" imgH="384" progId="TCLayout.ActiveDocument.1">
                  <p:embed/>
                </p:oleObj>
              </mc:Choice>
              <mc:Fallback>
                <p:oleObj name="Slide do think-cell" r:id="rId3" imgW="384" imgH="384" progId="TCLayout.ActiveDocument.1">
                  <p:embed/>
                  <p:pic>
                    <p:nvPicPr>
                      <p:cNvPr id="54" name="think-cell data - do not delete" hidden="1">
                        <a:extLst>
                          <a:ext uri="{FF2B5EF4-FFF2-40B4-BE49-F238E27FC236}">
                            <a16:creationId xmlns:a16="http://schemas.microsoft.com/office/drawing/2014/main" id="{CE7C5FB4-4E93-8F37-9B10-FD07C1554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Retângulo 31">
            <a:extLst>
              <a:ext uri="{FF2B5EF4-FFF2-40B4-BE49-F238E27FC236}">
                <a16:creationId xmlns:a16="http://schemas.microsoft.com/office/drawing/2014/main" id="{943FAEEB-F594-0599-320C-2574E3AF9384}"/>
              </a:ext>
            </a:extLst>
          </p:cNvPr>
          <p:cNvSpPr/>
          <p:nvPr userDrawn="1"/>
        </p:nvSpPr>
        <p:spPr>
          <a:xfrm>
            <a:off x="363120" y="1110841"/>
            <a:ext cx="3783716"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730070"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hasCustomPrompt="1"/>
          </p:nvPr>
        </p:nvSpPr>
        <p:spPr>
          <a:xfrm>
            <a:off x="413586" y="1301194"/>
            <a:ext cx="3697339" cy="248285"/>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36" name="Retângulo 35">
            <a:extLst>
              <a:ext uri="{FF2B5EF4-FFF2-40B4-BE49-F238E27FC236}">
                <a16:creationId xmlns:a16="http://schemas.microsoft.com/office/drawing/2014/main" id="{F693B295-05D6-CBA4-B4AC-51807A8CCE91}"/>
              </a:ext>
            </a:extLst>
          </p:cNvPr>
          <p:cNvSpPr/>
          <p:nvPr userDrawn="1"/>
        </p:nvSpPr>
        <p:spPr>
          <a:xfrm>
            <a:off x="363120" y="2148691"/>
            <a:ext cx="3783716"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8" name="CaixaDeTexto 37">
            <a:extLst>
              <a:ext uri="{FF2B5EF4-FFF2-40B4-BE49-F238E27FC236}">
                <a16:creationId xmlns:a16="http://schemas.microsoft.com/office/drawing/2014/main" id="{274463A4-53B8-8400-ED23-F1EF94181ADA}"/>
              </a:ext>
            </a:extLst>
          </p:cNvPr>
          <p:cNvSpPr txBox="1"/>
          <p:nvPr userDrawn="1"/>
        </p:nvSpPr>
        <p:spPr>
          <a:xfrm>
            <a:off x="371744" y="6306179"/>
            <a:ext cx="447765" cy="200055"/>
          </a:xfrm>
          <a:prstGeom prst="rect">
            <a:avLst/>
          </a:prstGeom>
          <a:noFill/>
        </p:spPr>
        <p:txBody>
          <a:bodyPr wrap="square" rtlCol="0">
            <a:spAutoFit/>
          </a:bodyPr>
          <a:lstStyle/>
          <a:p>
            <a:r>
              <a:rPr lang="en-GB"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sz="quarter" idx="22" hasCustomPrompt="1"/>
          </p:nvPr>
        </p:nvSpPr>
        <p:spPr>
          <a:xfrm>
            <a:off x="6462684"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40" name="CaixaDeTexto 39">
            <a:extLst>
              <a:ext uri="{FF2B5EF4-FFF2-40B4-BE49-F238E27FC236}">
                <a16:creationId xmlns:a16="http://schemas.microsoft.com/office/drawing/2014/main" id="{2C95A9B3-F024-5FC7-1D06-345E482C1208}"/>
              </a:ext>
            </a:extLst>
          </p:cNvPr>
          <p:cNvSpPr txBox="1"/>
          <p:nvPr userDrawn="1"/>
        </p:nvSpPr>
        <p:spPr>
          <a:xfrm>
            <a:off x="6104358" y="6306179"/>
            <a:ext cx="447765" cy="200055"/>
          </a:xfrm>
          <a:prstGeom prst="rect">
            <a:avLst/>
          </a:prstGeom>
          <a:noFill/>
        </p:spPr>
        <p:txBody>
          <a:bodyPr wrap="square" rtlCol="0">
            <a:spAutoFit/>
          </a:bodyPr>
          <a:lstStyle/>
          <a:p>
            <a:r>
              <a:rPr lang="en-GB"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sz="quarter" idx="27" hasCustomPrompt="1"/>
          </p:nvPr>
        </p:nvSpPr>
        <p:spPr>
          <a:xfrm>
            <a:off x="413586" y="1573265"/>
            <a:ext cx="3697339" cy="227361"/>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sp>
        <p:nvSpPr>
          <p:cNvPr id="48" name="Retângulo 47">
            <a:extLst>
              <a:ext uri="{FF2B5EF4-FFF2-40B4-BE49-F238E27FC236}">
                <a16:creationId xmlns:a16="http://schemas.microsoft.com/office/drawing/2014/main" id="{8263E2BC-E6E7-E54A-73E9-A634C23CA9F9}"/>
              </a:ext>
            </a:extLst>
          </p:cNvPr>
          <p:cNvSpPr/>
          <p:nvPr userDrawn="1"/>
        </p:nvSpPr>
        <p:spPr>
          <a:xfrm>
            <a:off x="4212500" y="1110841"/>
            <a:ext cx="3783716"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9" name="Espaço Reservado para Texto 5">
            <a:extLst>
              <a:ext uri="{FF2B5EF4-FFF2-40B4-BE49-F238E27FC236}">
                <a16:creationId xmlns:a16="http://schemas.microsoft.com/office/drawing/2014/main" id="{71E7EFA5-DECC-BB57-0ABE-384250ACA8DC}"/>
              </a:ext>
            </a:extLst>
          </p:cNvPr>
          <p:cNvSpPr>
            <a:spLocks noGrp="1"/>
          </p:cNvSpPr>
          <p:nvPr>
            <p:ph type="body" sz="quarter" idx="28" hasCustomPrompt="1"/>
          </p:nvPr>
        </p:nvSpPr>
        <p:spPr>
          <a:xfrm>
            <a:off x="4262966" y="1301194"/>
            <a:ext cx="3697339" cy="248285"/>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50" name="Retângulo 49">
            <a:extLst>
              <a:ext uri="{FF2B5EF4-FFF2-40B4-BE49-F238E27FC236}">
                <a16:creationId xmlns:a16="http://schemas.microsoft.com/office/drawing/2014/main" id="{27C22A21-A56C-E538-2852-964F43971DDE}"/>
              </a:ext>
            </a:extLst>
          </p:cNvPr>
          <p:cNvSpPr/>
          <p:nvPr userDrawn="1"/>
        </p:nvSpPr>
        <p:spPr>
          <a:xfrm>
            <a:off x="4212500" y="2148691"/>
            <a:ext cx="3783716"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51" name="Espaço Reservado para Texto 5">
            <a:extLst>
              <a:ext uri="{FF2B5EF4-FFF2-40B4-BE49-F238E27FC236}">
                <a16:creationId xmlns:a16="http://schemas.microsoft.com/office/drawing/2014/main" id="{D5A6BDBC-076E-559F-EE6D-45C79F99D5CF}"/>
              </a:ext>
            </a:extLst>
          </p:cNvPr>
          <p:cNvSpPr>
            <a:spLocks noGrp="1"/>
          </p:cNvSpPr>
          <p:nvPr>
            <p:ph type="body" sz="quarter" idx="29" hasCustomPrompt="1"/>
          </p:nvPr>
        </p:nvSpPr>
        <p:spPr>
          <a:xfrm>
            <a:off x="4262966" y="1573265"/>
            <a:ext cx="3697339" cy="227361"/>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sp>
        <p:nvSpPr>
          <p:cNvPr id="52" name="Retângulo 51">
            <a:extLst>
              <a:ext uri="{FF2B5EF4-FFF2-40B4-BE49-F238E27FC236}">
                <a16:creationId xmlns:a16="http://schemas.microsoft.com/office/drawing/2014/main" id="{6A346FB0-69E4-33CB-26A6-A19A02291881}"/>
              </a:ext>
            </a:extLst>
          </p:cNvPr>
          <p:cNvSpPr/>
          <p:nvPr userDrawn="1"/>
        </p:nvSpPr>
        <p:spPr>
          <a:xfrm>
            <a:off x="8061880" y="1110841"/>
            <a:ext cx="3783716"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53" name="Espaço Reservado para Texto 5">
            <a:extLst>
              <a:ext uri="{FF2B5EF4-FFF2-40B4-BE49-F238E27FC236}">
                <a16:creationId xmlns:a16="http://schemas.microsoft.com/office/drawing/2014/main" id="{5DF946EB-9CAD-74C3-5556-1BC42745AD28}"/>
              </a:ext>
            </a:extLst>
          </p:cNvPr>
          <p:cNvSpPr>
            <a:spLocks noGrp="1"/>
          </p:cNvSpPr>
          <p:nvPr>
            <p:ph type="body" sz="quarter" idx="30" hasCustomPrompt="1"/>
          </p:nvPr>
        </p:nvSpPr>
        <p:spPr>
          <a:xfrm>
            <a:off x="8112346" y="1301194"/>
            <a:ext cx="3697339" cy="248285"/>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58" name="Retângulo 57">
            <a:extLst>
              <a:ext uri="{FF2B5EF4-FFF2-40B4-BE49-F238E27FC236}">
                <a16:creationId xmlns:a16="http://schemas.microsoft.com/office/drawing/2014/main" id="{9A24F982-CB20-ED17-D4A7-739E93FBABFF}"/>
              </a:ext>
            </a:extLst>
          </p:cNvPr>
          <p:cNvSpPr/>
          <p:nvPr userDrawn="1"/>
        </p:nvSpPr>
        <p:spPr>
          <a:xfrm>
            <a:off x="8061880" y="2148691"/>
            <a:ext cx="3783716"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59" name="Espaço Reservado para Texto 5">
            <a:extLst>
              <a:ext uri="{FF2B5EF4-FFF2-40B4-BE49-F238E27FC236}">
                <a16:creationId xmlns:a16="http://schemas.microsoft.com/office/drawing/2014/main" id="{F06E7839-344A-30DA-1EA0-E8C80E0AAB7B}"/>
              </a:ext>
            </a:extLst>
          </p:cNvPr>
          <p:cNvSpPr>
            <a:spLocks noGrp="1"/>
          </p:cNvSpPr>
          <p:nvPr>
            <p:ph type="body" sz="quarter" idx="31" hasCustomPrompt="1"/>
          </p:nvPr>
        </p:nvSpPr>
        <p:spPr>
          <a:xfrm>
            <a:off x="8112346" y="1573265"/>
            <a:ext cx="3697339" cy="227361"/>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pic>
        <p:nvPicPr>
          <p:cNvPr id="3" name="Imagem 2" descr="Logotipo&#10;&#10;Descrição gerada automaticamente">
            <a:extLst>
              <a:ext uri="{FF2B5EF4-FFF2-40B4-BE49-F238E27FC236}">
                <a16:creationId xmlns:a16="http://schemas.microsoft.com/office/drawing/2014/main" id="{0B14A1C0-03FB-9AB4-43C6-5B032710C09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675214321"/>
      </p:ext>
    </p:extLst>
  </p:cSld>
  <p:clrMapOvr>
    <a:masterClrMapping/>
  </p:clrMapOvr>
  <p:extLst>
    <p:ext uri="{DCECCB84-F9BA-43D5-87BE-67443E8EF086}">
      <p15:sldGuideLst xmlns:p15="http://schemas.microsoft.com/office/powerpoint/2012/main">
        <p15:guide id="2" pos="3840">
          <p15:clr>
            <a:srgbClr val="FBAE40"/>
          </p15:clr>
        </p15:guide>
        <p15:guide id="6" orient="horz" pos="3838">
          <p15:clr>
            <a:srgbClr val="FBAE40"/>
          </p15:clr>
        </p15:guide>
        <p15:guide id="7" pos="3729">
          <p15:clr>
            <a:srgbClr val="FBAE40"/>
          </p15:clr>
        </p15:guide>
        <p15:guide id="8" pos="395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5_INSTITUCIONAL">
    <p:spTree>
      <p:nvGrpSpPr>
        <p:cNvPr id="1" name=""/>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CE7C5FB4-4E93-8F37-9B10-FD07C1554717}"/>
              </a:ext>
            </a:extLst>
          </p:cNvPr>
          <p:cNvGraphicFramePr>
            <a:graphicFrameLocks noChangeAspect="1"/>
          </p:cNvGraphicFramePr>
          <p:nvPr userDrawn="1">
            <p:custDataLst>
              <p:tags r:id="rId1"/>
            </p:custDataLst>
            <p:extLst>
              <p:ext uri="{D42A27DB-BD31-4B8C-83A1-F6EECF244321}">
                <p14:modId xmlns:p14="http://schemas.microsoft.com/office/powerpoint/2010/main" val="4272427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84" imgH="384" progId="TCLayout.ActiveDocument.1">
                  <p:embed/>
                </p:oleObj>
              </mc:Choice>
              <mc:Fallback>
                <p:oleObj name="Slide do think-cell" r:id="rId3" imgW="384" imgH="384" progId="TCLayout.ActiveDocument.1">
                  <p:embed/>
                  <p:pic>
                    <p:nvPicPr>
                      <p:cNvPr id="54" name="think-cell data - do not delete" hidden="1">
                        <a:extLst>
                          <a:ext uri="{FF2B5EF4-FFF2-40B4-BE49-F238E27FC236}">
                            <a16:creationId xmlns:a16="http://schemas.microsoft.com/office/drawing/2014/main" id="{CE7C5FB4-4E93-8F37-9B10-FD07C1554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Retângulo 31">
            <a:extLst>
              <a:ext uri="{FF2B5EF4-FFF2-40B4-BE49-F238E27FC236}">
                <a16:creationId xmlns:a16="http://schemas.microsoft.com/office/drawing/2014/main" id="{943FAEEB-F594-0599-320C-2574E3AF9384}"/>
              </a:ext>
            </a:extLst>
          </p:cNvPr>
          <p:cNvSpPr/>
          <p:nvPr userDrawn="1"/>
        </p:nvSpPr>
        <p:spPr>
          <a:xfrm>
            <a:off x="363119" y="1124646"/>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730070"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hasCustomPrompt="1"/>
          </p:nvPr>
        </p:nvSpPr>
        <p:spPr>
          <a:xfrm>
            <a:off x="413586" y="1159478"/>
            <a:ext cx="5554242" cy="239554"/>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36" name="Retângulo 35">
            <a:extLst>
              <a:ext uri="{FF2B5EF4-FFF2-40B4-BE49-F238E27FC236}">
                <a16:creationId xmlns:a16="http://schemas.microsoft.com/office/drawing/2014/main" id="{F693B295-05D6-CBA4-B4AC-51807A8CCE91}"/>
              </a:ext>
            </a:extLst>
          </p:cNvPr>
          <p:cNvSpPr/>
          <p:nvPr userDrawn="1"/>
        </p:nvSpPr>
        <p:spPr>
          <a:xfrm>
            <a:off x="363119" y="1729629"/>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8" name="CaixaDeTexto 37">
            <a:extLst>
              <a:ext uri="{FF2B5EF4-FFF2-40B4-BE49-F238E27FC236}">
                <a16:creationId xmlns:a16="http://schemas.microsoft.com/office/drawing/2014/main" id="{274463A4-53B8-8400-ED23-F1EF94181ADA}"/>
              </a:ext>
            </a:extLst>
          </p:cNvPr>
          <p:cNvSpPr txBox="1"/>
          <p:nvPr userDrawn="1"/>
        </p:nvSpPr>
        <p:spPr>
          <a:xfrm>
            <a:off x="371744" y="6306179"/>
            <a:ext cx="447765" cy="200055"/>
          </a:xfrm>
          <a:prstGeom prst="rect">
            <a:avLst/>
          </a:prstGeom>
          <a:noFill/>
        </p:spPr>
        <p:txBody>
          <a:bodyPr wrap="square" rtlCol="0">
            <a:spAutoFit/>
          </a:bodyPr>
          <a:lstStyle/>
          <a:p>
            <a:r>
              <a:rPr lang="en-GB"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sz="quarter" idx="22" hasCustomPrompt="1"/>
          </p:nvPr>
        </p:nvSpPr>
        <p:spPr>
          <a:xfrm>
            <a:off x="6462684"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40" name="CaixaDeTexto 39">
            <a:extLst>
              <a:ext uri="{FF2B5EF4-FFF2-40B4-BE49-F238E27FC236}">
                <a16:creationId xmlns:a16="http://schemas.microsoft.com/office/drawing/2014/main" id="{2C95A9B3-F024-5FC7-1D06-345E482C1208}"/>
              </a:ext>
            </a:extLst>
          </p:cNvPr>
          <p:cNvSpPr txBox="1"/>
          <p:nvPr userDrawn="1"/>
        </p:nvSpPr>
        <p:spPr>
          <a:xfrm>
            <a:off x="6104358" y="6306179"/>
            <a:ext cx="447765" cy="200055"/>
          </a:xfrm>
          <a:prstGeom prst="rect">
            <a:avLst/>
          </a:prstGeom>
          <a:noFill/>
        </p:spPr>
        <p:txBody>
          <a:bodyPr wrap="square" rtlCol="0">
            <a:spAutoFit/>
          </a:bodyPr>
          <a:lstStyle/>
          <a:p>
            <a:r>
              <a:rPr lang="en-GB"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sz="quarter" idx="27" hasCustomPrompt="1"/>
          </p:nvPr>
        </p:nvSpPr>
        <p:spPr>
          <a:xfrm>
            <a:off x="413586" y="1431549"/>
            <a:ext cx="5554242" cy="219366"/>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sp>
        <p:nvSpPr>
          <p:cNvPr id="33" name="Retângulo 32">
            <a:extLst>
              <a:ext uri="{FF2B5EF4-FFF2-40B4-BE49-F238E27FC236}">
                <a16:creationId xmlns:a16="http://schemas.microsoft.com/office/drawing/2014/main" id="{B75CED17-DD52-DA48-7B8A-AD7DB6B3D2EB}"/>
              </a:ext>
            </a:extLst>
          </p:cNvPr>
          <p:cNvSpPr/>
          <p:nvPr userDrawn="1"/>
        </p:nvSpPr>
        <p:spPr>
          <a:xfrm>
            <a:off x="363119" y="3642669"/>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1" name="Espaço Reservado para Texto 5">
            <a:extLst>
              <a:ext uri="{FF2B5EF4-FFF2-40B4-BE49-F238E27FC236}">
                <a16:creationId xmlns:a16="http://schemas.microsoft.com/office/drawing/2014/main" id="{1023DD12-BFFC-D733-C4EF-04FD0F389B10}"/>
              </a:ext>
            </a:extLst>
          </p:cNvPr>
          <p:cNvSpPr>
            <a:spLocks noGrp="1"/>
          </p:cNvSpPr>
          <p:nvPr>
            <p:ph type="body" sz="quarter" idx="30" hasCustomPrompt="1"/>
          </p:nvPr>
        </p:nvSpPr>
        <p:spPr>
          <a:xfrm>
            <a:off x="413586" y="3677501"/>
            <a:ext cx="5554242" cy="239554"/>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42" name="Retângulo 41">
            <a:extLst>
              <a:ext uri="{FF2B5EF4-FFF2-40B4-BE49-F238E27FC236}">
                <a16:creationId xmlns:a16="http://schemas.microsoft.com/office/drawing/2014/main" id="{0264DD1B-FF53-75D9-05CC-010C365C686E}"/>
              </a:ext>
            </a:extLst>
          </p:cNvPr>
          <p:cNvSpPr/>
          <p:nvPr userDrawn="1"/>
        </p:nvSpPr>
        <p:spPr>
          <a:xfrm>
            <a:off x="363119" y="4247652"/>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3" name="Espaço Reservado para Texto 5">
            <a:extLst>
              <a:ext uri="{FF2B5EF4-FFF2-40B4-BE49-F238E27FC236}">
                <a16:creationId xmlns:a16="http://schemas.microsoft.com/office/drawing/2014/main" id="{2FCA271E-6A9A-9B2D-2A6D-76D280F94137}"/>
              </a:ext>
            </a:extLst>
          </p:cNvPr>
          <p:cNvSpPr>
            <a:spLocks noGrp="1"/>
          </p:cNvSpPr>
          <p:nvPr>
            <p:ph type="body" sz="quarter" idx="31" hasCustomPrompt="1"/>
          </p:nvPr>
        </p:nvSpPr>
        <p:spPr>
          <a:xfrm>
            <a:off x="413586" y="3949572"/>
            <a:ext cx="5554242" cy="219366"/>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sp>
        <p:nvSpPr>
          <p:cNvPr id="3" name="Retângulo 2">
            <a:extLst>
              <a:ext uri="{FF2B5EF4-FFF2-40B4-BE49-F238E27FC236}">
                <a16:creationId xmlns:a16="http://schemas.microsoft.com/office/drawing/2014/main" id="{79F70245-EE9D-2438-59FC-BAA904EC1D08}"/>
              </a:ext>
            </a:extLst>
          </p:cNvPr>
          <p:cNvSpPr/>
          <p:nvPr userDrawn="1"/>
        </p:nvSpPr>
        <p:spPr>
          <a:xfrm>
            <a:off x="6144883" y="1124646"/>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28" name="Espaço Reservado para Texto 5">
            <a:extLst>
              <a:ext uri="{FF2B5EF4-FFF2-40B4-BE49-F238E27FC236}">
                <a16:creationId xmlns:a16="http://schemas.microsoft.com/office/drawing/2014/main" id="{2FF20E02-CBFA-B387-4724-01F2ECB33845}"/>
              </a:ext>
            </a:extLst>
          </p:cNvPr>
          <p:cNvSpPr>
            <a:spLocks noGrp="1"/>
          </p:cNvSpPr>
          <p:nvPr>
            <p:ph type="body" sz="quarter" idx="32" hasCustomPrompt="1"/>
          </p:nvPr>
        </p:nvSpPr>
        <p:spPr>
          <a:xfrm>
            <a:off x="6195350" y="1159478"/>
            <a:ext cx="5554242" cy="239554"/>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29" name="Retângulo 28">
            <a:extLst>
              <a:ext uri="{FF2B5EF4-FFF2-40B4-BE49-F238E27FC236}">
                <a16:creationId xmlns:a16="http://schemas.microsoft.com/office/drawing/2014/main" id="{5903E805-87FF-37C1-865B-17724B35CD7D}"/>
              </a:ext>
            </a:extLst>
          </p:cNvPr>
          <p:cNvSpPr/>
          <p:nvPr userDrawn="1"/>
        </p:nvSpPr>
        <p:spPr>
          <a:xfrm>
            <a:off x="6144883" y="1729629"/>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0" name="Espaço Reservado para Texto 5">
            <a:extLst>
              <a:ext uri="{FF2B5EF4-FFF2-40B4-BE49-F238E27FC236}">
                <a16:creationId xmlns:a16="http://schemas.microsoft.com/office/drawing/2014/main" id="{6127D22B-817A-B85B-6B49-9D92D7CBF5FA}"/>
              </a:ext>
            </a:extLst>
          </p:cNvPr>
          <p:cNvSpPr>
            <a:spLocks noGrp="1"/>
          </p:cNvSpPr>
          <p:nvPr>
            <p:ph type="body" sz="quarter" idx="33" hasCustomPrompt="1"/>
          </p:nvPr>
        </p:nvSpPr>
        <p:spPr>
          <a:xfrm>
            <a:off x="6195350" y="1431549"/>
            <a:ext cx="5554242" cy="219366"/>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sp>
        <p:nvSpPr>
          <p:cNvPr id="37" name="Retângulo 36">
            <a:extLst>
              <a:ext uri="{FF2B5EF4-FFF2-40B4-BE49-F238E27FC236}">
                <a16:creationId xmlns:a16="http://schemas.microsoft.com/office/drawing/2014/main" id="{356752CA-30BE-38EF-5EA6-E6E68C7F1462}"/>
              </a:ext>
            </a:extLst>
          </p:cNvPr>
          <p:cNvSpPr/>
          <p:nvPr userDrawn="1"/>
        </p:nvSpPr>
        <p:spPr>
          <a:xfrm>
            <a:off x="6144883" y="3642669"/>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4" name="Espaço Reservado para Texto 5">
            <a:extLst>
              <a:ext uri="{FF2B5EF4-FFF2-40B4-BE49-F238E27FC236}">
                <a16:creationId xmlns:a16="http://schemas.microsoft.com/office/drawing/2014/main" id="{DDDDDAC8-CEDD-1080-9C88-7C09099F5F91}"/>
              </a:ext>
            </a:extLst>
          </p:cNvPr>
          <p:cNvSpPr>
            <a:spLocks noGrp="1"/>
          </p:cNvSpPr>
          <p:nvPr>
            <p:ph type="body" sz="quarter" idx="34" hasCustomPrompt="1"/>
          </p:nvPr>
        </p:nvSpPr>
        <p:spPr>
          <a:xfrm>
            <a:off x="6195350" y="3677501"/>
            <a:ext cx="5554242" cy="239554"/>
          </a:xfrm>
        </p:spPr>
        <p:txBody>
          <a:bodyPr lIns="0" tIns="0" rIns="0" bIns="0">
            <a:normAutofit/>
          </a:bodyPr>
          <a:lstStyle>
            <a:lvl1pPr marL="0" indent="0" algn="ctr" defTabSz="914400" rtl="0" eaLnBrk="1" latinLnBrk="0" hangingPunct="1">
              <a:buNone/>
              <a:defRPr lang="pt-BR" sz="1400" b="1"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Titulo</a:t>
            </a:r>
          </a:p>
        </p:txBody>
      </p:sp>
      <p:sp>
        <p:nvSpPr>
          <p:cNvPr id="45" name="Retângulo 44">
            <a:extLst>
              <a:ext uri="{FF2B5EF4-FFF2-40B4-BE49-F238E27FC236}">
                <a16:creationId xmlns:a16="http://schemas.microsoft.com/office/drawing/2014/main" id="{A190CD02-E8E8-BFF9-9F59-6D7B5E8AEB4D}"/>
              </a:ext>
            </a:extLst>
          </p:cNvPr>
          <p:cNvSpPr/>
          <p:nvPr userDrawn="1"/>
        </p:nvSpPr>
        <p:spPr>
          <a:xfrm>
            <a:off x="6144883" y="4247652"/>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46" name="Espaço Reservado para Texto 5">
            <a:extLst>
              <a:ext uri="{FF2B5EF4-FFF2-40B4-BE49-F238E27FC236}">
                <a16:creationId xmlns:a16="http://schemas.microsoft.com/office/drawing/2014/main" id="{973FCBF1-E7C6-4233-C12B-3033AF34F4F9}"/>
              </a:ext>
            </a:extLst>
          </p:cNvPr>
          <p:cNvSpPr>
            <a:spLocks noGrp="1"/>
          </p:cNvSpPr>
          <p:nvPr>
            <p:ph type="body" sz="quarter" idx="35" hasCustomPrompt="1"/>
          </p:nvPr>
        </p:nvSpPr>
        <p:spPr>
          <a:xfrm>
            <a:off x="6195350" y="3949572"/>
            <a:ext cx="5554242" cy="219366"/>
          </a:xfrm>
        </p:spPr>
        <p:txBody>
          <a:bodyPr lIns="0" tIns="0" rIns="0" bIns="0">
            <a:normAutofit/>
          </a:bodyPr>
          <a:lstStyle>
            <a:lvl1pPr marL="0" indent="0" algn="ctr" defTabSz="914400" rtl="0" eaLnBrk="1" latinLnBrk="0" hangingPunct="1">
              <a:buNone/>
              <a:defRPr lang="pt-BR" sz="1400" b="0" kern="1200" dirty="0">
                <a:solidFill>
                  <a:schemeClr val="tx1"/>
                </a:solidFill>
                <a:latin typeface="+mn-lt"/>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marL="0" lvl="0" indent="0" algn="ctr" defTabSz="914400" rtl="0" eaLnBrk="1" latinLnBrk="0" hangingPunct="1">
              <a:lnSpc>
                <a:spcPct val="90000"/>
              </a:lnSpc>
              <a:spcBef>
                <a:spcPts val="1000"/>
              </a:spcBef>
              <a:buFont typeface="Arial" panose="020B0604020202020204" pitchFamily="34" charset="0"/>
              <a:buNone/>
            </a:pPr>
            <a:r>
              <a:rPr lang="pt-BR"/>
              <a:t>Unidade</a:t>
            </a:r>
          </a:p>
        </p:txBody>
      </p:sp>
      <p:pic>
        <p:nvPicPr>
          <p:cNvPr id="35" name="Imagem 34" descr="Logotipo&#10;&#10;Descrição gerada automaticamente">
            <a:extLst>
              <a:ext uri="{FF2B5EF4-FFF2-40B4-BE49-F238E27FC236}">
                <a16:creationId xmlns:a16="http://schemas.microsoft.com/office/drawing/2014/main" id="{8DAA9E90-7DC9-CBCC-A742-CC2804DD64B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039304322"/>
      </p:ext>
    </p:extLst>
  </p:cSld>
  <p:clrMapOvr>
    <a:masterClrMapping/>
  </p:clrMapOvr>
  <p:extLst>
    <p:ext uri="{DCECCB84-F9BA-43D5-87BE-67443E8EF086}">
      <p15:sldGuideLst xmlns:p15="http://schemas.microsoft.com/office/powerpoint/2012/main">
        <p15:guide id="2" pos="3840">
          <p15:clr>
            <a:srgbClr val="FBAE40"/>
          </p15:clr>
        </p15:guide>
        <p15:guide id="6" orient="horz" pos="3838">
          <p15:clr>
            <a:srgbClr val="FBAE40"/>
          </p15:clr>
        </p15:guide>
        <p15:guide id="7" pos="3729">
          <p15:clr>
            <a:srgbClr val="FBAE40"/>
          </p15:clr>
        </p15:guide>
        <p15:guide id="8" pos="39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730070"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p:nvPr>
        </p:nvSpPr>
        <p:spPr>
          <a:xfrm>
            <a:off x="355600" y="1327150"/>
            <a:ext cx="5564188"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sz="quarter" idx="20"/>
          </p:nvPr>
        </p:nvSpPr>
        <p:spPr>
          <a:xfrm>
            <a:off x="348832" y="1702381"/>
            <a:ext cx="5564188" cy="4393619"/>
          </a:xfrm>
        </p:spPr>
        <p:txBody>
          <a:bodyPr lIns="0" tIns="0" rIns="0" bIns="0">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32" name="Retângulo 31">
            <a:extLst>
              <a:ext uri="{FF2B5EF4-FFF2-40B4-BE49-F238E27FC236}">
                <a16:creationId xmlns:a16="http://schemas.microsoft.com/office/drawing/2014/main" id="{943FAEEB-F594-0599-320C-2574E3AF9384}"/>
              </a:ext>
            </a:extLst>
          </p:cNvPr>
          <p:cNvSpPr/>
          <p:nvPr userDrawn="1"/>
        </p:nvSpPr>
        <p:spPr>
          <a:xfrm>
            <a:off x="363119" y="1110841"/>
            <a:ext cx="11444706"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6" name="Retângulo 35">
            <a:extLst>
              <a:ext uri="{FF2B5EF4-FFF2-40B4-BE49-F238E27FC236}">
                <a16:creationId xmlns:a16="http://schemas.microsoft.com/office/drawing/2014/main" id="{F693B295-05D6-CBA4-B4AC-51807A8CCE91}"/>
              </a:ext>
            </a:extLst>
          </p:cNvPr>
          <p:cNvSpPr/>
          <p:nvPr userDrawn="1"/>
        </p:nvSpPr>
        <p:spPr>
          <a:xfrm>
            <a:off x="363119" y="2148691"/>
            <a:ext cx="11444706"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 typeface="Arial"/>
              <a:buNone/>
              <a:tabLst/>
              <a:defRPr/>
            </a:pPr>
            <a:endParaRPr kumimoji="0" lang="pt-BR" sz="1350" b="0" i="0" u="none" strike="noStrike" kern="1200" cap="none" spc="0" normalizeH="0" baseline="0" noProof="0">
              <a:ln>
                <a:noFill/>
              </a:ln>
              <a:solidFill>
                <a:prstClr val="white"/>
              </a:solidFill>
              <a:effectLst/>
              <a:uLnTx/>
              <a:uFillTx/>
              <a:latin typeface="Titillium Web Light" panose="020F0502020204030204"/>
              <a:ea typeface="+mn-ea"/>
              <a:cs typeface="+mn-cs"/>
              <a:sym typeface="Arial"/>
            </a:endParaRPr>
          </a:p>
        </p:txBody>
      </p:sp>
      <p:sp>
        <p:nvSpPr>
          <p:cNvPr id="38" name="CaixaDeTexto 37">
            <a:extLst>
              <a:ext uri="{FF2B5EF4-FFF2-40B4-BE49-F238E27FC236}">
                <a16:creationId xmlns:a16="http://schemas.microsoft.com/office/drawing/2014/main" id="{274463A4-53B8-8400-ED23-F1EF94181ADA}"/>
              </a:ext>
            </a:extLst>
          </p:cNvPr>
          <p:cNvSpPr txBox="1"/>
          <p:nvPr userDrawn="1"/>
        </p:nvSpPr>
        <p:spPr>
          <a:xfrm>
            <a:off x="371744" y="6306179"/>
            <a:ext cx="447765" cy="200055"/>
          </a:xfrm>
          <a:prstGeom prst="rect">
            <a:avLst/>
          </a:prstGeom>
          <a:noFill/>
        </p:spPr>
        <p:txBody>
          <a:bodyPr wrap="square" rtlCol="0">
            <a:spAutoFit/>
          </a:bodyPr>
          <a:lstStyle/>
          <a:p>
            <a:r>
              <a:rPr lang="en-GB"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sz="quarter" idx="22" hasCustomPrompt="1"/>
          </p:nvPr>
        </p:nvSpPr>
        <p:spPr>
          <a:xfrm>
            <a:off x="6462684" y="6303815"/>
            <a:ext cx="4999248" cy="151187"/>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Inserir fonte aqui</a:t>
            </a:r>
          </a:p>
        </p:txBody>
      </p:sp>
      <p:sp>
        <p:nvSpPr>
          <p:cNvPr id="40" name="CaixaDeTexto 39">
            <a:extLst>
              <a:ext uri="{FF2B5EF4-FFF2-40B4-BE49-F238E27FC236}">
                <a16:creationId xmlns:a16="http://schemas.microsoft.com/office/drawing/2014/main" id="{2C95A9B3-F024-5FC7-1D06-345E482C1208}"/>
              </a:ext>
            </a:extLst>
          </p:cNvPr>
          <p:cNvSpPr txBox="1"/>
          <p:nvPr userDrawn="1"/>
        </p:nvSpPr>
        <p:spPr>
          <a:xfrm>
            <a:off x="6104358" y="6306179"/>
            <a:ext cx="447765" cy="200055"/>
          </a:xfrm>
          <a:prstGeom prst="rect">
            <a:avLst/>
          </a:prstGeom>
          <a:noFill/>
        </p:spPr>
        <p:txBody>
          <a:bodyPr wrap="square" rtlCol="0">
            <a:spAutoFit/>
          </a:bodyPr>
          <a:lstStyle/>
          <a:p>
            <a:r>
              <a:rPr lang="en-GB" sz="700">
                <a:solidFill>
                  <a:srgbClr val="ABAAAA"/>
                </a:solidFill>
              </a:rPr>
              <a:t>Fonte:</a:t>
            </a:r>
          </a:p>
        </p:txBody>
      </p:sp>
      <p:sp>
        <p:nvSpPr>
          <p:cNvPr id="48" name="Espaço Reservado para Texto 47">
            <a:extLst>
              <a:ext uri="{FF2B5EF4-FFF2-40B4-BE49-F238E27FC236}">
                <a16:creationId xmlns:a16="http://schemas.microsoft.com/office/drawing/2014/main" id="{2331CA0B-2602-E18B-0987-0429179CE6C1}"/>
              </a:ext>
            </a:extLst>
          </p:cNvPr>
          <p:cNvSpPr>
            <a:spLocks noGrp="1"/>
          </p:cNvSpPr>
          <p:nvPr>
            <p:ph type="body" sz="quarter" idx="23" hasCustomPrompt="1"/>
          </p:nvPr>
        </p:nvSpPr>
        <p:spPr>
          <a:xfrm>
            <a:off x="378243" y="1301195"/>
            <a:ext cx="11354360" cy="249716"/>
          </a:xfrm>
        </p:spPr>
        <p:txBody>
          <a:bodyPr anchor="ctr">
            <a:noAutofit/>
          </a:bodyPr>
          <a:lstStyle>
            <a:lvl1pPr marL="0" indent="0" algn="ctr">
              <a:buNone/>
              <a:defRPr sz="1400" b="1"/>
            </a:lvl1pPr>
          </a:lstStyle>
          <a:p>
            <a:pPr lvl="0"/>
            <a:r>
              <a:rPr lang="pt-BR"/>
              <a:t>Titulo</a:t>
            </a:r>
            <a:endParaRPr lang="en-GB"/>
          </a:p>
        </p:txBody>
      </p:sp>
      <p:sp>
        <p:nvSpPr>
          <p:cNvPr id="49" name="Espaço Reservado para Texto 47">
            <a:extLst>
              <a:ext uri="{FF2B5EF4-FFF2-40B4-BE49-F238E27FC236}">
                <a16:creationId xmlns:a16="http://schemas.microsoft.com/office/drawing/2014/main" id="{8F6FDF58-7296-2561-6668-529F6AD5C1E3}"/>
              </a:ext>
            </a:extLst>
          </p:cNvPr>
          <p:cNvSpPr>
            <a:spLocks noGrp="1"/>
          </p:cNvSpPr>
          <p:nvPr>
            <p:ph type="body" sz="quarter" idx="24" hasCustomPrompt="1"/>
          </p:nvPr>
        </p:nvSpPr>
        <p:spPr>
          <a:xfrm>
            <a:off x="378243" y="1550911"/>
            <a:ext cx="11354360" cy="249716"/>
          </a:xfrm>
        </p:spPr>
        <p:txBody>
          <a:bodyPr anchor="ctr">
            <a:normAutofit/>
          </a:bodyPr>
          <a:lstStyle>
            <a:lvl1pPr marL="0" indent="0" algn="ctr">
              <a:buNone/>
              <a:defRPr sz="1400" b="0"/>
            </a:lvl1pPr>
          </a:lstStyle>
          <a:p>
            <a:pPr lvl="0"/>
            <a:r>
              <a:rPr lang="pt-BR"/>
              <a:t>Unidade</a:t>
            </a:r>
            <a:endParaRPr lang="en-GB"/>
          </a:p>
        </p:txBody>
      </p:sp>
      <p:pic>
        <p:nvPicPr>
          <p:cNvPr id="3" name="Imagem 2" descr="Logotipo&#10;&#10;Descrição gerada automaticamente">
            <a:extLst>
              <a:ext uri="{FF2B5EF4-FFF2-40B4-BE49-F238E27FC236}">
                <a16:creationId xmlns:a16="http://schemas.microsoft.com/office/drawing/2014/main" id="{7BF5FC55-2378-77E6-1C7F-8E37F984CC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1656451894"/>
      </p:ext>
    </p:extLst>
  </p:cSld>
  <p:clrMapOvr>
    <a:masterClrMapping/>
  </p:clrMapOvr>
  <p:extLst>
    <p:ext uri="{DCECCB84-F9BA-43D5-87BE-67443E8EF086}">
      <p15:sldGuideLst xmlns:p15="http://schemas.microsoft.com/office/powerpoint/2012/main">
        <p15:guide id="2" pos="3840">
          <p15:clr>
            <a:srgbClr val="FBAE40"/>
          </p15:clr>
        </p15:guide>
        <p15:guide id="6" orient="horz" pos="3838">
          <p15:clr>
            <a:srgbClr val="FBAE40"/>
          </p15:clr>
        </p15:guide>
        <p15:guide id="7" pos="3729">
          <p15:clr>
            <a:srgbClr val="FBAE40"/>
          </p15:clr>
        </p15:guide>
        <p15:guide id="8" pos="39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spaco_Vazio_Meio">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dirty="0"/>
              <a:t>Titulo</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dirty="0" err="1"/>
              <a:t>Subtitulo</a:t>
            </a:r>
            <a:endParaRPr lang="pt-BR" dirty="0"/>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dirty="0"/>
              <a:t>Fonte</a:t>
            </a:r>
          </a:p>
        </p:txBody>
      </p:sp>
      <p:pic>
        <p:nvPicPr>
          <p:cNvPr id="3" name="Imagem 2" descr="Logotipo&#10;&#10;Descrição gerada automaticamente">
            <a:extLst>
              <a:ext uri="{FF2B5EF4-FFF2-40B4-BE49-F238E27FC236}">
                <a16:creationId xmlns:a16="http://schemas.microsoft.com/office/drawing/2014/main" id="{D83A1757-DA01-429F-97D8-F38FBF5F97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916823501"/>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p:nvPr>
        </p:nvSpPr>
        <p:spPr>
          <a:xfrm>
            <a:off x="355600" y="1327150"/>
            <a:ext cx="11474868"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sz="quarter" idx="20"/>
          </p:nvPr>
        </p:nvSpPr>
        <p:spPr>
          <a:xfrm>
            <a:off x="348832" y="1702381"/>
            <a:ext cx="11474868" cy="4393619"/>
          </a:xfrm>
        </p:spPr>
        <p:txBody>
          <a:bodyPr lIns="0" tIns="0" rIns="0" bIns="0">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pic>
        <p:nvPicPr>
          <p:cNvPr id="3" name="Imagem 2" descr="Logotipo&#10;&#10;Descrição gerada automaticamente">
            <a:extLst>
              <a:ext uri="{FF2B5EF4-FFF2-40B4-BE49-F238E27FC236}">
                <a16:creationId xmlns:a16="http://schemas.microsoft.com/office/drawing/2014/main" id="{5FF59E7F-DA0F-630D-1703-A2A1249552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694289082"/>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p:nvPr>
        </p:nvSpPr>
        <p:spPr>
          <a:xfrm>
            <a:off x="355600" y="1327150"/>
            <a:ext cx="11474868"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28" name="Espaço Reservado para Conteúdo 27">
            <a:extLst>
              <a:ext uri="{FF2B5EF4-FFF2-40B4-BE49-F238E27FC236}">
                <a16:creationId xmlns:a16="http://schemas.microsoft.com/office/drawing/2014/main" id="{E05A7384-ACDD-000C-C35F-8CB689E8D1D1}"/>
              </a:ext>
            </a:extLst>
          </p:cNvPr>
          <p:cNvSpPr>
            <a:spLocks noGrp="1"/>
          </p:cNvSpPr>
          <p:nvPr>
            <p:ph sz="quarter" idx="21"/>
          </p:nvPr>
        </p:nvSpPr>
        <p:spPr>
          <a:xfrm>
            <a:off x="357187" y="1729826"/>
            <a:ext cx="11469688" cy="4366174"/>
          </a:xfrm>
        </p:spPr>
        <p:txBody>
          <a:bodyPr>
            <a:normAutofit/>
          </a:bodyPr>
          <a:lstStyle>
            <a:lvl1pPr marL="0" indent="0" algn="ctr">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pt-BR"/>
              <a:t>Clique para editar os estilos de texto Mestres</a:t>
            </a:r>
          </a:p>
        </p:txBody>
      </p:sp>
      <p:pic>
        <p:nvPicPr>
          <p:cNvPr id="3" name="Imagem 2" descr="Logotipo&#10;&#10;Descrição gerada automaticamente">
            <a:extLst>
              <a:ext uri="{FF2B5EF4-FFF2-40B4-BE49-F238E27FC236}">
                <a16:creationId xmlns:a16="http://schemas.microsoft.com/office/drawing/2014/main" id="{905941C3-A5BB-F474-92B2-00C8330C78F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3456998668"/>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p:nvPr>
        </p:nvSpPr>
        <p:spPr>
          <a:xfrm>
            <a:off x="355600" y="1327150"/>
            <a:ext cx="5564188"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28" name="Espaço Reservado para Texto 5">
            <a:extLst>
              <a:ext uri="{FF2B5EF4-FFF2-40B4-BE49-F238E27FC236}">
                <a16:creationId xmlns:a16="http://schemas.microsoft.com/office/drawing/2014/main" id="{1C88D7FF-C1E6-7512-0E10-1A648F65E33F}"/>
              </a:ext>
            </a:extLst>
          </p:cNvPr>
          <p:cNvSpPr>
            <a:spLocks noGrp="1"/>
          </p:cNvSpPr>
          <p:nvPr>
            <p:ph type="body" sz="quarter" idx="19"/>
          </p:nvPr>
        </p:nvSpPr>
        <p:spPr>
          <a:xfrm>
            <a:off x="6280149" y="1327150"/>
            <a:ext cx="5552909"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32" name="Espaço Reservado para Gráfico 31">
            <a:extLst>
              <a:ext uri="{FF2B5EF4-FFF2-40B4-BE49-F238E27FC236}">
                <a16:creationId xmlns:a16="http://schemas.microsoft.com/office/drawing/2014/main" id="{6E82B4E7-5202-B465-DD98-AE43AED1A7A5}"/>
              </a:ext>
            </a:extLst>
          </p:cNvPr>
          <p:cNvSpPr>
            <a:spLocks noGrp="1"/>
          </p:cNvSpPr>
          <p:nvPr>
            <p:ph type="chart" sz="quarter" idx="20"/>
          </p:nvPr>
        </p:nvSpPr>
        <p:spPr>
          <a:xfrm>
            <a:off x="355600" y="1714500"/>
            <a:ext cx="5564188" cy="4378325"/>
          </a:xfrm>
        </p:spPr>
        <p:txBody>
          <a:bodyPr anchor="ctr">
            <a:normAutofit/>
          </a:bodyPr>
          <a:lstStyle>
            <a:lvl1pPr marL="0" indent="0" algn="ctr">
              <a:buNone/>
              <a:defRPr sz="1200"/>
            </a:lvl1pPr>
          </a:lstStyle>
          <a:p>
            <a:endParaRPr lang="pt-BR"/>
          </a:p>
        </p:txBody>
      </p:sp>
      <p:sp>
        <p:nvSpPr>
          <p:cNvPr id="33" name="Espaço Reservado para Gráfico 31">
            <a:extLst>
              <a:ext uri="{FF2B5EF4-FFF2-40B4-BE49-F238E27FC236}">
                <a16:creationId xmlns:a16="http://schemas.microsoft.com/office/drawing/2014/main" id="{267106BA-45A3-684B-10EF-294300B6AB8E}"/>
              </a:ext>
            </a:extLst>
          </p:cNvPr>
          <p:cNvSpPr>
            <a:spLocks noGrp="1"/>
          </p:cNvSpPr>
          <p:nvPr>
            <p:ph type="chart" sz="quarter" idx="21"/>
          </p:nvPr>
        </p:nvSpPr>
        <p:spPr>
          <a:xfrm>
            <a:off x="6251073" y="1714500"/>
            <a:ext cx="5564188" cy="4378325"/>
          </a:xfrm>
        </p:spPr>
        <p:txBody>
          <a:bodyPr anchor="ctr">
            <a:normAutofit/>
          </a:bodyPr>
          <a:lstStyle>
            <a:lvl1pPr marL="0" indent="0" algn="ctr">
              <a:buNone/>
              <a:defRPr sz="1200"/>
            </a:lvl1pPr>
          </a:lstStyle>
          <a:p>
            <a:endParaRPr lang="pt-BR"/>
          </a:p>
        </p:txBody>
      </p:sp>
      <p:pic>
        <p:nvPicPr>
          <p:cNvPr id="3" name="Imagem 2" descr="Logotipo&#10;&#10;Descrição gerada automaticamente">
            <a:extLst>
              <a:ext uri="{FF2B5EF4-FFF2-40B4-BE49-F238E27FC236}">
                <a16:creationId xmlns:a16="http://schemas.microsoft.com/office/drawing/2014/main" id="{1F93928E-4AB6-E97E-2A37-4ECF6AFF47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3503138816"/>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p:nvPr>
        </p:nvSpPr>
        <p:spPr>
          <a:xfrm>
            <a:off x="355600" y="1327150"/>
            <a:ext cx="5564188"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28" name="Espaço Reservado para Texto 5">
            <a:extLst>
              <a:ext uri="{FF2B5EF4-FFF2-40B4-BE49-F238E27FC236}">
                <a16:creationId xmlns:a16="http://schemas.microsoft.com/office/drawing/2014/main" id="{1C88D7FF-C1E6-7512-0E10-1A648F65E33F}"/>
              </a:ext>
            </a:extLst>
          </p:cNvPr>
          <p:cNvSpPr>
            <a:spLocks noGrp="1"/>
          </p:cNvSpPr>
          <p:nvPr>
            <p:ph type="body" sz="quarter" idx="19"/>
          </p:nvPr>
        </p:nvSpPr>
        <p:spPr>
          <a:xfrm>
            <a:off x="6280149" y="1327150"/>
            <a:ext cx="5552909"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32" name="Espaço Reservado para Gráfico 31">
            <a:extLst>
              <a:ext uri="{FF2B5EF4-FFF2-40B4-BE49-F238E27FC236}">
                <a16:creationId xmlns:a16="http://schemas.microsoft.com/office/drawing/2014/main" id="{6E82B4E7-5202-B465-DD98-AE43AED1A7A5}"/>
              </a:ext>
            </a:extLst>
          </p:cNvPr>
          <p:cNvSpPr>
            <a:spLocks noGrp="1"/>
          </p:cNvSpPr>
          <p:nvPr>
            <p:ph type="chart" sz="quarter" idx="20"/>
          </p:nvPr>
        </p:nvSpPr>
        <p:spPr>
          <a:xfrm>
            <a:off x="355600" y="1714501"/>
            <a:ext cx="5564188" cy="1836820"/>
          </a:xfrm>
        </p:spPr>
        <p:txBody>
          <a:bodyPr anchor="ctr">
            <a:normAutofit/>
          </a:bodyPr>
          <a:lstStyle>
            <a:lvl1pPr marL="0" indent="0" algn="ctr">
              <a:buNone/>
              <a:defRPr sz="1200"/>
            </a:lvl1pPr>
          </a:lstStyle>
          <a:p>
            <a:endParaRPr lang="pt-BR"/>
          </a:p>
        </p:txBody>
      </p:sp>
      <p:sp>
        <p:nvSpPr>
          <p:cNvPr id="33" name="Espaço Reservado para Gráfico 31">
            <a:extLst>
              <a:ext uri="{FF2B5EF4-FFF2-40B4-BE49-F238E27FC236}">
                <a16:creationId xmlns:a16="http://schemas.microsoft.com/office/drawing/2014/main" id="{267106BA-45A3-684B-10EF-294300B6AB8E}"/>
              </a:ext>
            </a:extLst>
          </p:cNvPr>
          <p:cNvSpPr>
            <a:spLocks noGrp="1"/>
          </p:cNvSpPr>
          <p:nvPr>
            <p:ph type="chart" sz="quarter" idx="21"/>
          </p:nvPr>
        </p:nvSpPr>
        <p:spPr>
          <a:xfrm>
            <a:off x="6280149" y="1714501"/>
            <a:ext cx="5535111" cy="1836820"/>
          </a:xfrm>
        </p:spPr>
        <p:txBody>
          <a:bodyPr anchor="ctr">
            <a:normAutofit/>
          </a:bodyPr>
          <a:lstStyle>
            <a:lvl1pPr marL="0" indent="0" algn="ctr">
              <a:buNone/>
              <a:defRPr sz="1200"/>
            </a:lvl1pPr>
          </a:lstStyle>
          <a:p>
            <a:endParaRPr lang="pt-BR"/>
          </a:p>
        </p:txBody>
      </p:sp>
      <p:sp>
        <p:nvSpPr>
          <p:cNvPr id="3" name="Espaço Reservado para Texto 5">
            <a:extLst>
              <a:ext uri="{FF2B5EF4-FFF2-40B4-BE49-F238E27FC236}">
                <a16:creationId xmlns:a16="http://schemas.microsoft.com/office/drawing/2014/main" id="{351B13CD-3DC5-391E-CB37-AF9650FB2B3D}"/>
              </a:ext>
            </a:extLst>
          </p:cNvPr>
          <p:cNvSpPr>
            <a:spLocks noGrp="1"/>
          </p:cNvSpPr>
          <p:nvPr>
            <p:ph type="body" sz="quarter" idx="22"/>
          </p:nvPr>
        </p:nvSpPr>
        <p:spPr>
          <a:xfrm>
            <a:off x="355600" y="3871829"/>
            <a:ext cx="11468100"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30" name="Espaço Reservado para Gráfico 31">
            <a:extLst>
              <a:ext uri="{FF2B5EF4-FFF2-40B4-BE49-F238E27FC236}">
                <a16:creationId xmlns:a16="http://schemas.microsoft.com/office/drawing/2014/main" id="{50E9FD2F-C217-4B70-3EDB-7A9D8D0BFBCB}"/>
              </a:ext>
            </a:extLst>
          </p:cNvPr>
          <p:cNvSpPr>
            <a:spLocks noGrp="1"/>
          </p:cNvSpPr>
          <p:nvPr>
            <p:ph type="chart" sz="quarter" idx="24"/>
          </p:nvPr>
        </p:nvSpPr>
        <p:spPr>
          <a:xfrm>
            <a:off x="355600" y="4259180"/>
            <a:ext cx="11468100" cy="1836820"/>
          </a:xfrm>
        </p:spPr>
        <p:txBody>
          <a:bodyPr anchor="ctr">
            <a:normAutofit/>
          </a:bodyPr>
          <a:lstStyle>
            <a:lvl1pPr marL="0" indent="0" algn="ctr">
              <a:buNone/>
              <a:defRPr sz="1200"/>
            </a:lvl1pPr>
          </a:lstStyle>
          <a:p>
            <a:endParaRPr lang="pt-BR"/>
          </a:p>
        </p:txBody>
      </p:sp>
      <p:pic>
        <p:nvPicPr>
          <p:cNvPr id="29" name="Imagem 28" descr="Logotipo&#10;&#10;Descrição gerada automaticamente">
            <a:extLst>
              <a:ext uri="{FF2B5EF4-FFF2-40B4-BE49-F238E27FC236}">
                <a16:creationId xmlns:a16="http://schemas.microsoft.com/office/drawing/2014/main" id="{A9B2A6A2-89EB-1D72-9DEA-A3080CAE94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190116341"/>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p:nvPr>
        </p:nvSpPr>
        <p:spPr>
          <a:xfrm>
            <a:off x="355600" y="1327150"/>
            <a:ext cx="5564188"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28" name="Espaço Reservado para Texto 5">
            <a:extLst>
              <a:ext uri="{FF2B5EF4-FFF2-40B4-BE49-F238E27FC236}">
                <a16:creationId xmlns:a16="http://schemas.microsoft.com/office/drawing/2014/main" id="{1C88D7FF-C1E6-7512-0E10-1A648F65E33F}"/>
              </a:ext>
            </a:extLst>
          </p:cNvPr>
          <p:cNvSpPr>
            <a:spLocks noGrp="1"/>
          </p:cNvSpPr>
          <p:nvPr>
            <p:ph type="body" sz="quarter" idx="19"/>
          </p:nvPr>
        </p:nvSpPr>
        <p:spPr>
          <a:xfrm>
            <a:off x="6280149" y="1327150"/>
            <a:ext cx="5552909"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32" name="Espaço Reservado para Gráfico 31">
            <a:extLst>
              <a:ext uri="{FF2B5EF4-FFF2-40B4-BE49-F238E27FC236}">
                <a16:creationId xmlns:a16="http://schemas.microsoft.com/office/drawing/2014/main" id="{6E82B4E7-5202-B465-DD98-AE43AED1A7A5}"/>
              </a:ext>
            </a:extLst>
          </p:cNvPr>
          <p:cNvSpPr>
            <a:spLocks noGrp="1"/>
          </p:cNvSpPr>
          <p:nvPr>
            <p:ph type="chart" sz="quarter" idx="20"/>
          </p:nvPr>
        </p:nvSpPr>
        <p:spPr>
          <a:xfrm>
            <a:off x="355600" y="1714501"/>
            <a:ext cx="5564188" cy="1836820"/>
          </a:xfrm>
        </p:spPr>
        <p:txBody>
          <a:bodyPr anchor="ctr">
            <a:normAutofit/>
          </a:bodyPr>
          <a:lstStyle>
            <a:lvl1pPr marL="0" indent="0" algn="ctr">
              <a:buNone/>
              <a:defRPr sz="1200"/>
            </a:lvl1pPr>
          </a:lstStyle>
          <a:p>
            <a:endParaRPr lang="pt-BR"/>
          </a:p>
        </p:txBody>
      </p:sp>
      <p:sp>
        <p:nvSpPr>
          <p:cNvPr id="33" name="Espaço Reservado para Gráfico 31">
            <a:extLst>
              <a:ext uri="{FF2B5EF4-FFF2-40B4-BE49-F238E27FC236}">
                <a16:creationId xmlns:a16="http://schemas.microsoft.com/office/drawing/2014/main" id="{267106BA-45A3-684B-10EF-294300B6AB8E}"/>
              </a:ext>
            </a:extLst>
          </p:cNvPr>
          <p:cNvSpPr>
            <a:spLocks noGrp="1"/>
          </p:cNvSpPr>
          <p:nvPr>
            <p:ph type="chart" sz="quarter" idx="21"/>
          </p:nvPr>
        </p:nvSpPr>
        <p:spPr>
          <a:xfrm>
            <a:off x="6280149" y="1714501"/>
            <a:ext cx="5535111" cy="1836820"/>
          </a:xfrm>
        </p:spPr>
        <p:txBody>
          <a:bodyPr anchor="ctr">
            <a:normAutofit/>
          </a:bodyPr>
          <a:lstStyle>
            <a:lvl1pPr marL="0" indent="0" algn="ctr">
              <a:buNone/>
              <a:defRPr sz="1200"/>
            </a:lvl1pPr>
          </a:lstStyle>
          <a:p>
            <a:endParaRPr lang="pt-BR"/>
          </a:p>
        </p:txBody>
      </p:sp>
      <p:sp>
        <p:nvSpPr>
          <p:cNvPr id="3" name="Espaço Reservado para Texto 5">
            <a:extLst>
              <a:ext uri="{FF2B5EF4-FFF2-40B4-BE49-F238E27FC236}">
                <a16:creationId xmlns:a16="http://schemas.microsoft.com/office/drawing/2014/main" id="{351B13CD-3DC5-391E-CB37-AF9650FB2B3D}"/>
              </a:ext>
            </a:extLst>
          </p:cNvPr>
          <p:cNvSpPr>
            <a:spLocks noGrp="1"/>
          </p:cNvSpPr>
          <p:nvPr>
            <p:ph type="body" sz="quarter" idx="22"/>
          </p:nvPr>
        </p:nvSpPr>
        <p:spPr>
          <a:xfrm>
            <a:off x="355600" y="3871829"/>
            <a:ext cx="5564188"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29" name="Espaço Reservado para Texto 5">
            <a:extLst>
              <a:ext uri="{FF2B5EF4-FFF2-40B4-BE49-F238E27FC236}">
                <a16:creationId xmlns:a16="http://schemas.microsoft.com/office/drawing/2014/main" id="{9E997025-926D-F9AB-90ED-43330BE713A4}"/>
              </a:ext>
            </a:extLst>
          </p:cNvPr>
          <p:cNvSpPr>
            <a:spLocks noGrp="1"/>
          </p:cNvSpPr>
          <p:nvPr>
            <p:ph type="body" sz="quarter" idx="23"/>
          </p:nvPr>
        </p:nvSpPr>
        <p:spPr>
          <a:xfrm>
            <a:off x="6280149" y="3871829"/>
            <a:ext cx="5552909" cy="222330"/>
          </a:xfrm>
        </p:spPr>
        <p:txBody>
          <a:bodyPr lIns="0" tIns="0" rIns="0" bIns="0"/>
          <a:lstStyle>
            <a:lvl1pPr marL="0" indent="0" algn="ctr"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30" name="Espaço Reservado para Gráfico 31">
            <a:extLst>
              <a:ext uri="{FF2B5EF4-FFF2-40B4-BE49-F238E27FC236}">
                <a16:creationId xmlns:a16="http://schemas.microsoft.com/office/drawing/2014/main" id="{50E9FD2F-C217-4B70-3EDB-7A9D8D0BFBCB}"/>
              </a:ext>
            </a:extLst>
          </p:cNvPr>
          <p:cNvSpPr>
            <a:spLocks noGrp="1"/>
          </p:cNvSpPr>
          <p:nvPr>
            <p:ph type="chart" sz="quarter" idx="24"/>
          </p:nvPr>
        </p:nvSpPr>
        <p:spPr>
          <a:xfrm>
            <a:off x="355600" y="4259180"/>
            <a:ext cx="5564188" cy="1836820"/>
          </a:xfrm>
        </p:spPr>
        <p:txBody>
          <a:bodyPr anchor="ctr">
            <a:normAutofit/>
          </a:bodyPr>
          <a:lstStyle>
            <a:lvl1pPr marL="0" indent="0" algn="ctr">
              <a:buNone/>
              <a:defRPr sz="1200"/>
            </a:lvl1pPr>
          </a:lstStyle>
          <a:p>
            <a:endParaRPr lang="pt-BR"/>
          </a:p>
        </p:txBody>
      </p:sp>
      <p:sp>
        <p:nvSpPr>
          <p:cNvPr id="35" name="Espaço Reservado para Gráfico 31">
            <a:extLst>
              <a:ext uri="{FF2B5EF4-FFF2-40B4-BE49-F238E27FC236}">
                <a16:creationId xmlns:a16="http://schemas.microsoft.com/office/drawing/2014/main" id="{CBA5CD11-556A-906F-56F6-8728D8DF4982}"/>
              </a:ext>
            </a:extLst>
          </p:cNvPr>
          <p:cNvSpPr>
            <a:spLocks noGrp="1"/>
          </p:cNvSpPr>
          <p:nvPr>
            <p:ph type="chart" sz="quarter" idx="25"/>
          </p:nvPr>
        </p:nvSpPr>
        <p:spPr>
          <a:xfrm>
            <a:off x="6280149" y="4259180"/>
            <a:ext cx="5535111" cy="1836820"/>
          </a:xfrm>
        </p:spPr>
        <p:txBody>
          <a:bodyPr anchor="ctr">
            <a:normAutofit/>
          </a:bodyPr>
          <a:lstStyle>
            <a:lvl1pPr marL="0" indent="0" algn="ctr">
              <a:buNone/>
              <a:defRPr sz="1200"/>
            </a:lvl1pPr>
          </a:lstStyle>
          <a:p>
            <a:endParaRPr lang="pt-BR"/>
          </a:p>
        </p:txBody>
      </p:sp>
      <p:pic>
        <p:nvPicPr>
          <p:cNvPr id="36" name="Imagem 35" descr="Logotipo&#10;&#10;Descrição gerada automaticamente">
            <a:extLst>
              <a:ext uri="{FF2B5EF4-FFF2-40B4-BE49-F238E27FC236}">
                <a16:creationId xmlns:a16="http://schemas.microsoft.com/office/drawing/2014/main" id="{A5932C8B-E53F-97C7-E158-3EE2EDA03B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786408678"/>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sz="quarter" idx="18"/>
          </p:nvPr>
        </p:nvSpPr>
        <p:spPr>
          <a:xfrm>
            <a:off x="355600" y="1327150"/>
            <a:ext cx="2658311" cy="222330"/>
          </a:xfrm>
        </p:spPr>
        <p:txBody>
          <a:bodyPr lIns="0" tIns="0" rIns="0" bIns="0">
            <a:noAutofit/>
          </a:bodyPr>
          <a:lstStyle>
            <a:lvl1pPr marL="0" indent="0" algn="ctr" defTabSz="914400" rtl="0" eaLnBrk="1" latinLnBrk="0" hangingPunct="1">
              <a:buNone/>
              <a:defRPr lang="pt-BR" sz="105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32" name="Espaço Reservado para Gráfico 31">
            <a:extLst>
              <a:ext uri="{FF2B5EF4-FFF2-40B4-BE49-F238E27FC236}">
                <a16:creationId xmlns:a16="http://schemas.microsoft.com/office/drawing/2014/main" id="{6E82B4E7-5202-B465-DD98-AE43AED1A7A5}"/>
              </a:ext>
            </a:extLst>
          </p:cNvPr>
          <p:cNvSpPr>
            <a:spLocks noGrp="1"/>
          </p:cNvSpPr>
          <p:nvPr>
            <p:ph type="chart" sz="quarter" idx="20"/>
          </p:nvPr>
        </p:nvSpPr>
        <p:spPr>
          <a:xfrm>
            <a:off x="355600" y="1714501"/>
            <a:ext cx="2658311" cy="1836820"/>
          </a:xfrm>
        </p:spPr>
        <p:txBody>
          <a:bodyPr anchor="ctr">
            <a:normAutofit/>
          </a:bodyPr>
          <a:lstStyle>
            <a:lvl1pPr marL="0" indent="0" algn="ctr">
              <a:buNone/>
              <a:defRPr sz="1200"/>
            </a:lvl1pPr>
          </a:lstStyle>
          <a:p>
            <a:endParaRPr lang="pt-BR"/>
          </a:p>
        </p:txBody>
      </p:sp>
      <p:sp>
        <p:nvSpPr>
          <p:cNvPr id="3" name="Espaço Reservado para Texto 5">
            <a:extLst>
              <a:ext uri="{FF2B5EF4-FFF2-40B4-BE49-F238E27FC236}">
                <a16:creationId xmlns:a16="http://schemas.microsoft.com/office/drawing/2014/main" id="{351B13CD-3DC5-391E-CB37-AF9650FB2B3D}"/>
              </a:ext>
            </a:extLst>
          </p:cNvPr>
          <p:cNvSpPr>
            <a:spLocks noGrp="1"/>
          </p:cNvSpPr>
          <p:nvPr>
            <p:ph type="body" sz="quarter" idx="22"/>
          </p:nvPr>
        </p:nvSpPr>
        <p:spPr>
          <a:xfrm>
            <a:off x="355600" y="3871829"/>
            <a:ext cx="2658311" cy="222330"/>
          </a:xfrm>
        </p:spPr>
        <p:txBody>
          <a:bodyPr lIns="0" tIns="0" rIns="0" bIns="0">
            <a:noAutofit/>
          </a:bodyPr>
          <a:lstStyle>
            <a:lvl1pPr marL="0" indent="0" algn="ctr" defTabSz="914400" rtl="0" eaLnBrk="1" latinLnBrk="0" hangingPunct="1">
              <a:buNone/>
              <a:defRPr lang="pt-BR" sz="105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30" name="Espaço Reservado para Gráfico 31">
            <a:extLst>
              <a:ext uri="{FF2B5EF4-FFF2-40B4-BE49-F238E27FC236}">
                <a16:creationId xmlns:a16="http://schemas.microsoft.com/office/drawing/2014/main" id="{50E9FD2F-C217-4B70-3EDB-7A9D8D0BFBCB}"/>
              </a:ext>
            </a:extLst>
          </p:cNvPr>
          <p:cNvSpPr>
            <a:spLocks noGrp="1"/>
          </p:cNvSpPr>
          <p:nvPr>
            <p:ph type="chart" sz="quarter" idx="24"/>
          </p:nvPr>
        </p:nvSpPr>
        <p:spPr>
          <a:xfrm>
            <a:off x="355600" y="4259180"/>
            <a:ext cx="2658311" cy="1836820"/>
          </a:xfrm>
        </p:spPr>
        <p:txBody>
          <a:bodyPr anchor="ctr">
            <a:normAutofit/>
          </a:bodyPr>
          <a:lstStyle>
            <a:lvl1pPr marL="0" indent="0" algn="ctr">
              <a:buNone/>
              <a:defRPr sz="1200"/>
            </a:lvl1pPr>
          </a:lstStyle>
          <a:p>
            <a:endParaRPr lang="pt-BR"/>
          </a:p>
        </p:txBody>
      </p:sp>
      <p:sp>
        <p:nvSpPr>
          <p:cNvPr id="36" name="Espaço Reservado para Texto 5">
            <a:extLst>
              <a:ext uri="{FF2B5EF4-FFF2-40B4-BE49-F238E27FC236}">
                <a16:creationId xmlns:a16="http://schemas.microsoft.com/office/drawing/2014/main" id="{DC64C983-272D-7707-F9E0-46F5B79CBDDF}"/>
              </a:ext>
            </a:extLst>
          </p:cNvPr>
          <p:cNvSpPr>
            <a:spLocks noGrp="1"/>
          </p:cNvSpPr>
          <p:nvPr>
            <p:ph type="body" sz="quarter" idx="26"/>
          </p:nvPr>
        </p:nvSpPr>
        <p:spPr>
          <a:xfrm>
            <a:off x="3261226" y="1327150"/>
            <a:ext cx="2658311" cy="222330"/>
          </a:xfrm>
        </p:spPr>
        <p:txBody>
          <a:bodyPr lIns="0" tIns="0" rIns="0" bIns="0">
            <a:noAutofit/>
          </a:bodyPr>
          <a:lstStyle>
            <a:lvl1pPr marL="0" indent="0" algn="ctr" defTabSz="914400" rtl="0" eaLnBrk="1" latinLnBrk="0" hangingPunct="1">
              <a:buNone/>
              <a:defRPr lang="pt-BR" sz="105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37" name="Espaço Reservado para Gráfico 31">
            <a:extLst>
              <a:ext uri="{FF2B5EF4-FFF2-40B4-BE49-F238E27FC236}">
                <a16:creationId xmlns:a16="http://schemas.microsoft.com/office/drawing/2014/main" id="{09DD4828-F321-9061-DDA2-DF73E9AF26CC}"/>
              </a:ext>
            </a:extLst>
          </p:cNvPr>
          <p:cNvSpPr>
            <a:spLocks noGrp="1"/>
          </p:cNvSpPr>
          <p:nvPr>
            <p:ph type="chart" sz="quarter" idx="27"/>
          </p:nvPr>
        </p:nvSpPr>
        <p:spPr>
          <a:xfrm>
            <a:off x="3261226" y="1714501"/>
            <a:ext cx="2658311" cy="1836820"/>
          </a:xfrm>
        </p:spPr>
        <p:txBody>
          <a:bodyPr anchor="ctr">
            <a:normAutofit/>
          </a:bodyPr>
          <a:lstStyle>
            <a:lvl1pPr marL="0" indent="0" algn="ctr">
              <a:buNone/>
              <a:defRPr sz="1200"/>
            </a:lvl1pPr>
          </a:lstStyle>
          <a:p>
            <a:endParaRPr lang="pt-BR"/>
          </a:p>
        </p:txBody>
      </p:sp>
      <p:sp>
        <p:nvSpPr>
          <p:cNvPr id="38" name="Espaço Reservado para Texto 5">
            <a:extLst>
              <a:ext uri="{FF2B5EF4-FFF2-40B4-BE49-F238E27FC236}">
                <a16:creationId xmlns:a16="http://schemas.microsoft.com/office/drawing/2014/main" id="{9DE6C751-C62D-85B4-8B9A-F5B5895C9A55}"/>
              </a:ext>
            </a:extLst>
          </p:cNvPr>
          <p:cNvSpPr>
            <a:spLocks noGrp="1"/>
          </p:cNvSpPr>
          <p:nvPr>
            <p:ph type="body" sz="quarter" idx="28"/>
          </p:nvPr>
        </p:nvSpPr>
        <p:spPr>
          <a:xfrm>
            <a:off x="3261226" y="3871829"/>
            <a:ext cx="2658311" cy="222330"/>
          </a:xfrm>
        </p:spPr>
        <p:txBody>
          <a:bodyPr lIns="0" tIns="0" rIns="0" bIns="0">
            <a:noAutofit/>
          </a:bodyPr>
          <a:lstStyle>
            <a:lvl1pPr marL="0" indent="0" algn="ctr" defTabSz="914400" rtl="0" eaLnBrk="1" latinLnBrk="0" hangingPunct="1">
              <a:buNone/>
              <a:defRPr lang="pt-BR" sz="105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39" name="Espaço Reservado para Gráfico 31">
            <a:extLst>
              <a:ext uri="{FF2B5EF4-FFF2-40B4-BE49-F238E27FC236}">
                <a16:creationId xmlns:a16="http://schemas.microsoft.com/office/drawing/2014/main" id="{9C0099B5-6DCF-940A-5A2F-6EC0537C6E0D}"/>
              </a:ext>
            </a:extLst>
          </p:cNvPr>
          <p:cNvSpPr>
            <a:spLocks noGrp="1"/>
          </p:cNvSpPr>
          <p:nvPr>
            <p:ph type="chart" sz="quarter" idx="29"/>
          </p:nvPr>
        </p:nvSpPr>
        <p:spPr>
          <a:xfrm>
            <a:off x="3261226" y="4259180"/>
            <a:ext cx="2658311" cy="1836820"/>
          </a:xfrm>
        </p:spPr>
        <p:txBody>
          <a:bodyPr anchor="ctr">
            <a:normAutofit/>
          </a:bodyPr>
          <a:lstStyle>
            <a:lvl1pPr marL="0" indent="0" algn="ctr">
              <a:buNone/>
              <a:defRPr sz="1200"/>
            </a:lvl1pPr>
          </a:lstStyle>
          <a:p>
            <a:endParaRPr lang="pt-BR"/>
          </a:p>
        </p:txBody>
      </p:sp>
      <p:sp>
        <p:nvSpPr>
          <p:cNvPr id="40" name="Espaço Reservado para Texto 5">
            <a:extLst>
              <a:ext uri="{FF2B5EF4-FFF2-40B4-BE49-F238E27FC236}">
                <a16:creationId xmlns:a16="http://schemas.microsoft.com/office/drawing/2014/main" id="{FA8B2703-C7C3-9F87-DB6F-36DAAB4014CD}"/>
              </a:ext>
            </a:extLst>
          </p:cNvPr>
          <p:cNvSpPr>
            <a:spLocks noGrp="1"/>
          </p:cNvSpPr>
          <p:nvPr>
            <p:ph type="body" sz="quarter" idx="30"/>
          </p:nvPr>
        </p:nvSpPr>
        <p:spPr>
          <a:xfrm>
            <a:off x="6257089" y="1327150"/>
            <a:ext cx="2658311" cy="222330"/>
          </a:xfrm>
        </p:spPr>
        <p:txBody>
          <a:bodyPr lIns="0" tIns="0" rIns="0" bIns="0">
            <a:noAutofit/>
          </a:bodyPr>
          <a:lstStyle>
            <a:lvl1pPr marL="0" indent="0" algn="ctr" defTabSz="914400" rtl="0" eaLnBrk="1" latinLnBrk="0" hangingPunct="1">
              <a:buNone/>
              <a:defRPr lang="pt-BR" sz="105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41" name="Espaço Reservado para Gráfico 31">
            <a:extLst>
              <a:ext uri="{FF2B5EF4-FFF2-40B4-BE49-F238E27FC236}">
                <a16:creationId xmlns:a16="http://schemas.microsoft.com/office/drawing/2014/main" id="{F00945FD-6FA3-84BB-327A-FEADE928966E}"/>
              </a:ext>
            </a:extLst>
          </p:cNvPr>
          <p:cNvSpPr>
            <a:spLocks noGrp="1"/>
          </p:cNvSpPr>
          <p:nvPr>
            <p:ph type="chart" sz="quarter" idx="31"/>
          </p:nvPr>
        </p:nvSpPr>
        <p:spPr>
          <a:xfrm>
            <a:off x="6257089" y="1714501"/>
            <a:ext cx="2658311" cy="1836820"/>
          </a:xfrm>
        </p:spPr>
        <p:txBody>
          <a:bodyPr anchor="ctr">
            <a:normAutofit/>
          </a:bodyPr>
          <a:lstStyle>
            <a:lvl1pPr marL="0" indent="0" algn="ctr">
              <a:buNone/>
              <a:defRPr sz="1200"/>
            </a:lvl1pPr>
          </a:lstStyle>
          <a:p>
            <a:endParaRPr lang="pt-BR"/>
          </a:p>
        </p:txBody>
      </p:sp>
      <p:sp>
        <p:nvSpPr>
          <p:cNvPr id="42" name="Espaço Reservado para Texto 5">
            <a:extLst>
              <a:ext uri="{FF2B5EF4-FFF2-40B4-BE49-F238E27FC236}">
                <a16:creationId xmlns:a16="http://schemas.microsoft.com/office/drawing/2014/main" id="{A264E304-405F-7B7E-9A2F-8BD73D28BCE1}"/>
              </a:ext>
            </a:extLst>
          </p:cNvPr>
          <p:cNvSpPr>
            <a:spLocks noGrp="1"/>
          </p:cNvSpPr>
          <p:nvPr>
            <p:ph type="body" sz="quarter" idx="32"/>
          </p:nvPr>
        </p:nvSpPr>
        <p:spPr>
          <a:xfrm>
            <a:off x="6257089" y="3871829"/>
            <a:ext cx="2658311" cy="222330"/>
          </a:xfrm>
        </p:spPr>
        <p:txBody>
          <a:bodyPr lIns="0" tIns="0" rIns="0" bIns="0">
            <a:noAutofit/>
          </a:bodyPr>
          <a:lstStyle>
            <a:lvl1pPr marL="0" indent="0" algn="ctr" defTabSz="914400" rtl="0" eaLnBrk="1" latinLnBrk="0" hangingPunct="1">
              <a:buNone/>
              <a:defRPr lang="pt-BR" sz="105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43" name="Espaço Reservado para Gráfico 31">
            <a:extLst>
              <a:ext uri="{FF2B5EF4-FFF2-40B4-BE49-F238E27FC236}">
                <a16:creationId xmlns:a16="http://schemas.microsoft.com/office/drawing/2014/main" id="{7AE032D6-AD29-3C93-2572-5295388DA91A}"/>
              </a:ext>
            </a:extLst>
          </p:cNvPr>
          <p:cNvSpPr>
            <a:spLocks noGrp="1"/>
          </p:cNvSpPr>
          <p:nvPr>
            <p:ph type="chart" sz="quarter" idx="33"/>
          </p:nvPr>
        </p:nvSpPr>
        <p:spPr>
          <a:xfrm>
            <a:off x="6257089" y="4259180"/>
            <a:ext cx="2658311" cy="1836820"/>
          </a:xfrm>
        </p:spPr>
        <p:txBody>
          <a:bodyPr anchor="ctr">
            <a:normAutofit/>
          </a:bodyPr>
          <a:lstStyle>
            <a:lvl1pPr marL="0" indent="0" algn="ctr">
              <a:buNone/>
              <a:defRPr sz="1200"/>
            </a:lvl1pPr>
          </a:lstStyle>
          <a:p>
            <a:endParaRPr lang="pt-BR"/>
          </a:p>
        </p:txBody>
      </p:sp>
      <p:sp>
        <p:nvSpPr>
          <p:cNvPr id="44" name="Espaço Reservado para Texto 5">
            <a:extLst>
              <a:ext uri="{FF2B5EF4-FFF2-40B4-BE49-F238E27FC236}">
                <a16:creationId xmlns:a16="http://schemas.microsoft.com/office/drawing/2014/main" id="{40711D16-B05E-939F-1796-69F6FD0439E5}"/>
              </a:ext>
            </a:extLst>
          </p:cNvPr>
          <p:cNvSpPr>
            <a:spLocks noGrp="1"/>
          </p:cNvSpPr>
          <p:nvPr>
            <p:ph type="body" sz="quarter" idx="34"/>
          </p:nvPr>
        </p:nvSpPr>
        <p:spPr>
          <a:xfrm>
            <a:off x="9162715" y="1327150"/>
            <a:ext cx="2658311" cy="222330"/>
          </a:xfrm>
        </p:spPr>
        <p:txBody>
          <a:bodyPr lIns="0" tIns="0" rIns="0" bIns="0">
            <a:noAutofit/>
          </a:bodyPr>
          <a:lstStyle>
            <a:lvl1pPr marL="0" indent="0" algn="ctr" defTabSz="914400" rtl="0" eaLnBrk="1" latinLnBrk="0" hangingPunct="1">
              <a:buNone/>
              <a:defRPr lang="pt-BR" sz="105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45" name="Espaço Reservado para Gráfico 31">
            <a:extLst>
              <a:ext uri="{FF2B5EF4-FFF2-40B4-BE49-F238E27FC236}">
                <a16:creationId xmlns:a16="http://schemas.microsoft.com/office/drawing/2014/main" id="{0847DFF3-6883-3449-D876-FF85737A5E9F}"/>
              </a:ext>
            </a:extLst>
          </p:cNvPr>
          <p:cNvSpPr>
            <a:spLocks noGrp="1"/>
          </p:cNvSpPr>
          <p:nvPr>
            <p:ph type="chart" sz="quarter" idx="35"/>
          </p:nvPr>
        </p:nvSpPr>
        <p:spPr>
          <a:xfrm>
            <a:off x="9162715" y="1714501"/>
            <a:ext cx="2658311" cy="1836820"/>
          </a:xfrm>
        </p:spPr>
        <p:txBody>
          <a:bodyPr anchor="ctr">
            <a:normAutofit/>
          </a:bodyPr>
          <a:lstStyle>
            <a:lvl1pPr marL="0" indent="0" algn="ctr">
              <a:buNone/>
              <a:defRPr sz="1200"/>
            </a:lvl1pPr>
          </a:lstStyle>
          <a:p>
            <a:endParaRPr lang="pt-BR"/>
          </a:p>
        </p:txBody>
      </p:sp>
      <p:sp>
        <p:nvSpPr>
          <p:cNvPr id="46" name="Espaço Reservado para Texto 5">
            <a:extLst>
              <a:ext uri="{FF2B5EF4-FFF2-40B4-BE49-F238E27FC236}">
                <a16:creationId xmlns:a16="http://schemas.microsoft.com/office/drawing/2014/main" id="{BEEAA116-2065-880E-1E2C-850A77BA9BFC}"/>
              </a:ext>
            </a:extLst>
          </p:cNvPr>
          <p:cNvSpPr>
            <a:spLocks noGrp="1"/>
          </p:cNvSpPr>
          <p:nvPr>
            <p:ph type="body" sz="quarter" idx="36"/>
          </p:nvPr>
        </p:nvSpPr>
        <p:spPr>
          <a:xfrm>
            <a:off x="9162715" y="3871829"/>
            <a:ext cx="2658311" cy="222330"/>
          </a:xfrm>
        </p:spPr>
        <p:txBody>
          <a:bodyPr lIns="0" tIns="0" rIns="0" bIns="0">
            <a:noAutofit/>
          </a:bodyPr>
          <a:lstStyle>
            <a:lvl1pPr marL="0" indent="0" algn="ctr" defTabSz="914400" rtl="0" eaLnBrk="1" latinLnBrk="0" hangingPunct="1">
              <a:buNone/>
              <a:defRPr lang="pt-BR" sz="1050" kern="1200" dirty="0" smtClean="0">
                <a:solidFill>
                  <a:srgbClr val="0F182A"/>
                </a:solidFill>
                <a:latin typeface="Titillium Web SemiBold" panose="00000700000000000000" pitchFamily="2" charset="0"/>
                <a:ea typeface="+mn-ea"/>
                <a:cs typeface="+mn-cs"/>
              </a:defRPr>
            </a:lvl1pPr>
            <a:lvl2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2pPr>
            <a:lvl3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3pPr>
            <a:lvl4pPr marL="0" indent="0" algn="l" defTabSz="914400" rtl="0" eaLnBrk="1" latinLnBrk="0" hangingPunct="1">
              <a:buNone/>
              <a:defRPr lang="pt-BR" sz="1400" kern="1200" dirty="0" smtClean="0">
                <a:solidFill>
                  <a:srgbClr val="0F182A"/>
                </a:solidFill>
                <a:latin typeface="Titillium Web SemiBold" panose="00000700000000000000" pitchFamily="2" charset="0"/>
                <a:ea typeface="+mn-ea"/>
                <a:cs typeface="+mn-cs"/>
              </a:defRPr>
            </a:lvl4pPr>
            <a:lvl5pPr marL="0" indent="0" algn="l" defTabSz="914400" rtl="0" eaLnBrk="1" latinLnBrk="0" hangingPunct="1">
              <a:buNone/>
              <a:defRPr lang="pt-BR" sz="1400" kern="1200" dirty="0">
                <a:solidFill>
                  <a:srgbClr val="0F182A"/>
                </a:solidFill>
                <a:latin typeface="Titillium Web SemiBold" panose="00000700000000000000" pitchFamily="2" charset="0"/>
                <a:ea typeface="+mn-ea"/>
                <a:cs typeface="+mn-cs"/>
              </a:defRPr>
            </a:lvl5pPr>
          </a:lstStyle>
          <a:p>
            <a:pPr lvl="0"/>
            <a:r>
              <a:rPr lang="pt-BR"/>
              <a:t>Clique para editar os estilos de texto Mestres</a:t>
            </a:r>
          </a:p>
        </p:txBody>
      </p:sp>
      <p:sp>
        <p:nvSpPr>
          <p:cNvPr id="47" name="Espaço Reservado para Gráfico 31">
            <a:extLst>
              <a:ext uri="{FF2B5EF4-FFF2-40B4-BE49-F238E27FC236}">
                <a16:creationId xmlns:a16="http://schemas.microsoft.com/office/drawing/2014/main" id="{17A03BB7-F099-D5E5-68E7-F989D1D16BA9}"/>
              </a:ext>
            </a:extLst>
          </p:cNvPr>
          <p:cNvSpPr>
            <a:spLocks noGrp="1"/>
          </p:cNvSpPr>
          <p:nvPr>
            <p:ph type="chart" sz="quarter" idx="37"/>
          </p:nvPr>
        </p:nvSpPr>
        <p:spPr>
          <a:xfrm>
            <a:off x="9162715" y="4259180"/>
            <a:ext cx="2658311" cy="1836820"/>
          </a:xfrm>
        </p:spPr>
        <p:txBody>
          <a:bodyPr anchor="ctr">
            <a:normAutofit/>
          </a:bodyPr>
          <a:lstStyle>
            <a:lvl1pPr marL="0" indent="0" algn="ctr">
              <a:buNone/>
              <a:defRPr sz="1200"/>
            </a:lvl1pPr>
          </a:lstStyle>
          <a:p>
            <a:endParaRPr lang="pt-BR"/>
          </a:p>
        </p:txBody>
      </p:sp>
      <p:pic>
        <p:nvPicPr>
          <p:cNvPr id="28" name="Imagem 27" descr="Logotipo&#10;&#10;Descrição gerada automaticamente">
            <a:extLst>
              <a:ext uri="{FF2B5EF4-FFF2-40B4-BE49-F238E27FC236}">
                <a16:creationId xmlns:a16="http://schemas.microsoft.com/office/drawing/2014/main" id="{83E20889-7FA5-7063-6B28-DCF561C0D4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569931911"/>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sz="quarter" idx="20"/>
          </p:nvPr>
        </p:nvSpPr>
        <p:spPr>
          <a:xfrm>
            <a:off x="3565525" y="1327151"/>
            <a:ext cx="8258175" cy="4768850"/>
          </a:xfrm>
        </p:spPr>
        <p:txBody>
          <a:bodyPr lIns="0" tIns="0" rIns="0" bIns="0">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28" name="Espaço Reservado para Imagem 5">
            <a:extLst>
              <a:ext uri="{FF2B5EF4-FFF2-40B4-BE49-F238E27FC236}">
                <a16:creationId xmlns:a16="http://schemas.microsoft.com/office/drawing/2014/main" id="{A2C8E116-BA9A-F1A1-3FC5-B4927709F355}"/>
              </a:ext>
            </a:extLst>
          </p:cNvPr>
          <p:cNvSpPr>
            <a:spLocks noGrp="1"/>
          </p:cNvSpPr>
          <p:nvPr>
            <p:ph type="pic" sz="quarter" idx="21"/>
          </p:nvPr>
        </p:nvSpPr>
        <p:spPr>
          <a:xfrm>
            <a:off x="355600" y="1327150"/>
            <a:ext cx="3054350" cy="4765675"/>
          </a:xfrm>
        </p:spPr>
        <p:txBody>
          <a:bodyPr anchor="ctr">
            <a:normAutofit/>
          </a:bodyPr>
          <a:lstStyle>
            <a:lvl1pPr marL="0" indent="0" algn="ctr">
              <a:buNone/>
              <a:defRPr sz="1600"/>
            </a:lvl1pPr>
          </a:lstStyle>
          <a:p>
            <a:endParaRPr lang="pt-BR"/>
          </a:p>
        </p:txBody>
      </p:sp>
      <p:pic>
        <p:nvPicPr>
          <p:cNvPr id="3" name="Imagem 2" descr="Logotipo&#10;&#10;Descrição gerada automaticamente">
            <a:extLst>
              <a:ext uri="{FF2B5EF4-FFF2-40B4-BE49-F238E27FC236}">
                <a16:creationId xmlns:a16="http://schemas.microsoft.com/office/drawing/2014/main" id="{6AC9E3AF-6A46-DA5C-7FF3-8A6CB9974F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3966180195"/>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INSTITUCIONAL">
    <p:spTree>
      <p:nvGrpSpPr>
        <p:cNvPr id="1" name=""/>
        <p:cNvGrpSpPr/>
        <p:nvPr/>
      </p:nvGrpSpPr>
      <p:grpSpPr>
        <a:xfrm>
          <a:off x="0" y="0"/>
          <a:ext cx="0" cy="0"/>
          <a:chOff x="0" y="0"/>
          <a:chExt cx="0" cy="0"/>
        </a:xfrm>
      </p:grpSpPr>
      <p:sp>
        <p:nvSpPr>
          <p:cNvPr id="62" name="Retângulo 61">
            <a:extLst>
              <a:ext uri="{FF2B5EF4-FFF2-40B4-BE49-F238E27FC236}">
                <a16:creationId xmlns:a16="http://schemas.microsoft.com/office/drawing/2014/main" id="{1D1AB3D9-D8BC-745A-C2E0-58DA5D6707E4}"/>
              </a:ext>
            </a:extLst>
          </p:cNvPr>
          <p:cNvSpPr/>
          <p:nvPr userDrawn="1"/>
        </p:nvSpPr>
        <p:spPr>
          <a:xfrm>
            <a:off x="355600" y="1327150"/>
            <a:ext cx="3054350" cy="4768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66" name="Agrupar 65">
            <a:extLst>
              <a:ext uri="{FF2B5EF4-FFF2-40B4-BE49-F238E27FC236}">
                <a16:creationId xmlns:a16="http://schemas.microsoft.com/office/drawing/2014/main" id="{6A0B9D8C-C7A9-937E-5A88-AF2CCA063DA3}"/>
              </a:ext>
            </a:extLst>
          </p:cNvPr>
          <p:cNvGrpSpPr/>
          <p:nvPr userDrawn="1"/>
        </p:nvGrpSpPr>
        <p:grpSpPr>
          <a:xfrm>
            <a:off x="2165480" y="4238292"/>
            <a:ext cx="1249062" cy="1857708"/>
            <a:chOff x="-1750093" y="4273281"/>
            <a:chExt cx="1249062" cy="1857708"/>
          </a:xfrm>
        </p:grpSpPr>
        <p:sp>
          <p:nvSpPr>
            <p:cNvPr id="33" name="Forma Livre: Forma 32">
              <a:extLst>
                <a:ext uri="{FF2B5EF4-FFF2-40B4-BE49-F238E27FC236}">
                  <a16:creationId xmlns:a16="http://schemas.microsoft.com/office/drawing/2014/main" id="{0EFEF8C5-8133-ECE3-843E-ED75BED671CC}"/>
                </a:ext>
              </a:extLst>
            </p:cNvPr>
            <p:cNvSpPr/>
            <p:nvPr userDrawn="1"/>
          </p:nvSpPr>
          <p:spPr>
            <a:xfrm>
              <a:off x="-1410746" y="4972050"/>
              <a:ext cx="909715" cy="1119626"/>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sz="1400">
                <a:solidFill>
                  <a:prstClr val="white"/>
                </a:solidFill>
                <a:latin typeface="Titillium Web Light" panose="020F0502020204030204"/>
              </a:endParaRPr>
            </a:p>
          </p:txBody>
        </p:sp>
        <p:sp>
          <p:nvSpPr>
            <p:cNvPr id="36" name="Forma Livre: Forma 35">
              <a:extLst>
                <a:ext uri="{FF2B5EF4-FFF2-40B4-BE49-F238E27FC236}">
                  <a16:creationId xmlns:a16="http://schemas.microsoft.com/office/drawing/2014/main" id="{D2FF4794-09F9-DE11-0E8D-58D2B62D537B}"/>
                </a:ext>
              </a:extLst>
            </p:cNvPr>
            <p:cNvSpPr/>
            <p:nvPr userDrawn="1"/>
          </p:nvSpPr>
          <p:spPr>
            <a:xfrm>
              <a:off x="-1750093" y="4593715"/>
              <a:ext cx="1249061" cy="1537274"/>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sz="1400">
                <a:solidFill>
                  <a:prstClr val="white"/>
                </a:solidFill>
                <a:latin typeface="Titillium Web Light" panose="020F0502020204030204"/>
              </a:endParaRPr>
            </a:p>
          </p:txBody>
        </p:sp>
        <p:cxnSp>
          <p:nvCxnSpPr>
            <p:cNvPr id="55" name="Conector de Seta Reta 54">
              <a:extLst>
                <a:ext uri="{FF2B5EF4-FFF2-40B4-BE49-F238E27FC236}">
                  <a16:creationId xmlns:a16="http://schemas.microsoft.com/office/drawing/2014/main" id="{837627F7-1B91-E0F0-2BFD-E7AB35FB2042}"/>
                </a:ext>
              </a:extLst>
            </p:cNvPr>
            <p:cNvCxnSpPr>
              <a:cxnSpLocks/>
            </p:cNvCxnSpPr>
            <p:nvPr userDrawn="1"/>
          </p:nvCxnSpPr>
          <p:spPr>
            <a:xfrm flipH="1">
              <a:off x="-1074627" y="4273281"/>
              <a:ext cx="265945" cy="334019"/>
            </a:xfrm>
            <a:prstGeom prst="straightConnector1">
              <a:avLst/>
            </a:prstGeom>
            <a:ln>
              <a:solidFill>
                <a:srgbClr val="B4CECB">
                  <a:alpha val="19000"/>
                </a:srgbClr>
              </a:solidFill>
              <a:tailEnd type="none"/>
            </a:ln>
          </p:spPr>
          <p:style>
            <a:lnRef idx="1">
              <a:schemeClr val="accent1"/>
            </a:lnRef>
            <a:fillRef idx="0">
              <a:schemeClr val="accent1"/>
            </a:fillRef>
            <a:effectRef idx="0">
              <a:schemeClr val="accent1"/>
            </a:effectRef>
            <a:fontRef idx="minor">
              <a:schemeClr val="tx1"/>
            </a:fontRef>
          </p:style>
        </p:cxnSp>
      </p:grpSp>
      <p:grpSp>
        <p:nvGrpSpPr>
          <p:cNvPr id="68" name="Agrupar 67">
            <a:extLst>
              <a:ext uri="{FF2B5EF4-FFF2-40B4-BE49-F238E27FC236}">
                <a16:creationId xmlns:a16="http://schemas.microsoft.com/office/drawing/2014/main" id="{95044879-CB78-1F7D-23C6-5CF889E49758}"/>
              </a:ext>
            </a:extLst>
          </p:cNvPr>
          <p:cNvGrpSpPr/>
          <p:nvPr userDrawn="1"/>
        </p:nvGrpSpPr>
        <p:grpSpPr>
          <a:xfrm>
            <a:off x="366713" y="1327150"/>
            <a:ext cx="2449215" cy="3032600"/>
            <a:chOff x="-2950248" y="1327149"/>
            <a:chExt cx="2449215" cy="3032600"/>
          </a:xfrm>
        </p:grpSpPr>
        <p:sp>
          <p:nvSpPr>
            <p:cNvPr id="69" name="Forma Livre: Forma 68">
              <a:extLst>
                <a:ext uri="{FF2B5EF4-FFF2-40B4-BE49-F238E27FC236}">
                  <a16:creationId xmlns:a16="http://schemas.microsoft.com/office/drawing/2014/main" id="{014C87CC-A7F5-9F7E-A3CD-0C30D5D05001}"/>
                </a:ext>
              </a:extLst>
            </p:cNvPr>
            <p:cNvSpPr/>
            <p:nvPr userDrawn="1"/>
          </p:nvSpPr>
          <p:spPr>
            <a:xfrm rot="10800000">
              <a:off x="-2950248" y="1345393"/>
              <a:ext cx="2449215" cy="3014356"/>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70" name="Forma Livre: Forma 69">
              <a:extLst>
                <a:ext uri="{FF2B5EF4-FFF2-40B4-BE49-F238E27FC236}">
                  <a16:creationId xmlns:a16="http://schemas.microsoft.com/office/drawing/2014/main" id="{2C9B9FCF-8844-45D1-F162-422FCFC56607}"/>
                </a:ext>
              </a:extLst>
            </p:cNvPr>
            <p:cNvSpPr/>
            <p:nvPr userDrawn="1"/>
          </p:nvSpPr>
          <p:spPr>
            <a:xfrm rot="10800000">
              <a:off x="-2950245" y="1327149"/>
              <a:ext cx="1771671" cy="218047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sz="quarter" idx="20"/>
          </p:nvPr>
        </p:nvSpPr>
        <p:spPr>
          <a:xfrm>
            <a:off x="3565525" y="1327151"/>
            <a:ext cx="8258175" cy="4768850"/>
          </a:xfrm>
        </p:spPr>
        <p:txBody>
          <a:bodyPr lIns="0" tIns="0" rIns="0" bIns="0">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4" name="Espaço Reservado para Texto 63">
            <a:extLst>
              <a:ext uri="{FF2B5EF4-FFF2-40B4-BE49-F238E27FC236}">
                <a16:creationId xmlns:a16="http://schemas.microsoft.com/office/drawing/2014/main" id="{A7063B60-E6F1-BE94-5D2D-8FCCD6F6C84B}"/>
              </a:ext>
            </a:extLst>
          </p:cNvPr>
          <p:cNvSpPr>
            <a:spLocks noGrp="1"/>
          </p:cNvSpPr>
          <p:nvPr>
            <p:ph type="body" sz="quarter" idx="22"/>
          </p:nvPr>
        </p:nvSpPr>
        <p:spPr>
          <a:xfrm>
            <a:off x="511175" y="1466225"/>
            <a:ext cx="2736850" cy="4486900"/>
          </a:xfrm>
        </p:spPr>
        <p:txBody>
          <a:bodyPr lIns="0" tIns="0" rIns="0" bIns="0">
            <a:noAutofit/>
          </a:bodyPr>
          <a:lstStyle>
            <a:lvl1pPr marL="0" indent="0">
              <a:buNone/>
              <a:defRPr kumimoji="0" lang="pt-BR" sz="18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1pPr>
            <a:lvl2pPr marL="457200" indent="0">
              <a:buNone/>
              <a:defRPr kumimoji="0" lang="pt-BR" sz="18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2pPr>
            <a:lvl3pPr marL="914400" indent="0">
              <a:buNone/>
              <a:defRPr kumimoji="0" lang="pt-BR" sz="18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3pPr>
            <a:lvl4pPr marL="1371600" indent="0">
              <a:buNone/>
              <a:defRPr kumimoji="0" lang="pt-BR" sz="18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4pPr>
            <a:lvl5pPr marL="1828800" indent="0">
              <a:buNone/>
              <a:defRPr kumimoji="0" lang="pt-BR" sz="18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5pPr>
          </a:lstStyle>
          <a:p>
            <a:pPr lvl="0"/>
            <a:r>
              <a:rPr lang="pt-BR"/>
              <a:t>Clique para editar os estilos de texto Mestres</a:t>
            </a:r>
          </a:p>
        </p:txBody>
      </p:sp>
      <p:pic>
        <p:nvPicPr>
          <p:cNvPr id="3" name="Imagem 2" descr="Logotipo&#10;&#10;Descrição gerada automaticamente">
            <a:extLst>
              <a:ext uri="{FF2B5EF4-FFF2-40B4-BE49-F238E27FC236}">
                <a16:creationId xmlns:a16="http://schemas.microsoft.com/office/drawing/2014/main" id="{B710A3E9-FB50-98D5-323D-DC6FF14C3F0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786897107"/>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INSTITUCIONAL">
    <p:spTree>
      <p:nvGrpSpPr>
        <p:cNvPr id="1" name=""/>
        <p:cNvGrpSpPr/>
        <p:nvPr/>
      </p:nvGrpSpPr>
      <p:grpSpPr>
        <a:xfrm>
          <a:off x="0" y="0"/>
          <a:ext cx="0" cy="0"/>
          <a:chOff x="0" y="0"/>
          <a:chExt cx="0" cy="0"/>
        </a:xfrm>
      </p:grpSpPr>
      <p:sp>
        <p:nvSpPr>
          <p:cNvPr id="62" name="Retângulo 61">
            <a:extLst>
              <a:ext uri="{FF2B5EF4-FFF2-40B4-BE49-F238E27FC236}">
                <a16:creationId xmlns:a16="http://schemas.microsoft.com/office/drawing/2014/main" id="{1D1AB3D9-D8BC-745A-C2E0-58DA5D6707E4}"/>
              </a:ext>
            </a:extLst>
          </p:cNvPr>
          <p:cNvSpPr/>
          <p:nvPr userDrawn="1"/>
        </p:nvSpPr>
        <p:spPr>
          <a:xfrm>
            <a:off x="355600" y="1327150"/>
            <a:ext cx="5564188" cy="1006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66" name="Agrupar 65">
            <a:extLst>
              <a:ext uri="{FF2B5EF4-FFF2-40B4-BE49-F238E27FC236}">
                <a16:creationId xmlns:a16="http://schemas.microsoft.com/office/drawing/2014/main" id="{6A0B9D8C-C7A9-937E-5A88-AF2CCA063DA3}"/>
              </a:ext>
            </a:extLst>
          </p:cNvPr>
          <p:cNvGrpSpPr/>
          <p:nvPr userDrawn="1"/>
        </p:nvGrpSpPr>
        <p:grpSpPr>
          <a:xfrm>
            <a:off x="5173579" y="1168378"/>
            <a:ext cx="746210" cy="1109825"/>
            <a:chOff x="-1750093" y="4273281"/>
            <a:chExt cx="1249062" cy="1857708"/>
          </a:xfrm>
        </p:grpSpPr>
        <p:sp>
          <p:nvSpPr>
            <p:cNvPr id="33" name="Forma Livre: Forma 32">
              <a:extLst>
                <a:ext uri="{FF2B5EF4-FFF2-40B4-BE49-F238E27FC236}">
                  <a16:creationId xmlns:a16="http://schemas.microsoft.com/office/drawing/2014/main" id="{0EFEF8C5-8133-ECE3-843E-ED75BED671CC}"/>
                </a:ext>
              </a:extLst>
            </p:cNvPr>
            <p:cNvSpPr/>
            <p:nvPr userDrawn="1"/>
          </p:nvSpPr>
          <p:spPr>
            <a:xfrm>
              <a:off x="-1410746" y="4972050"/>
              <a:ext cx="909715" cy="1119626"/>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sz="1400">
                <a:solidFill>
                  <a:prstClr val="white"/>
                </a:solidFill>
                <a:latin typeface="Titillium Web Light" panose="020F0502020204030204"/>
              </a:endParaRPr>
            </a:p>
          </p:txBody>
        </p:sp>
        <p:sp>
          <p:nvSpPr>
            <p:cNvPr id="36" name="Forma Livre: Forma 35">
              <a:extLst>
                <a:ext uri="{FF2B5EF4-FFF2-40B4-BE49-F238E27FC236}">
                  <a16:creationId xmlns:a16="http://schemas.microsoft.com/office/drawing/2014/main" id="{D2FF4794-09F9-DE11-0E8D-58D2B62D537B}"/>
                </a:ext>
              </a:extLst>
            </p:cNvPr>
            <p:cNvSpPr/>
            <p:nvPr userDrawn="1"/>
          </p:nvSpPr>
          <p:spPr>
            <a:xfrm>
              <a:off x="-1750093" y="4593715"/>
              <a:ext cx="1249061" cy="1537274"/>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sz="1400">
                <a:solidFill>
                  <a:prstClr val="white"/>
                </a:solidFill>
                <a:latin typeface="Titillium Web Light" panose="020F0502020204030204"/>
              </a:endParaRPr>
            </a:p>
          </p:txBody>
        </p:sp>
        <p:cxnSp>
          <p:nvCxnSpPr>
            <p:cNvPr id="55" name="Conector de Seta Reta 54">
              <a:extLst>
                <a:ext uri="{FF2B5EF4-FFF2-40B4-BE49-F238E27FC236}">
                  <a16:creationId xmlns:a16="http://schemas.microsoft.com/office/drawing/2014/main" id="{837627F7-1B91-E0F0-2BFD-E7AB35FB2042}"/>
                </a:ext>
              </a:extLst>
            </p:cNvPr>
            <p:cNvCxnSpPr>
              <a:cxnSpLocks/>
            </p:cNvCxnSpPr>
            <p:nvPr userDrawn="1"/>
          </p:nvCxnSpPr>
          <p:spPr>
            <a:xfrm flipH="1">
              <a:off x="-1074627" y="4273281"/>
              <a:ext cx="265945" cy="334019"/>
            </a:xfrm>
            <a:prstGeom prst="straightConnector1">
              <a:avLst/>
            </a:prstGeom>
            <a:ln>
              <a:solidFill>
                <a:srgbClr val="B4CECB">
                  <a:alpha val="19000"/>
                </a:srgbClr>
              </a:solidFill>
              <a:tailEnd type="none"/>
            </a:ln>
          </p:spPr>
          <p:style>
            <a:lnRef idx="1">
              <a:schemeClr val="accent1"/>
            </a:lnRef>
            <a:fillRef idx="0">
              <a:schemeClr val="accent1"/>
            </a:fillRef>
            <a:effectRef idx="0">
              <a:schemeClr val="accent1"/>
            </a:effectRef>
            <a:fontRef idx="minor">
              <a:schemeClr val="tx1"/>
            </a:fontRef>
          </p:style>
        </p:cxnSp>
      </p:grpSp>
      <p:grpSp>
        <p:nvGrpSpPr>
          <p:cNvPr id="68" name="Agrupar 67">
            <a:extLst>
              <a:ext uri="{FF2B5EF4-FFF2-40B4-BE49-F238E27FC236}">
                <a16:creationId xmlns:a16="http://schemas.microsoft.com/office/drawing/2014/main" id="{95044879-CB78-1F7D-23C6-5CF889E49758}"/>
              </a:ext>
            </a:extLst>
          </p:cNvPr>
          <p:cNvGrpSpPr/>
          <p:nvPr userDrawn="1"/>
        </p:nvGrpSpPr>
        <p:grpSpPr>
          <a:xfrm>
            <a:off x="366714" y="1327150"/>
            <a:ext cx="818398" cy="1013334"/>
            <a:chOff x="-2950248" y="1327149"/>
            <a:chExt cx="2449215" cy="3032600"/>
          </a:xfrm>
        </p:grpSpPr>
        <p:sp>
          <p:nvSpPr>
            <p:cNvPr id="69" name="Forma Livre: Forma 68">
              <a:extLst>
                <a:ext uri="{FF2B5EF4-FFF2-40B4-BE49-F238E27FC236}">
                  <a16:creationId xmlns:a16="http://schemas.microsoft.com/office/drawing/2014/main" id="{014C87CC-A7F5-9F7E-A3CD-0C30D5D05001}"/>
                </a:ext>
              </a:extLst>
            </p:cNvPr>
            <p:cNvSpPr/>
            <p:nvPr userDrawn="1"/>
          </p:nvSpPr>
          <p:spPr>
            <a:xfrm rot="10800000">
              <a:off x="-2950248" y="1345393"/>
              <a:ext cx="2449215" cy="3014356"/>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70" name="Forma Livre: Forma 69">
              <a:extLst>
                <a:ext uri="{FF2B5EF4-FFF2-40B4-BE49-F238E27FC236}">
                  <a16:creationId xmlns:a16="http://schemas.microsoft.com/office/drawing/2014/main" id="{2C9B9FCF-8844-45D1-F162-422FCFC56607}"/>
                </a:ext>
              </a:extLst>
            </p:cNvPr>
            <p:cNvSpPr/>
            <p:nvPr userDrawn="1"/>
          </p:nvSpPr>
          <p:spPr>
            <a:xfrm rot="10800000">
              <a:off x="-2950245" y="1327149"/>
              <a:ext cx="1771671" cy="218047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sz="quarter" idx="20"/>
          </p:nvPr>
        </p:nvSpPr>
        <p:spPr>
          <a:xfrm>
            <a:off x="6280150" y="1327151"/>
            <a:ext cx="5543550" cy="4768850"/>
          </a:xfrm>
          <a:solidFill>
            <a:srgbClr val="F2F2F2"/>
          </a:solidFill>
        </p:spPr>
        <p:txBody>
          <a:bodyPr lIns="72000" tIns="72000" rIns="72000" bIns="72000">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4" name="Espaço Reservado para Texto 63">
            <a:extLst>
              <a:ext uri="{FF2B5EF4-FFF2-40B4-BE49-F238E27FC236}">
                <a16:creationId xmlns:a16="http://schemas.microsoft.com/office/drawing/2014/main" id="{A7063B60-E6F1-BE94-5D2D-8FCCD6F6C84B}"/>
              </a:ext>
            </a:extLst>
          </p:cNvPr>
          <p:cNvSpPr>
            <a:spLocks noGrp="1"/>
          </p:cNvSpPr>
          <p:nvPr>
            <p:ph type="body" sz="quarter" idx="22"/>
          </p:nvPr>
        </p:nvSpPr>
        <p:spPr>
          <a:xfrm>
            <a:off x="427122" y="1408547"/>
            <a:ext cx="5408194" cy="869657"/>
          </a:xfrm>
        </p:spPr>
        <p:txBody>
          <a:bodyPr>
            <a:noAutofit/>
          </a:bodyPr>
          <a:lstStyle>
            <a:lvl1pPr marL="0" indent="0" algn="ctr">
              <a:buNone/>
              <a:defRPr kumimoji="0" lang="pt-BR" sz="12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1pPr>
            <a:lvl2pPr marL="457200" indent="0">
              <a:buNone/>
              <a:defRPr kumimoji="0" lang="pt-BR" sz="18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2pPr>
            <a:lvl3pPr marL="914400" indent="0">
              <a:buNone/>
              <a:defRPr kumimoji="0" lang="pt-BR" sz="18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3pPr>
            <a:lvl4pPr marL="1371600" indent="0">
              <a:buNone/>
              <a:defRPr kumimoji="0" lang="pt-BR" sz="18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4pPr>
            <a:lvl5pPr marL="1828800" indent="0">
              <a:buNone/>
              <a:defRPr kumimoji="0" lang="pt-BR" sz="1800" i="0" u="none" strike="noStrike" kern="1200" cap="none" spc="0" normalizeH="0" baseline="0" dirty="0" smtClean="0">
                <a:ln>
                  <a:noFill/>
                </a:ln>
                <a:solidFill>
                  <a:schemeClr val="bg1"/>
                </a:solidFill>
                <a:effectLst/>
                <a:uLnTx/>
                <a:uFillTx/>
                <a:latin typeface="Titillium Web ExtraLight" panose="00000300000000000000" pitchFamily="2" charset="0"/>
                <a:ea typeface="+mn-ea"/>
                <a:cs typeface="+mn-cs"/>
              </a:defRPr>
            </a:lvl5pPr>
          </a:lstStyle>
          <a:p>
            <a:pPr lvl="0"/>
            <a:r>
              <a:rPr lang="pt-BR"/>
              <a:t>Clique para editar os estilos de texto Mestres</a:t>
            </a:r>
          </a:p>
        </p:txBody>
      </p:sp>
      <p:sp>
        <p:nvSpPr>
          <p:cNvPr id="3" name="Espaço Reservado para Texto 41">
            <a:extLst>
              <a:ext uri="{FF2B5EF4-FFF2-40B4-BE49-F238E27FC236}">
                <a16:creationId xmlns:a16="http://schemas.microsoft.com/office/drawing/2014/main" id="{75E7B5D8-BA90-08FC-AF32-F0D3FD1E4B08}"/>
              </a:ext>
            </a:extLst>
          </p:cNvPr>
          <p:cNvSpPr>
            <a:spLocks noGrp="1"/>
          </p:cNvSpPr>
          <p:nvPr>
            <p:ph type="body" sz="quarter" idx="23"/>
          </p:nvPr>
        </p:nvSpPr>
        <p:spPr>
          <a:xfrm>
            <a:off x="355600" y="2409251"/>
            <a:ext cx="5564188" cy="3686750"/>
          </a:xfrm>
        </p:spPr>
        <p:txBody>
          <a:bodyPr lIns="0" tIns="0" rIns="0" bIns="0">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pic>
        <p:nvPicPr>
          <p:cNvPr id="6" name="Imagem 5" descr="Logotipo&#10;&#10;Descrição gerada automaticamente">
            <a:extLst>
              <a:ext uri="{FF2B5EF4-FFF2-40B4-BE49-F238E27FC236}">
                <a16:creationId xmlns:a16="http://schemas.microsoft.com/office/drawing/2014/main" id="{D183C15D-E1B2-EA64-2627-682DDDDB01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5851703"/>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guide id="7" pos="3729" userDrawn="1">
          <p15:clr>
            <a:srgbClr val="FBAE40"/>
          </p15:clr>
        </p15:guide>
        <p15:guide id="8" pos="395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NSTITUCIONAL">
    <p:spTree>
      <p:nvGrpSpPr>
        <p:cNvPr id="1" name=""/>
        <p:cNvGrpSpPr/>
        <p:nvPr/>
      </p:nvGrpSpPr>
      <p:grpSpPr>
        <a:xfrm>
          <a:off x="0" y="0"/>
          <a:ext cx="0" cy="0"/>
          <a:chOff x="0" y="0"/>
          <a:chExt cx="0" cy="0"/>
        </a:xfrm>
      </p:grpSpPr>
      <p:sp>
        <p:nvSpPr>
          <p:cNvPr id="40" name="Espaço Reservado para Texto 39">
            <a:extLst>
              <a:ext uri="{FF2B5EF4-FFF2-40B4-BE49-F238E27FC236}">
                <a16:creationId xmlns:a16="http://schemas.microsoft.com/office/drawing/2014/main" id="{48BA31CF-3C71-E7C0-36DD-D40061FBBE81}"/>
              </a:ext>
            </a:extLst>
          </p:cNvPr>
          <p:cNvSpPr>
            <a:spLocks noGrp="1"/>
          </p:cNvSpPr>
          <p:nvPr>
            <p:ph type="body" sz="quarter" idx="18"/>
          </p:nvPr>
        </p:nvSpPr>
        <p:spPr>
          <a:xfrm>
            <a:off x="355600" y="1327150"/>
            <a:ext cx="11464925" cy="1023938"/>
          </a:xfrm>
          <a:solidFill>
            <a:srgbClr val="061844"/>
          </a:solidFill>
        </p:spPr>
        <p:txBody>
          <a:bodyPr anchor="ctr"/>
          <a:lstStyle>
            <a:lvl1pPr marL="0" indent="0" algn="ctr">
              <a:buNone/>
              <a:defRPr kumimoji="0" lang="pt-BR" sz="1400" b="0" i="0" u="none" strike="noStrike" kern="1200" cap="none" spc="0" normalizeH="0" baseline="0" smtClean="0">
                <a:ln>
                  <a:noFill/>
                </a:ln>
                <a:solidFill>
                  <a:prstClr val="white"/>
                </a:solidFill>
                <a:effectLst/>
                <a:uLnTx/>
                <a:uFillTx/>
                <a:latin typeface="Titillium Web ExtraLight" panose="00000300000000000000" pitchFamily="2" charset="0"/>
                <a:ea typeface="+mn-ea"/>
                <a:cs typeface="+mn-cs"/>
              </a:defRPr>
            </a:lvl1pPr>
            <a:lvl2pPr marL="457200" indent="0">
              <a:buNone/>
              <a:defRPr/>
            </a:lvl2pPr>
          </a:lstStyle>
          <a:p>
            <a:pPr lvl="0"/>
            <a:r>
              <a:rPr lang="pt-BR"/>
              <a:t>Clique para editar os estilos de texto Mestres</a:t>
            </a: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grpSp>
        <p:nvGrpSpPr>
          <p:cNvPr id="6" name="Agrupar 5">
            <a:extLst>
              <a:ext uri="{FF2B5EF4-FFF2-40B4-BE49-F238E27FC236}">
                <a16:creationId xmlns:a16="http://schemas.microsoft.com/office/drawing/2014/main" id="{EA79682F-ACA5-A886-B58F-091EEEB1743C}"/>
              </a:ext>
            </a:extLst>
          </p:cNvPr>
          <p:cNvGrpSpPr/>
          <p:nvPr userDrawn="1"/>
        </p:nvGrpSpPr>
        <p:grpSpPr>
          <a:xfrm>
            <a:off x="9707739" y="1313623"/>
            <a:ext cx="2119135" cy="1028685"/>
            <a:chOff x="9236139" y="699056"/>
            <a:chExt cx="2947407" cy="1430749"/>
          </a:xfrm>
        </p:grpSpPr>
        <p:sp>
          <p:nvSpPr>
            <p:cNvPr id="28" name="Forma Livre: Forma 27">
              <a:extLst>
                <a:ext uri="{FF2B5EF4-FFF2-40B4-BE49-F238E27FC236}">
                  <a16:creationId xmlns:a16="http://schemas.microsoft.com/office/drawing/2014/main" id="{FB488889-BB29-614E-CD1E-3CFA768CDEC5}"/>
                </a:ext>
              </a:extLst>
            </p:cNvPr>
            <p:cNvSpPr/>
            <p:nvPr/>
          </p:nvSpPr>
          <p:spPr>
            <a:xfrm>
              <a:off x="11050582" y="729368"/>
              <a:ext cx="1132964" cy="1394390"/>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cxnSp>
          <p:nvCxnSpPr>
            <p:cNvPr id="29" name="Conector de Seta Reta 28">
              <a:extLst>
                <a:ext uri="{FF2B5EF4-FFF2-40B4-BE49-F238E27FC236}">
                  <a16:creationId xmlns:a16="http://schemas.microsoft.com/office/drawing/2014/main" id="{03378735-BFAA-5715-011B-D5E8004AF0F6}"/>
                </a:ext>
              </a:extLst>
            </p:cNvPr>
            <p:cNvCxnSpPr>
              <a:cxnSpLocks/>
            </p:cNvCxnSpPr>
            <p:nvPr/>
          </p:nvCxnSpPr>
          <p:spPr>
            <a:xfrm flipH="1">
              <a:off x="11317297" y="726123"/>
              <a:ext cx="658814" cy="827453"/>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0" name="Forma Livre: Forma 29">
              <a:extLst>
                <a:ext uri="{FF2B5EF4-FFF2-40B4-BE49-F238E27FC236}">
                  <a16:creationId xmlns:a16="http://schemas.microsoft.com/office/drawing/2014/main" id="{59EDCE68-D950-24E1-E50F-DA6872D33F86}"/>
                </a:ext>
              </a:extLst>
            </p:cNvPr>
            <p:cNvSpPr/>
            <p:nvPr/>
          </p:nvSpPr>
          <p:spPr>
            <a:xfrm>
              <a:off x="9236139" y="699056"/>
              <a:ext cx="2112974" cy="142889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32" name="Forma Livre: Forma 31">
              <a:extLst>
                <a:ext uri="{FF2B5EF4-FFF2-40B4-BE49-F238E27FC236}">
                  <a16:creationId xmlns:a16="http://schemas.microsoft.com/office/drawing/2014/main" id="{F1BF87E1-E374-3F2D-8D73-3BC8CC203C4C}"/>
                </a:ext>
              </a:extLst>
            </p:cNvPr>
            <p:cNvSpPr/>
            <p:nvPr/>
          </p:nvSpPr>
          <p:spPr>
            <a:xfrm>
              <a:off x="9973804" y="1304725"/>
              <a:ext cx="1220090" cy="82508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grpSp>
        <p:nvGrpSpPr>
          <p:cNvPr id="33" name="Agrupar 32">
            <a:extLst>
              <a:ext uri="{FF2B5EF4-FFF2-40B4-BE49-F238E27FC236}">
                <a16:creationId xmlns:a16="http://schemas.microsoft.com/office/drawing/2014/main" id="{0272528B-3545-2FC9-5306-4C1473968319}"/>
              </a:ext>
            </a:extLst>
          </p:cNvPr>
          <p:cNvGrpSpPr/>
          <p:nvPr userDrawn="1"/>
        </p:nvGrpSpPr>
        <p:grpSpPr>
          <a:xfrm rot="10800000">
            <a:off x="355600" y="1323014"/>
            <a:ext cx="2107825" cy="1027348"/>
            <a:chOff x="9251870" y="679157"/>
            <a:chExt cx="2931676" cy="1428890"/>
          </a:xfrm>
        </p:grpSpPr>
        <p:sp>
          <p:nvSpPr>
            <p:cNvPr id="35" name="Forma Livre: Forma 34">
              <a:extLst>
                <a:ext uri="{FF2B5EF4-FFF2-40B4-BE49-F238E27FC236}">
                  <a16:creationId xmlns:a16="http://schemas.microsoft.com/office/drawing/2014/main" id="{1CC013B8-FB6A-9853-B903-2CD04EB12222}"/>
                </a:ext>
              </a:extLst>
            </p:cNvPr>
            <p:cNvSpPr/>
            <p:nvPr/>
          </p:nvSpPr>
          <p:spPr>
            <a:xfrm>
              <a:off x="11050581" y="698719"/>
              <a:ext cx="1132965" cy="1394390"/>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cxnSp>
          <p:nvCxnSpPr>
            <p:cNvPr id="36" name="Conector de Seta Reta 35">
              <a:extLst>
                <a:ext uri="{FF2B5EF4-FFF2-40B4-BE49-F238E27FC236}">
                  <a16:creationId xmlns:a16="http://schemas.microsoft.com/office/drawing/2014/main" id="{97FF822C-16D7-36DD-E7B6-650EB6761FE4}"/>
                </a:ext>
              </a:extLst>
            </p:cNvPr>
            <p:cNvCxnSpPr>
              <a:cxnSpLocks/>
            </p:cNvCxnSpPr>
            <p:nvPr/>
          </p:nvCxnSpPr>
          <p:spPr>
            <a:xfrm flipH="1">
              <a:off x="11317297" y="726123"/>
              <a:ext cx="658814" cy="827453"/>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7" name="Forma Livre: Forma 36">
              <a:extLst>
                <a:ext uri="{FF2B5EF4-FFF2-40B4-BE49-F238E27FC236}">
                  <a16:creationId xmlns:a16="http://schemas.microsoft.com/office/drawing/2014/main" id="{C80F476E-9784-FACE-5BEC-CA1FDA072BC3}"/>
                </a:ext>
              </a:extLst>
            </p:cNvPr>
            <p:cNvSpPr/>
            <p:nvPr/>
          </p:nvSpPr>
          <p:spPr>
            <a:xfrm>
              <a:off x="9251870" y="679157"/>
              <a:ext cx="2112974" cy="142889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38" name="Forma Livre: Forma 37">
              <a:extLst>
                <a:ext uri="{FF2B5EF4-FFF2-40B4-BE49-F238E27FC236}">
                  <a16:creationId xmlns:a16="http://schemas.microsoft.com/office/drawing/2014/main" id="{B4EB962F-1225-BB58-5C3E-3D6D8D54A8DF}"/>
                </a:ext>
              </a:extLst>
            </p:cNvPr>
            <p:cNvSpPr/>
            <p:nvPr/>
          </p:nvSpPr>
          <p:spPr>
            <a:xfrm>
              <a:off x="9974295" y="1282965"/>
              <a:ext cx="1220090" cy="825081"/>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sz="quarter" idx="19"/>
          </p:nvPr>
        </p:nvSpPr>
        <p:spPr>
          <a:xfrm>
            <a:off x="355600" y="2478088"/>
            <a:ext cx="5521325"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43" name="Espaço Reservado para Texto 41">
            <a:extLst>
              <a:ext uri="{FF2B5EF4-FFF2-40B4-BE49-F238E27FC236}">
                <a16:creationId xmlns:a16="http://schemas.microsoft.com/office/drawing/2014/main" id="{B8A10F5B-94C8-AD1A-6474-DD1F4D2CA974}"/>
              </a:ext>
            </a:extLst>
          </p:cNvPr>
          <p:cNvSpPr>
            <a:spLocks noGrp="1"/>
          </p:cNvSpPr>
          <p:nvPr>
            <p:ph type="body" sz="quarter" idx="20"/>
          </p:nvPr>
        </p:nvSpPr>
        <p:spPr>
          <a:xfrm>
            <a:off x="6299200" y="2478088"/>
            <a:ext cx="5521325"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pic>
        <p:nvPicPr>
          <p:cNvPr id="3" name="Imagem 2" descr="Logotipo&#10;&#10;Descrição gerada automaticamente">
            <a:extLst>
              <a:ext uri="{FF2B5EF4-FFF2-40B4-BE49-F238E27FC236}">
                <a16:creationId xmlns:a16="http://schemas.microsoft.com/office/drawing/2014/main" id="{BDB5A778-20A6-267F-9AC6-D5D4B03EF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037722051"/>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4_INSTITUCIONAL">
    <p:spTree>
      <p:nvGrpSpPr>
        <p:cNvPr id="1" name=""/>
        <p:cNvGrpSpPr/>
        <p:nvPr/>
      </p:nvGrpSpPr>
      <p:grpSpPr>
        <a:xfrm>
          <a:off x="0" y="0"/>
          <a:ext cx="0" cy="0"/>
          <a:chOff x="0" y="0"/>
          <a:chExt cx="0" cy="0"/>
        </a:xfrm>
      </p:grpSpPr>
      <p:sp>
        <p:nvSpPr>
          <p:cNvPr id="40" name="Espaço Reservado para Texto 39">
            <a:extLst>
              <a:ext uri="{FF2B5EF4-FFF2-40B4-BE49-F238E27FC236}">
                <a16:creationId xmlns:a16="http://schemas.microsoft.com/office/drawing/2014/main" id="{48BA31CF-3C71-E7C0-36DD-D40061FBBE81}"/>
              </a:ext>
            </a:extLst>
          </p:cNvPr>
          <p:cNvSpPr>
            <a:spLocks noGrp="1"/>
          </p:cNvSpPr>
          <p:nvPr>
            <p:ph type="body" sz="quarter" idx="18"/>
          </p:nvPr>
        </p:nvSpPr>
        <p:spPr>
          <a:xfrm>
            <a:off x="355600" y="1327150"/>
            <a:ext cx="11464925" cy="1023938"/>
          </a:xfrm>
          <a:solidFill>
            <a:srgbClr val="061844"/>
          </a:solidFill>
        </p:spPr>
        <p:txBody>
          <a:bodyPr anchor="ctr"/>
          <a:lstStyle>
            <a:lvl1pPr marL="0" indent="0" algn="ctr">
              <a:buNone/>
              <a:defRPr kumimoji="0" lang="pt-BR" sz="1400" b="0" i="0" u="none" strike="noStrike" kern="1200" cap="none" spc="0" normalizeH="0" baseline="0" smtClean="0">
                <a:ln>
                  <a:noFill/>
                </a:ln>
                <a:solidFill>
                  <a:prstClr val="white"/>
                </a:solidFill>
                <a:effectLst/>
                <a:uLnTx/>
                <a:uFillTx/>
                <a:latin typeface="Titillium Web ExtraLight" panose="00000300000000000000" pitchFamily="2" charset="0"/>
                <a:ea typeface="+mn-ea"/>
                <a:cs typeface="+mn-cs"/>
              </a:defRPr>
            </a:lvl1pPr>
            <a:lvl2pPr marL="457200" indent="0">
              <a:buNone/>
              <a:defRPr/>
            </a:lvl2pPr>
          </a:lstStyle>
          <a:p>
            <a:pPr lvl="0"/>
            <a:r>
              <a:rPr lang="pt-BR"/>
              <a:t>Clique para editar os estilos de texto Mestres</a:t>
            </a: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grpSp>
        <p:nvGrpSpPr>
          <p:cNvPr id="6" name="Agrupar 5">
            <a:extLst>
              <a:ext uri="{FF2B5EF4-FFF2-40B4-BE49-F238E27FC236}">
                <a16:creationId xmlns:a16="http://schemas.microsoft.com/office/drawing/2014/main" id="{EA79682F-ACA5-A886-B58F-091EEEB1743C}"/>
              </a:ext>
            </a:extLst>
          </p:cNvPr>
          <p:cNvGrpSpPr/>
          <p:nvPr userDrawn="1"/>
        </p:nvGrpSpPr>
        <p:grpSpPr>
          <a:xfrm>
            <a:off x="9707739" y="1313623"/>
            <a:ext cx="2119135" cy="1028685"/>
            <a:chOff x="9236139" y="699056"/>
            <a:chExt cx="2947407" cy="1430749"/>
          </a:xfrm>
        </p:grpSpPr>
        <p:sp>
          <p:nvSpPr>
            <p:cNvPr id="28" name="Forma Livre: Forma 27">
              <a:extLst>
                <a:ext uri="{FF2B5EF4-FFF2-40B4-BE49-F238E27FC236}">
                  <a16:creationId xmlns:a16="http://schemas.microsoft.com/office/drawing/2014/main" id="{FB488889-BB29-614E-CD1E-3CFA768CDEC5}"/>
                </a:ext>
              </a:extLst>
            </p:cNvPr>
            <p:cNvSpPr/>
            <p:nvPr/>
          </p:nvSpPr>
          <p:spPr>
            <a:xfrm>
              <a:off x="11050582" y="729368"/>
              <a:ext cx="1132964" cy="1394390"/>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cxnSp>
          <p:nvCxnSpPr>
            <p:cNvPr id="29" name="Conector de Seta Reta 28">
              <a:extLst>
                <a:ext uri="{FF2B5EF4-FFF2-40B4-BE49-F238E27FC236}">
                  <a16:creationId xmlns:a16="http://schemas.microsoft.com/office/drawing/2014/main" id="{03378735-BFAA-5715-011B-D5E8004AF0F6}"/>
                </a:ext>
              </a:extLst>
            </p:cNvPr>
            <p:cNvCxnSpPr>
              <a:cxnSpLocks/>
            </p:cNvCxnSpPr>
            <p:nvPr/>
          </p:nvCxnSpPr>
          <p:spPr>
            <a:xfrm flipH="1">
              <a:off x="11317297" y="726123"/>
              <a:ext cx="658814" cy="827453"/>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0" name="Forma Livre: Forma 29">
              <a:extLst>
                <a:ext uri="{FF2B5EF4-FFF2-40B4-BE49-F238E27FC236}">
                  <a16:creationId xmlns:a16="http://schemas.microsoft.com/office/drawing/2014/main" id="{59EDCE68-D950-24E1-E50F-DA6872D33F86}"/>
                </a:ext>
              </a:extLst>
            </p:cNvPr>
            <p:cNvSpPr/>
            <p:nvPr/>
          </p:nvSpPr>
          <p:spPr>
            <a:xfrm>
              <a:off x="9236139" y="699056"/>
              <a:ext cx="2112974" cy="142889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32" name="Forma Livre: Forma 31">
              <a:extLst>
                <a:ext uri="{FF2B5EF4-FFF2-40B4-BE49-F238E27FC236}">
                  <a16:creationId xmlns:a16="http://schemas.microsoft.com/office/drawing/2014/main" id="{F1BF87E1-E374-3F2D-8D73-3BC8CC203C4C}"/>
                </a:ext>
              </a:extLst>
            </p:cNvPr>
            <p:cNvSpPr/>
            <p:nvPr/>
          </p:nvSpPr>
          <p:spPr>
            <a:xfrm>
              <a:off x="9973804" y="1304725"/>
              <a:ext cx="1220090" cy="82508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grpSp>
        <p:nvGrpSpPr>
          <p:cNvPr id="33" name="Agrupar 32">
            <a:extLst>
              <a:ext uri="{FF2B5EF4-FFF2-40B4-BE49-F238E27FC236}">
                <a16:creationId xmlns:a16="http://schemas.microsoft.com/office/drawing/2014/main" id="{0272528B-3545-2FC9-5306-4C1473968319}"/>
              </a:ext>
            </a:extLst>
          </p:cNvPr>
          <p:cNvGrpSpPr/>
          <p:nvPr userDrawn="1"/>
        </p:nvGrpSpPr>
        <p:grpSpPr>
          <a:xfrm rot="10800000">
            <a:off x="355600" y="1323014"/>
            <a:ext cx="2107825" cy="1027348"/>
            <a:chOff x="9251870" y="679157"/>
            <a:chExt cx="2931676" cy="1428890"/>
          </a:xfrm>
        </p:grpSpPr>
        <p:sp>
          <p:nvSpPr>
            <p:cNvPr id="35" name="Forma Livre: Forma 34">
              <a:extLst>
                <a:ext uri="{FF2B5EF4-FFF2-40B4-BE49-F238E27FC236}">
                  <a16:creationId xmlns:a16="http://schemas.microsoft.com/office/drawing/2014/main" id="{1CC013B8-FB6A-9853-B903-2CD04EB12222}"/>
                </a:ext>
              </a:extLst>
            </p:cNvPr>
            <p:cNvSpPr/>
            <p:nvPr/>
          </p:nvSpPr>
          <p:spPr>
            <a:xfrm>
              <a:off x="11050581" y="698719"/>
              <a:ext cx="1132965" cy="1394390"/>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cxnSp>
          <p:nvCxnSpPr>
            <p:cNvPr id="36" name="Conector de Seta Reta 35">
              <a:extLst>
                <a:ext uri="{FF2B5EF4-FFF2-40B4-BE49-F238E27FC236}">
                  <a16:creationId xmlns:a16="http://schemas.microsoft.com/office/drawing/2014/main" id="{97FF822C-16D7-36DD-E7B6-650EB6761FE4}"/>
                </a:ext>
              </a:extLst>
            </p:cNvPr>
            <p:cNvCxnSpPr>
              <a:cxnSpLocks/>
            </p:cNvCxnSpPr>
            <p:nvPr/>
          </p:nvCxnSpPr>
          <p:spPr>
            <a:xfrm flipH="1">
              <a:off x="11317297" y="726123"/>
              <a:ext cx="658814" cy="827453"/>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7" name="Forma Livre: Forma 36">
              <a:extLst>
                <a:ext uri="{FF2B5EF4-FFF2-40B4-BE49-F238E27FC236}">
                  <a16:creationId xmlns:a16="http://schemas.microsoft.com/office/drawing/2014/main" id="{C80F476E-9784-FACE-5BEC-CA1FDA072BC3}"/>
                </a:ext>
              </a:extLst>
            </p:cNvPr>
            <p:cNvSpPr/>
            <p:nvPr/>
          </p:nvSpPr>
          <p:spPr>
            <a:xfrm>
              <a:off x="9251870" y="679157"/>
              <a:ext cx="2112974" cy="142889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38" name="Forma Livre: Forma 37">
              <a:extLst>
                <a:ext uri="{FF2B5EF4-FFF2-40B4-BE49-F238E27FC236}">
                  <a16:creationId xmlns:a16="http://schemas.microsoft.com/office/drawing/2014/main" id="{B4EB962F-1225-BB58-5C3E-3D6D8D54A8DF}"/>
                </a:ext>
              </a:extLst>
            </p:cNvPr>
            <p:cNvSpPr/>
            <p:nvPr/>
          </p:nvSpPr>
          <p:spPr>
            <a:xfrm>
              <a:off x="9974295" y="1282965"/>
              <a:ext cx="1220090" cy="825081"/>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sz="quarter" idx="19"/>
          </p:nvPr>
        </p:nvSpPr>
        <p:spPr>
          <a:xfrm>
            <a:off x="355600" y="2478088"/>
            <a:ext cx="11471274"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pic>
        <p:nvPicPr>
          <p:cNvPr id="3" name="Imagem 2" descr="Logotipo&#10;&#10;Descrição gerada automaticamente">
            <a:extLst>
              <a:ext uri="{FF2B5EF4-FFF2-40B4-BE49-F238E27FC236}">
                <a16:creationId xmlns:a16="http://schemas.microsoft.com/office/drawing/2014/main" id="{09E49D91-CD5F-43C4-A1D8-FEBC5D0D9D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3102796127"/>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INSTITUCIONAL">
    <p:spTree>
      <p:nvGrpSpPr>
        <p:cNvPr id="1" name=""/>
        <p:cNvGrpSpPr/>
        <p:nvPr/>
      </p:nvGrpSpPr>
      <p:grpSpPr>
        <a:xfrm>
          <a:off x="0" y="0"/>
          <a:ext cx="0" cy="0"/>
          <a:chOff x="0" y="0"/>
          <a:chExt cx="0" cy="0"/>
        </a:xfrm>
      </p:grpSpPr>
      <p:sp>
        <p:nvSpPr>
          <p:cNvPr id="71" name="Retângulo 70">
            <a:extLst>
              <a:ext uri="{FF2B5EF4-FFF2-40B4-BE49-F238E27FC236}">
                <a16:creationId xmlns:a16="http://schemas.microsoft.com/office/drawing/2014/main" id="{85A66C9A-062E-B5F0-8CE5-5293917A65E0}"/>
              </a:ext>
            </a:extLst>
          </p:cNvPr>
          <p:cNvSpPr/>
          <p:nvPr userDrawn="1"/>
        </p:nvSpPr>
        <p:spPr>
          <a:xfrm>
            <a:off x="10033000" y="1991062"/>
            <a:ext cx="1782763" cy="4104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79" name="Agrupar 78">
            <a:extLst>
              <a:ext uri="{FF2B5EF4-FFF2-40B4-BE49-F238E27FC236}">
                <a16:creationId xmlns:a16="http://schemas.microsoft.com/office/drawing/2014/main" id="{57720845-4907-7510-DD9F-C5AF4C17F7DD}"/>
              </a:ext>
            </a:extLst>
          </p:cNvPr>
          <p:cNvGrpSpPr/>
          <p:nvPr userDrawn="1"/>
        </p:nvGrpSpPr>
        <p:grpSpPr>
          <a:xfrm>
            <a:off x="10014584" y="2571750"/>
            <a:ext cx="1866100" cy="2943225"/>
            <a:chOff x="10096500" y="2347913"/>
            <a:chExt cx="1672051" cy="2080615"/>
          </a:xfrm>
        </p:grpSpPr>
        <p:cxnSp>
          <p:nvCxnSpPr>
            <p:cNvPr id="80" name="Conector reto 79">
              <a:extLst>
                <a:ext uri="{FF2B5EF4-FFF2-40B4-BE49-F238E27FC236}">
                  <a16:creationId xmlns:a16="http://schemas.microsoft.com/office/drawing/2014/main" id="{DD77C595-F7EE-C956-933F-C410D65A925C}"/>
                </a:ext>
              </a:extLst>
            </p:cNvPr>
            <p:cNvCxnSpPr>
              <a:cxnSpLocks/>
            </p:cNvCxnSpPr>
            <p:nvPr/>
          </p:nvCxnSpPr>
          <p:spPr>
            <a:xfrm>
              <a:off x="10096500" y="2347913"/>
              <a:ext cx="1672051"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Conector reto 80">
              <a:extLst>
                <a:ext uri="{FF2B5EF4-FFF2-40B4-BE49-F238E27FC236}">
                  <a16:creationId xmlns:a16="http://schemas.microsoft.com/office/drawing/2014/main" id="{A2B4252A-4BE3-5B54-0B17-DCBAE1896B12}"/>
                </a:ext>
              </a:extLst>
            </p:cNvPr>
            <p:cNvCxnSpPr>
              <a:cxnSpLocks/>
            </p:cNvCxnSpPr>
            <p:nvPr/>
          </p:nvCxnSpPr>
          <p:spPr>
            <a:xfrm>
              <a:off x="10096500" y="2764036"/>
              <a:ext cx="1672051"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2" name="Conector reto 81">
              <a:extLst>
                <a:ext uri="{FF2B5EF4-FFF2-40B4-BE49-F238E27FC236}">
                  <a16:creationId xmlns:a16="http://schemas.microsoft.com/office/drawing/2014/main" id="{999E9B53-800E-20B2-4F37-E2547CD07CD6}"/>
                </a:ext>
              </a:extLst>
            </p:cNvPr>
            <p:cNvCxnSpPr>
              <a:cxnSpLocks/>
            </p:cNvCxnSpPr>
            <p:nvPr/>
          </p:nvCxnSpPr>
          <p:spPr>
            <a:xfrm>
              <a:off x="10096500" y="3180159"/>
              <a:ext cx="1672051"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Conector reto 82">
              <a:extLst>
                <a:ext uri="{FF2B5EF4-FFF2-40B4-BE49-F238E27FC236}">
                  <a16:creationId xmlns:a16="http://schemas.microsoft.com/office/drawing/2014/main" id="{8A9FFDB3-7752-FDCE-715A-DB468B38DEA1}"/>
                </a:ext>
              </a:extLst>
            </p:cNvPr>
            <p:cNvCxnSpPr>
              <a:cxnSpLocks/>
            </p:cNvCxnSpPr>
            <p:nvPr/>
          </p:nvCxnSpPr>
          <p:spPr>
            <a:xfrm>
              <a:off x="10096500" y="3596282"/>
              <a:ext cx="1672051"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Conector reto 83">
              <a:extLst>
                <a:ext uri="{FF2B5EF4-FFF2-40B4-BE49-F238E27FC236}">
                  <a16:creationId xmlns:a16="http://schemas.microsoft.com/office/drawing/2014/main" id="{3AB44061-1BE3-423D-F170-318318360177}"/>
                </a:ext>
              </a:extLst>
            </p:cNvPr>
            <p:cNvCxnSpPr>
              <a:cxnSpLocks/>
            </p:cNvCxnSpPr>
            <p:nvPr/>
          </p:nvCxnSpPr>
          <p:spPr>
            <a:xfrm>
              <a:off x="10096500" y="4012405"/>
              <a:ext cx="1672051"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Conector reto 84">
              <a:extLst>
                <a:ext uri="{FF2B5EF4-FFF2-40B4-BE49-F238E27FC236}">
                  <a16:creationId xmlns:a16="http://schemas.microsoft.com/office/drawing/2014/main" id="{4DCD4986-96DC-F07F-E913-25E2FA195D0B}"/>
                </a:ext>
              </a:extLst>
            </p:cNvPr>
            <p:cNvCxnSpPr>
              <a:cxnSpLocks/>
            </p:cNvCxnSpPr>
            <p:nvPr/>
          </p:nvCxnSpPr>
          <p:spPr>
            <a:xfrm>
              <a:off x="10096500" y="4428528"/>
              <a:ext cx="1672051"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0" name="Espaço Reservado para Texto 39">
            <a:extLst>
              <a:ext uri="{FF2B5EF4-FFF2-40B4-BE49-F238E27FC236}">
                <a16:creationId xmlns:a16="http://schemas.microsoft.com/office/drawing/2014/main" id="{48BA31CF-3C71-E7C0-36DD-D40061FBBE81}"/>
              </a:ext>
            </a:extLst>
          </p:cNvPr>
          <p:cNvSpPr>
            <a:spLocks noGrp="1"/>
          </p:cNvSpPr>
          <p:nvPr>
            <p:ph type="body" sz="quarter" idx="18"/>
          </p:nvPr>
        </p:nvSpPr>
        <p:spPr>
          <a:xfrm>
            <a:off x="355600" y="1327150"/>
            <a:ext cx="11464925" cy="582120"/>
          </a:xfrm>
          <a:solidFill>
            <a:srgbClr val="061844"/>
          </a:solidFill>
        </p:spPr>
        <p:txBody>
          <a:bodyPr anchor="ctr"/>
          <a:lstStyle>
            <a:lvl1pPr marL="0" indent="0" algn="ctr">
              <a:buNone/>
              <a:defRPr kumimoji="0" lang="pt-BR" sz="1400" b="0" i="0" u="none" strike="noStrike" kern="1200" cap="none" spc="0" normalizeH="0" baseline="0" smtClean="0">
                <a:ln>
                  <a:noFill/>
                </a:ln>
                <a:solidFill>
                  <a:prstClr val="white"/>
                </a:solidFill>
                <a:effectLst/>
                <a:uLnTx/>
                <a:uFillTx/>
                <a:latin typeface="Titillium Web ExtraLight" panose="00000300000000000000" pitchFamily="2" charset="0"/>
                <a:ea typeface="+mn-ea"/>
                <a:cs typeface="+mn-cs"/>
              </a:defRPr>
            </a:lvl1pPr>
            <a:lvl2pPr marL="457200" indent="0">
              <a:buNone/>
              <a:defRPr/>
            </a:lvl2pPr>
          </a:lstStyle>
          <a:p>
            <a:pPr lvl="0"/>
            <a:r>
              <a:rPr lang="pt-BR"/>
              <a:t>Clique para editar os estilos de texto Mestres</a:t>
            </a: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grpSp>
        <p:nvGrpSpPr>
          <p:cNvPr id="39" name="Agrupar 38">
            <a:extLst>
              <a:ext uri="{FF2B5EF4-FFF2-40B4-BE49-F238E27FC236}">
                <a16:creationId xmlns:a16="http://schemas.microsoft.com/office/drawing/2014/main" id="{272F940C-C08B-9C8F-42A9-B62F0AC4CC89}"/>
              </a:ext>
            </a:extLst>
          </p:cNvPr>
          <p:cNvGrpSpPr/>
          <p:nvPr userDrawn="1"/>
        </p:nvGrpSpPr>
        <p:grpSpPr>
          <a:xfrm>
            <a:off x="371469" y="1316406"/>
            <a:ext cx="1838470" cy="573768"/>
            <a:chOff x="371469" y="1316406"/>
            <a:chExt cx="1838470" cy="573768"/>
          </a:xfrm>
        </p:grpSpPr>
        <p:grpSp>
          <p:nvGrpSpPr>
            <p:cNvPr id="41" name="Agrupar 40">
              <a:extLst>
                <a:ext uri="{FF2B5EF4-FFF2-40B4-BE49-F238E27FC236}">
                  <a16:creationId xmlns:a16="http://schemas.microsoft.com/office/drawing/2014/main" id="{DEE2C7BD-8B63-D999-1012-78B81E27E090}"/>
                </a:ext>
              </a:extLst>
            </p:cNvPr>
            <p:cNvGrpSpPr/>
            <p:nvPr/>
          </p:nvGrpSpPr>
          <p:grpSpPr>
            <a:xfrm rot="10800000">
              <a:off x="371469" y="1316406"/>
              <a:ext cx="1457327" cy="573767"/>
              <a:chOff x="9238181" y="1087042"/>
              <a:chExt cx="2931985" cy="1399845"/>
            </a:xfrm>
          </p:grpSpPr>
          <p:sp>
            <p:nvSpPr>
              <p:cNvPr id="46" name="Forma Livre: Forma 45">
                <a:extLst>
                  <a:ext uri="{FF2B5EF4-FFF2-40B4-BE49-F238E27FC236}">
                    <a16:creationId xmlns:a16="http://schemas.microsoft.com/office/drawing/2014/main" id="{4836742C-A7C5-47B1-AAC3-B8A3700FE33A}"/>
                  </a:ext>
                </a:extLst>
              </p:cNvPr>
              <p:cNvSpPr/>
              <p:nvPr/>
            </p:nvSpPr>
            <p:spPr>
              <a:xfrm>
                <a:off x="11037201" y="1128063"/>
                <a:ext cx="1132965" cy="1357766"/>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sz="1400">
                  <a:solidFill>
                    <a:prstClr val="white"/>
                  </a:solidFill>
                  <a:latin typeface="Titillium Web Light" panose="020F0502020204030204"/>
                </a:endParaRPr>
              </a:p>
            </p:txBody>
          </p:sp>
          <p:sp>
            <p:nvSpPr>
              <p:cNvPr id="47" name="Forma Livre: Forma 46">
                <a:extLst>
                  <a:ext uri="{FF2B5EF4-FFF2-40B4-BE49-F238E27FC236}">
                    <a16:creationId xmlns:a16="http://schemas.microsoft.com/office/drawing/2014/main" id="{2ED84B64-61D8-A4B0-40D8-6ABBA5B22381}"/>
                  </a:ext>
                </a:extLst>
              </p:cNvPr>
              <p:cNvSpPr/>
              <p:nvPr/>
            </p:nvSpPr>
            <p:spPr>
              <a:xfrm>
                <a:off x="9238181" y="1087042"/>
                <a:ext cx="2112974" cy="139136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48" name="Forma Livre: Forma 47">
                <a:extLst>
                  <a:ext uri="{FF2B5EF4-FFF2-40B4-BE49-F238E27FC236}">
                    <a16:creationId xmlns:a16="http://schemas.microsoft.com/office/drawing/2014/main" id="{89D90B05-D809-3CDB-9264-D2D874902ECC}"/>
                  </a:ext>
                </a:extLst>
              </p:cNvPr>
              <p:cNvSpPr/>
              <p:nvPr/>
            </p:nvSpPr>
            <p:spPr>
              <a:xfrm>
                <a:off x="9974295" y="1683477"/>
                <a:ext cx="1220090" cy="80341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sz="1400">
                  <a:solidFill>
                    <a:prstClr val="white"/>
                  </a:solidFill>
                  <a:latin typeface="Titillium Web Light" panose="020F0502020204030204"/>
                </a:endParaRPr>
              </a:p>
            </p:txBody>
          </p:sp>
        </p:grpSp>
        <p:grpSp>
          <p:nvGrpSpPr>
            <p:cNvPr id="43" name="Agrupar 42">
              <a:extLst>
                <a:ext uri="{FF2B5EF4-FFF2-40B4-BE49-F238E27FC236}">
                  <a16:creationId xmlns:a16="http://schemas.microsoft.com/office/drawing/2014/main" id="{EF949E83-20F4-F208-15DA-21C7497B36A4}"/>
                </a:ext>
              </a:extLst>
            </p:cNvPr>
            <p:cNvGrpSpPr/>
            <p:nvPr/>
          </p:nvGrpSpPr>
          <p:grpSpPr>
            <a:xfrm rot="10800000">
              <a:off x="1159698" y="1316408"/>
              <a:ext cx="1050241" cy="573766"/>
              <a:chOff x="9238181" y="1087042"/>
              <a:chExt cx="2112974" cy="1399845"/>
            </a:xfrm>
          </p:grpSpPr>
          <p:sp>
            <p:nvSpPr>
              <p:cNvPr id="44" name="Forma Livre: Forma 43">
                <a:extLst>
                  <a:ext uri="{FF2B5EF4-FFF2-40B4-BE49-F238E27FC236}">
                    <a16:creationId xmlns:a16="http://schemas.microsoft.com/office/drawing/2014/main" id="{EEA69857-3C4B-D0A7-F577-61E654E33CFE}"/>
                  </a:ext>
                </a:extLst>
              </p:cNvPr>
              <p:cNvSpPr/>
              <p:nvPr/>
            </p:nvSpPr>
            <p:spPr>
              <a:xfrm>
                <a:off x="9238181" y="1087042"/>
                <a:ext cx="2112974" cy="139136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45" name="Forma Livre: Forma 44">
                <a:extLst>
                  <a:ext uri="{FF2B5EF4-FFF2-40B4-BE49-F238E27FC236}">
                    <a16:creationId xmlns:a16="http://schemas.microsoft.com/office/drawing/2014/main" id="{0AEFD516-7BAE-00DE-6D38-7BB827686AC7}"/>
                  </a:ext>
                </a:extLst>
              </p:cNvPr>
              <p:cNvSpPr/>
              <p:nvPr/>
            </p:nvSpPr>
            <p:spPr>
              <a:xfrm>
                <a:off x="9974295" y="1683477"/>
                <a:ext cx="1220090" cy="80341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sz="1400">
                  <a:solidFill>
                    <a:prstClr val="white"/>
                  </a:solidFill>
                  <a:latin typeface="Titillium Web Light" panose="020F0502020204030204"/>
                </a:endParaRPr>
              </a:p>
            </p:txBody>
          </p:sp>
        </p:grpSp>
      </p:grpSp>
      <p:grpSp>
        <p:nvGrpSpPr>
          <p:cNvPr id="49" name="Agrupar 48">
            <a:extLst>
              <a:ext uri="{FF2B5EF4-FFF2-40B4-BE49-F238E27FC236}">
                <a16:creationId xmlns:a16="http://schemas.microsoft.com/office/drawing/2014/main" id="{782C337D-8101-5DC3-8EAE-A6A81878FA2C}"/>
              </a:ext>
            </a:extLst>
          </p:cNvPr>
          <p:cNvGrpSpPr/>
          <p:nvPr userDrawn="1"/>
        </p:nvGrpSpPr>
        <p:grpSpPr>
          <a:xfrm>
            <a:off x="10433100" y="1316408"/>
            <a:ext cx="1431379" cy="573766"/>
            <a:chOff x="778560" y="1316408"/>
            <a:chExt cx="1431379" cy="573766"/>
          </a:xfrm>
        </p:grpSpPr>
        <p:grpSp>
          <p:nvGrpSpPr>
            <p:cNvPr id="50" name="Agrupar 49">
              <a:extLst>
                <a:ext uri="{FF2B5EF4-FFF2-40B4-BE49-F238E27FC236}">
                  <a16:creationId xmlns:a16="http://schemas.microsoft.com/office/drawing/2014/main" id="{35F74B35-566F-3F55-EAE2-CCA1EFA670E6}"/>
                </a:ext>
              </a:extLst>
            </p:cNvPr>
            <p:cNvGrpSpPr/>
            <p:nvPr/>
          </p:nvGrpSpPr>
          <p:grpSpPr>
            <a:xfrm rot="10800000">
              <a:off x="778560" y="1316408"/>
              <a:ext cx="1050241" cy="573766"/>
              <a:chOff x="9238181" y="1087042"/>
              <a:chExt cx="2112974" cy="1399845"/>
            </a:xfrm>
          </p:grpSpPr>
          <p:sp>
            <p:nvSpPr>
              <p:cNvPr id="54" name="Forma Livre: Forma 53">
                <a:extLst>
                  <a:ext uri="{FF2B5EF4-FFF2-40B4-BE49-F238E27FC236}">
                    <a16:creationId xmlns:a16="http://schemas.microsoft.com/office/drawing/2014/main" id="{F08A3439-726F-701B-D848-7777BCE12963}"/>
                  </a:ext>
                </a:extLst>
              </p:cNvPr>
              <p:cNvSpPr/>
              <p:nvPr/>
            </p:nvSpPr>
            <p:spPr>
              <a:xfrm>
                <a:off x="9238181" y="1087042"/>
                <a:ext cx="2112974" cy="139136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55" name="Forma Livre: Forma 54">
                <a:extLst>
                  <a:ext uri="{FF2B5EF4-FFF2-40B4-BE49-F238E27FC236}">
                    <a16:creationId xmlns:a16="http://schemas.microsoft.com/office/drawing/2014/main" id="{F1FC8109-BDBA-E159-187F-8CAC9D0F6799}"/>
                  </a:ext>
                </a:extLst>
              </p:cNvPr>
              <p:cNvSpPr/>
              <p:nvPr/>
            </p:nvSpPr>
            <p:spPr>
              <a:xfrm>
                <a:off x="9974295" y="1683477"/>
                <a:ext cx="1220090" cy="80341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sz="1400">
                  <a:solidFill>
                    <a:prstClr val="white"/>
                  </a:solidFill>
                  <a:latin typeface="Titillium Web Light" panose="020F0502020204030204"/>
                </a:endParaRPr>
              </a:p>
            </p:txBody>
          </p:sp>
        </p:grpSp>
        <p:grpSp>
          <p:nvGrpSpPr>
            <p:cNvPr id="51" name="Agrupar 50">
              <a:extLst>
                <a:ext uri="{FF2B5EF4-FFF2-40B4-BE49-F238E27FC236}">
                  <a16:creationId xmlns:a16="http://schemas.microsoft.com/office/drawing/2014/main" id="{318A433F-E7F9-B14F-3ABD-852D74D8CEC2}"/>
                </a:ext>
              </a:extLst>
            </p:cNvPr>
            <p:cNvGrpSpPr/>
            <p:nvPr/>
          </p:nvGrpSpPr>
          <p:grpSpPr>
            <a:xfrm rot="10800000">
              <a:off x="1159698" y="1316408"/>
              <a:ext cx="1050241" cy="573766"/>
              <a:chOff x="9238181" y="1087042"/>
              <a:chExt cx="2112974" cy="1399845"/>
            </a:xfrm>
          </p:grpSpPr>
          <p:sp>
            <p:nvSpPr>
              <p:cNvPr id="52" name="Forma Livre: Forma 51">
                <a:extLst>
                  <a:ext uri="{FF2B5EF4-FFF2-40B4-BE49-F238E27FC236}">
                    <a16:creationId xmlns:a16="http://schemas.microsoft.com/office/drawing/2014/main" id="{7A96244C-2BC8-5E64-3D4B-9685F719CC8B}"/>
                  </a:ext>
                </a:extLst>
              </p:cNvPr>
              <p:cNvSpPr/>
              <p:nvPr/>
            </p:nvSpPr>
            <p:spPr>
              <a:xfrm>
                <a:off x="9238181" y="1087042"/>
                <a:ext cx="2112974" cy="139136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53" name="Forma Livre: Forma 52">
                <a:extLst>
                  <a:ext uri="{FF2B5EF4-FFF2-40B4-BE49-F238E27FC236}">
                    <a16:creationId xmlns:a16="http://schemas.microsoft.com/office/drawing/2014/main" id="{1585783C-3398-DA5D-0A5B-22E155D4A7E0}"/>
                  </a:ext>
                </a:extLst>
              </p:cNvPr>
              <p:cNvSpPr/>
              <p:nvPr/>
            </p:nvSpPr>
            <p:spPr>
              <a:xfrm>
                <a:off x="9974295" y="1683477"/>
                <a:ext cx="1220090" cy="80341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t-BR" sz="1400">
                  <a:solidFill>
                    <a:prstClr val="white"/>
                  </a:solidFill>
                  <a:latin typeface="Titillium Web Light" panose="020F0502020204030204"/>
                </a:endParaRPr>
              </a:p>
            </p:txBody>
          </p:sp>
        </p:grpSp>
      </p:grpSp>
      <p:grpSp>
        <p:nvGrpSpPr>
          <p:cNvPr id="72" name="Agrupar 71">
            <a:extLst>
              <a:ext uri="{FF2B5EF4-FFF2-40B4-BE49-F238E27FC236}">
                <a16:creationId xmlns:a16="http://schemas.microsoft.com/office/drawing/2014/main" id="{095DD456-4C7A-8066-7B69-AEEE275F67A3}"/>
              </a:ext>
            </a:extLst>
          </p:cNvPr>
          <p:cNvGrpSpPr/>
          <p:nvPr userDrawn="1"/>
        </p:nvGrpSpPr>
        <p:grpSpPr>
          <a:xfrm>
            <a:off x="10029824" y="2571750"/>
            <a:ext cx="1787525" cy="2943225"/>
            <a:chOff x="10096500" y="2347913"/>
            <a:chExt cx="1672051" cy="2080615"/>
          </a:xfrm>
        </p:grpSpPr>
        <p:cxnSp>
          <p:nvCxnSpPr>
            <p:cNvPr id="73" name="Conector reto 72">
              <a:extLst>
                <a:ext uri="{FF2B5EF4-FFF2-40B4-BE49-F238E27FC236}">
                  <a16:creationId xmlns:a16="http://schemas.microsoft.com/office/drawing/2014/main" id="{7AC727BF-DADE-C2CB-7069-5F6AEBB535BA}"/>
                </a:ext>
              </a:extLst>
            </p:cNvPr>
            <p:cNvCxnSpPr>
              <a:cxnSpLocks/>
            </p:cNvCxnSpPr>
            <p:nvPr/>
          </p:nvCxnSpPr>
          <p:spPr>
            <a:xfrm>
              <a:off x="10096500" y="2347913"/>
              <a:ext cx="1672051"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74" name="Conector reto 73">
              <a:extLst>
                <a:ext uri="{FF2B5EF4-FFF2-40B4-BE49-F238E27FC236}">
                  <a16:creationId xmlns:a16="http://schemas.microsoft.com/office/drawing/2014/main" id="{3EF194BF-F466-1401-1C21-131D6B34FE2A}"/>
                </a:ext>
              </a:extLst>
            </p:cNvPr>
            <p:cNvCxnSpPr>
              <a:cxnSpLocks/>
            </p:cNvCxnSpPr>
            <p:nvPr/>
          </p:nvCxnSpPr>
          <p:spPr>
            <a:xfrm>
              <a:off x="10096500" y="2764036"/>
              <a:ext cx="1672051"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75" name="Conector reto 74">
              <a:extLst>
                <a:ext uri="{FF2B5EF4-FFF2-40B4-BE49-F238E27FC236}">
                  <a16:creationId xmlns:a16="http://schemas.microsoft.com/office/drawing/2014/main" id="{D8EECCD8-A7D5-DB00-5CB2-50B7C5E0B74A}"/>
                </a:ext>
              </a:extLst>
            </p:cNvPr>
            <p:cNvCxnSpPr>
              <a:cxnSpLocks/>
            </p:cNvCxnSpPr>
            <p:nvPr/>
          </p:nvCxnSpPr>
          <p:spPr>
            <a:xfrm>
              <a:off x="10096500" y="3180159"/>
              <a:ext cx="1672051"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76" name="Conector reto 75">
              <a:extLst>
                <a:ext uri="{FF2B5EF4-FFF2-40B4-BE49-F238E27FC236}">
                  <a16:creationId xmlns:a16="http://schemas.microsoft.com/office/drawing/2014/main" id="{8B436E5C-B63B-5AD4-FAA2-1708C60C3BDF}"/>
                </a:ext>
              </a:extLst>
            </p:cNvPr>
            <p:cNvCxnSpPr>
              <a:cxnSpLocks/>
            </p:cNvCxnSpPr>
            <p:nvPr/>
          </p:nvCxnSpPr>
          <p:spPr>
            <a:xfrm>
              <a:off x="10096500" y="3596282"/>
              <a:ext cx="1672051"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77" name="Conector reto 76">
              <a:extLst>
                <a:ext uri="{FF2B5EF4-FFF2-40B4-BE49-F238E27FC236}">
                  <a16:creationId xmlns:a16="http://schemas.microsoft.com/office/drawing/2014/main" id="{D19BCA56-DDF5-9A6A-39B3-85D3258BA359}"/>
                </a:ext>
              </a:extLst>
            </p:cNvPr>
            <p:cNvCxnSpPr>
              <a:cxnSpLocks/>
            </p:cNvCxnSpPr>
            <p:nvPr/>
          </p:nvCxnSpPr>
          <p:spPr>
            <a:xfrm>
              <a:off x="10096500" y="4012405"/>
              <a:ext cx="1672051"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78" name="Conector reto 77">
              <a:extLst>
                <a:ext uri="{FF2B5EF4-FFF2-40B4-BE49-F238E27FC236}">
                  <a16:creationId xmlns:a16="http://schemas.microsoft.com/office/drawing/2014/main" id="{04A3673B-8BA0-77F7-C020-554F4A93F256}"/>
                </a:ext>
              </a:extLst>
            </p:cNvPr>
            <p:cNvCxnSpPr>
              <a:cxnSpLocks/>
            </p:cNvCxnSpPr>
            <p:nvPr/>
          </p:nvCxnSpPr>
          <p:spPr>
            <a:xfrm>
              <a:off x="10096500" y="4428528"/>
              <a:ext cx="1672051"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cxnSp>
      </p:grpSp>
      <p:sp>
        <p:nvSpPr>
          <p:cNvPr id="90" name="Espaço Reservado para Texto 89">
            <a:extLst>
              <a:ext uri="{FF2B5EF4-FFF2-40B4-BE49-F238E27FC236}">
                <a16:creationId xmlns:a16="http://schemas.microsoft.com/office/drawing/2014/main" id="{A31D38A3-0B3E-EA69-CB16-8EAA26862FBC}"/>
              </a:ext>
            </a:extLst>
          </p:cNvPr>
          <p:cNvSpPr>
            <a:spLocks noGrp="1"/>
          </p:cNvSpPr>
          <p:nvPr>
            <p:ph type="body" sz="quarter" idx="21"/>
          </p:nvPr>
        </p:nvSpPr>
        <p:spPr>
          <a:xfrm>
            <a:off x="10096500" y="2087787"/>
            <a:ext cx="1670050" cy="166688"/>
          </a:xfrm>
        </p:spPr>
        <p:txBody>
          <a:bodyPr lIns="0" tIns="0" rIns="0" bIns="0" anchor="ctr">
            <a:noAutofit/>
          </a:bodyPr>
          <a:lstStyle>
            <a:lvl1pPr marL="0" indent="0" algn="r">
              <a:buNone/>
              <a:defRPr lang="pt-BR" sz="900" kern="1200" cap="all" baseline="0" dirty="0" smtClean="0">
                <a:solidFill>
                  <a:srgbClr val="3F4655"/>
                </a:solidFill>
                <a:latin typeface="Titillium Web" panose="000005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91" name="Espaço Reservado para Texto 89">
            <a:extLst>
              <a:ext uri="{FF2B5EF4-FFF2-40B4-BE49-F238E27FC236}">
                <a16:creationId xmlns:a16="http://schemas.microsoft.com/office/drawing/2014/main" id="{C7F6AFBF-AC6E-CAE7-C900-91EEB92BCDA7}"/>
              </a:ext>
            </a:extLst>
          </p:cNvPr>
          <p:cNvSpPr>
            <a:spLocks noGrp="1"/>
          </p:cNvSpPr>
          <p:nvPr>
            <p:ph type="body" sz="quarter" idx="22"/>
          </p:nvPr>
        </p:nvSpPr>
        <p:spPr>
          <a:xfrm>
            <a:off x="10096500" y="2284637"/>
            <a:ext cx="1670050" cy="166688"/>
          </a:xfrm>
        </p:spPr>
        <p:txBody>
          <a:bodyPr lIns="0" tIns="0" rIns="0" bIns="0" anchor="ctr">
            <a:noAutofit/>
          </a:bodyPr>
          <a:lstStyle>
            <a:lvl1pPr marL="0" indent="0" algn="r">
              <a:buNone/>
              <a:defRPr lang="pt-BR" sz="1000" kern="1200" dirty="0">
                <a:solidFill>
                  <a:srgbClr val="002060"/>
                </a:solidFill>
                <a:latin typeface="Titillium Web SemiBold" panose="000007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92" name="Espaço Reservado para Texto 89">
            <a:extLst>
              <a:ext uri="{FF2B5EF4-FFF2-40B4-BE49-F238E27FC236}">
                <a16:creationId xmlns:a16="http://schemas.microsoft.com/office/drawing/2014/main" id="{F056DAEF-EFBD-5728-95F7-46EB3BEF1C64}"/>
              </a:ext>
            </a:extLst>
          </p:cNvPr>
          <p:cNvSpPr>
            <a:spLocks noGrp="1"/>
          </p:cNvSpPr>
          <p:nvPr>
            <p:ph type="body" sz="quarter" idx="23"/>
          </p:nvPr>
        </p:nvSpPr>
        <p:spPr>
          <a:xfrm>
            <a:off x="10096500" y="2691037"/>
            <a:ext cx="1670050" cy="166688"/>
          </a:xfrm>
        </p:spPr>
        <p:txBody>
          <a:bodyPr lIns="0" tIns="0" rIns="0" bIns="0" anchor="ctr">
            <a:noAutofit/>
          </a:bodyPr>
          <a:lstStyle>
            <a:lvl1pPr marL="0" indent="0" algn="r">
              <a:buNone/>
              <a:defRPr lang="pt-BR" sz="900" kern="1200" cap="all" baseline="0" dirty="0" smtClean="0">
                <a:solidFill>
                  <a:srgbClr val="3F4655"/>
                </a:solidFill>
                <a:latin typeface="Titillium Web" panose="000005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93" name="Espaço Reservado para Texto 89">
            <a:extLst>
              <a:ext uri="{FF2B5EF4-FFF2-40B4-BE49-F238E27FC236}">
                <a16:creationId xmlns:a16="http://schemas.microsoft.com/office/drawing/2014/main" id="{7FD8BB21-CF50-E8B6-D89D-BF53050F22F7}"/>
              </a:ext>
            </a:extLst>
          </p:cNvPr>
          <p:cNvSpPr>
            <a:spLocks noGrp="1"/>
          </p:cNvSpPr>
          <p:nvPr>
            <p:ph type="body" sz="quarter" idx="24"/>
          </p:nvPr>
        </p:nvSpPr>
        <p:spPr>
          <a:xfrm>
            <a:off x="10096500" y="2887887"/>
            <a:ext cx="1670050" cy="166688"/>
          </a:xfrm>
        </p:spPr>
        <p:txBody>
          <a:bodyPr lIns="0" tIns="0" rIns="0" bIns="0" anchor="ctr">
            <a:noAutofit/>
          </a:bodyPr>
          <a:lstStyle>
            <a:lvl1pPr marL="0" indent="0" algn="r">
              <a:buNone/>
              <a:defRPr lang="pt-BR" sz="1000" kern="1200" dirty="0">
                <a:solidFill>
                  <a:srgbClr val="002060"/>
                </a:solidFill>
                <a:latin typeface="Titillium Web SemiBold" panose="000007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94" name="Espaço Reservado para Texto 89">
            <a:extLst>
              <a:ext uri="{FF2B5EF4-FFF2-40B4-BE49-F238E27FC236}">
                <a16:creationId xmlns:a16="http://schemas.microsoft.com/office/drawing/2014/main" id="{FAE5783E-3965-2620-15DB-104277F69494}"/>
              </a:ext>
            </a:extLst>
          </p:cNvPr>
          <p:cNvSpPr>
            <a:spLocks noGrp="1"/>
          </p:cNvSpPr>
          <p:nvPr>
            <p:ph type="body" sz="quarter" idx="25"/>
          </p:nvPr>
        </p:nvSpPr>
        <p:spPr>
          <a:xfrm>
            <a:off x="10096500" y="3272062"/>
            <a:ext cx="1670050" cy="166688"/>
          </a:xfrm>
        </p:spPr>
        <p:txBody>
          <a:bodyPr lIns="0" tIns="0" rIns="0" bIns="0" anchor="ctr">
            <a:noAutofit/>
          </a:bodyPr>
          <a:lstStyle>
            <a:lvl1pPr marL="0" indent="0" algn="r">
              <a:buNone/>
              <a:defRPr lang="pt-BR" sz="900" kern="1200" cap="all" baseline="0" dirty="0" smtClean="0">
                <a:solidFill>
                  <a:srgbClr val="3F4655"/>
                </a:solidFill>
                <a:latin typeface="Titillium Web" panose="000005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95" name="Espaço Reservado para Texto 89">
            <a:extLst>
              <a:ext uri="{FF2B5EF4-FFF2-40B4-BE49-F238E27FC236}">
                <a16:creationId xmlns:a16="http://schemas.microsoft.com/office/drawing/2014/main" id="{07746C1E-BED3-CF7E-50BA-1AA94072DF0A}"/>
              </a:ext>
            </a:extLst>
          </p:cNvPr>
          <p:cNvSpPr>
            <a:spLocks noGrp="1"/>
          </p:cNvSpPr>
          <p:nvPr>
            <p:ph type="body" sz="quarter" idx="26"/>
          </p:nvPr>
        </p:nvSpPr>
        <p:spPr>
          <a:xfrm>
            <a:off x="10096500" y="3468912"/>
            <a:ext cx="1670050" cy="166688"/>
          </a:xfrm>
        </p:spPr>
        <p:txBody>
          <a:bodyPr lIns="0" tIns="0" rIns="0" bIns="0" anchor="ctr">
            <a:noAutofit/>
          </a:bodyPr>
          <a:lstStyle>
            <a:lvl1pPr marL="0" indent="0" algn="r">
              <a:buNone/>
              <a:defRPr lang="pt-BR" sz="1000" kern="1200" dirty="0">
                <a:solidFill>
                  <a:srgbClr val="002060"/>
                </a:solidFill>
                <a:latin typeface="Titillium Web SemiBold" panose="000007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96" name="Espaço Reservado para Texto 89">
            <a:extLst>
              <a:ext uri="{FF2B5EF4-FFF2-40B4-BE49-F238E27FC236}">
                <a16:creationId xmlns:a16="http://schemas.microsoft.com/office/drawing/2014/main" id="{87D673A8-A838-8830-6B0E-6F8F656E4F9F}"/>
              </a:ext>
            </a:extLst>
          </p:cNvPr>
          <p:cNvSpPr>
            <a:spLocks noGrp="1"/>
          </p:cNvSpPr>
          <p:nvPr>
            <p:ph type="body" sz="quarter" idx="27"/>
          </p:nvPr>
        </p:nvSpPr>
        <p:spPr>
          <a:xfrm>
            <a:off x="10096500" y="3856262"/>
            <a:ext cx="1670050" cy="166688"/>
          </a:xfrm>
        </p:spPr>
        <p:txBody>
          <a:bodyPr lIns="0" tIns="0" rIns="0" bIns="0" anchor="ctr">
            <a:noAutofit/>
          </a:bodyPr>
          <a:lstStyle>
            <a:lvl1pPr marL="0" indent="0" algn="r">
              <a:buNone/>
              <a:defRPr lang="pt-BR" sz="900" kern="1200" cap="all" baseline="0" dirty="0" smtClean="0">
                <a:solidFill>
                  <a:srgbClr val="3F4655"/>
                </a:solidFill>
                <a:latin typeface="Titillium Web" panose="000005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97" name="Espaço Reservado para Texto 89">
            <a:extLst>
              <a:ext uri="{FF2B5EF4-FFF2-40B4-BE49-F238E27FC236}">
                <a16:creationId xmlns:a16="http://schemas.microsoft.com/office/drawing/2014/main" id="{303E550A-AFD9-AEBB-CFD4-49E952ED179C}"/>
              </a:ext>
            </a:extLst>
          </p:cNvPr>
          <p:cNvSpPr>
            <a:spLocks noGrp="1"/>
          </p:cNvSpPr>
          <p:nvPr>
            <p:ph type="body" sz="quarter" idx="28"/>
          </p:nvPr>
        </p:nvSpPr>
        <p:spPr>
          <a:xfrm>
            <a:off x="10096500" y="4053112"/>
            <a:ext cx="1670050" cy="166688"/>
          </a:xfrm>
        </p:spPr>
        <p:txBody>
          <a:bodyPr lIns="0" tIns="0" rIns="0" bIns="0" anchor="ctr">
            <a:noAutofit/>
          </a:bodyPr>
          <a:lstStyle>
            <a:lvl1pPr marL="0" indent="0" algn="r">
              <a:buNone/>
              <a:defRPr lang="pt-BR" sz="1000" kern="1200" dirty="0">
                <a:solidFill>
                  <a:srgbClr val="002060"/>
                </a:solidFill>
                <a:latin typeface="Titillium Web SemiBold" panose="000007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98" name="Espaço Reservado para Texto 89">
            <a:extLst>
              <a:ext uri="{FF2B5EF4-FFF2-40B4-BE49-F238E27FC236}">
                <a16:creationId xmlns:a16="http://schemas.microsoft.com/office/drawing/2014/main" id="{4911FFA8-145D-8422-14F0-5F2CF5FE99C7}"/>
              </a:ext>
            </a:extLst>
          </p:cNvPr>
          <p:cNvSpPr>
            <a:spLocks noGrp="1"/>
          </p:cNvSpPr>
          <p:nvPr>
            <p:ph type="body" sz="quarter" idx="29"/>
          </p:nvPr>
        </p:nvSpPr>
        <p:spPr>
          <a:xfrm>
            <a:off x="10096500" y="4446812"/>
            <a:ext cx="1670050" cy="166688"/>
          </a:xfrm>
        </p:spPr>
        <p:txBody>
          <a:bodyPr lIns="0" tIns="0" rIns="0" bIns="0" anchor="ctr">
            <a:noAutofit/>
          </a:bodyPr>
          <a:lstStyle>
            <a:lvl1pPr marL="0" indent="0" algn="r">
              <a:buNone/>
              <a:defRPr lang="pt-BR" sz="900" kern="1200" cap="all" baseline="0" dirty="0" smtClean="0">
                <a:solidFill>
                  <a:srgbClr val="3F4655"/>
                </a:solidFill>
                <a:latin typeface="Titillium Web" panose="000005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99" name="Espaço Reservado para Texto 89">
            <a:extLst>
              <a:ext uri="{FF2B5EF4-FFF2-40B4-BE49-F238E27FC236}">
                <a16:creationId xmlns:a16="http://schemas.microsoft.com/office/drawing/2014/main" id="{A56699EC-927E-CA17-5BA4-3CA4C2B3A9B5}"/>
              </a:ext>
            </a:extLst>
          </p:cNvPr>
          <p:cNvSpPr>
            <a:spLocks noGrp="1"/>
          </p:cNvSpPr>
          <p:nvPr>
            <p:ph type="body" sz="quarter" idx="30"/>
          </p:nvPr>
        </p:nvSpPr>
        <p:spPr>
          <a:xfrm>
            <a:off x="10096500" y="4643662"/>
            <a:ext cx="1670050" cy="166688"/>
          </a:xfrm>
        </p:spPr>
        <p:txBody>
          <a:bodyPr lIns="0" tIns="0" rIns="0" bIns="0" anchor="ctr">
            <a:noAutofit/>
          </a:bodyPr>
          <a:lstStyle>
            <a:lvl1pPr marL="0" indent="0" algn="r">
              <a:buNone/>
              <a:defRPr lang="pt-BR" sz="1000" kern="1200" dirty="0">
                <a:solidFill>
                  <a:srgbClr val="002060"/>
                </a:solidFill>
                <a:latin typeface="Titillium Web SemiBold" panose="000007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100" name="Espaço Reservado para Texto 89">
            <a:extLst>
              <a:ext uri="{FF2B5EF4-FFF2-40B4-BE49-F238E27FC236}">
                <a16:creationId xmlns:a16="http://schemas.microsoft.com/office/drawing/2014/main" id="{6DFF3F33-35CC-0016-8B2E-B1DC34E7DE27}"/>
              </a:ext>
            </a:extLst>
          </p:cNvPr>
          <p:cNvSpPr>
            <a:spLocks noGrp="1"/>
          </p:cNvSpPr>
          <p:nvPr>
            <p:ph type="body" sz="quarter" idx="31"/>
          </p:nvPr>
        </p:nvSpPr>
        <p:spPr>
          <a:xfrm>
            <a:off x="10096500" y="5043712"/>
            <a:ext cx="1670050" cy="166688"/>
          </a:xfrm>
        </p:spPr>
        <p:txBody>
          <a:bodyPr lIns="0" tIns="0" rIns="0" bIns="0" anchor="ctr">
            <a:noAutofit/>
          </a:bodyPr>
          <a:lstStyle>
            <a:lvl1pPr marL="0" indent="0" algn="r">
              <a:buNone/>
              <a:defRPr lang="pt-BR" sz="900" kern="1200" cap="all" baseline="0" dirty="0" smtClean="0">
                <a:solidFill>
                  <a:srgbClr val="3F4655"/>
                </a:solidFill>
                <a:latin typeface="Titillium Web" panose="000005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101" name="Espaço Reservado para Texto 89">
            <a:extLst>
              <a:ext uri="{FF2B5EF4-FFF2-40B4-BE49-F238E27FC236}">
                <a16:creationId xmlns:a16="http://schemas.microsoft.com/office/drawing/2014/main" id="{755925FE-D870-7E23-1AE3-E2D69CC4501D}"/>
              </a:ext>
            </a:extLst>
          </p:cNvPr>
          <p:cNvSpPr>
            <a:spLocks noGrp="1"/>
          </p:cNvSpPr>
          <p:nvPr>
            <p:ph type="body" sz="quarter" idx="32"/>
          </p:nvPr>
        </p:nvSpPr>
        <p:spPr>
          <a:xfrm>
            <a:off x="10096500" y="5240562"/>
            <a:ext cx="1670050" cy="166688"/>
          </a:xfrm>
        </p:spPr>
        <p:txBody>
          <a:bodyPr lIns="0" tIns="0" rIns="0" bIns="0" anchor="ctr">
            <a:noAutofit/>
          </a:bodyPr>
          <a:lstStyle>
            <a:lvl1pPr marL="0" indent="0" algn="r">
              <a:buNone/>
              <a:defRPr lang="pt-BR" sz="1000" kern="1200" dirty="0">
                <a:solidFill>
                  <a:srgbClr val="002060"/>
                </a:solidFill>
                <a:latin typeface="Titillium Web SemiBold" panose="000007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102" name="Espaço Reservado para Texto 89">
            <a:extLst>
              <a:ext uri="{FF2B5EF4-FFF2-40B4-BE49-F238E27FC236}">
                <a16:creationId xmlns:a16="http://schemas.microsoft.com/office/drawing/2014/main" id="{7FB3196B-2C8B-363C-311F-0BA4C3BD007D}"/>
              </a:ext>
            </a:extLst>
          </p:cNvPr>
          <p:cNvSpPr>
            <a:spLocks noGrp="1"/>
          </p:cNvSpPr>
          <p:nvPr>
            <p:ph type="body" sz="quarter" idx="33"/>
          </p:nvPr>
        </p:nvSpPr>
        <p:spPr>
          <a:xfrm>
            <a:off x="10096500" y="5640612"/>
            <a:ext cx="1670050" cy="166688"/>
          </a:xfrm>
        </p:spPr>
        <p:txBody>
          <a:bodyPr lIns="0" tIns="0" rIns="0" bIns="0" anchor="ctr">
            <a:noAutofit/>
          </a:bodyPr>
          <a:lstStyle>
            <a:lvl1pPr marL="0" indent="0" algn="r">
              <a:buNone/>
              <a:defRPr lang="pt-BR" sz="900" kern="1200" cap="all" baseline="0" dirty="0" smtClean="0">
                <a:solidFill>
                  <a:srgbClr val="3F4655"/>
                </a:solidFill>
                <a:latin typeface="Titillium Web" panose="000005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103" name="Espaço Reservado para Texto 89">
            <a:extLst>
              <a:ext uri="{FF2B5EF4-FFF2-40B4-BE49-F238E27FC236}">
                <a16:creationId xmlns:a16="http://schemas.microsoft.com/office/drawing/2014/main" id="{76750743-CE3B-DB96-0CBF-7366B6A97FD8}"/>
              </a:ext>
            </a:extLst>
          </p:cNvPr>
          <p:cNvSpPr>
            <a:spLocks noGrp="1"/>
          </p:cNvSpPr>
          <p:nvPr>
            <p:ph type="body" sz="quarter" idx="34"/>
          </p:nvPr>
        </p:nvSpPr>
        <p:spPr>
          <a:xfrm>
            <a:off x="10096500" y="5837462"/>
            <a:ext cx="1670050" cy="166688"/>
          </a:xfrm>
        </p:spPr>
        <p:txBody>
          <a:bodyPr lIns="0" tIns="0" rIns="0" bIns="0" anchor="ctr">
            <a:noAutofit/>
          </a:bodyPr>
          <a:lstStyle>
            <a:lvl1pPr marL="0" indent="0" algn="r">
              <a:buNone/>
              <a:defRPr lang="pt-BR" sz="1000" kern="1200" dirty="0">
                <a:solidFill>
                  <a:srgbClr val="002060"/>
                </a:solidFill>
                <a:latin typeface="Titillium Web SemiBold" panose="00000700000000000000" pitchFamily="2" charset="0"/>
                <a:ea typeface="+mn-ea"/>
                <a:cs typeface="Arial"/>
              </a:defRPr>
            </a:lvl1pPr>
            <a:lvl2pPr marL="457200" indent="0">
              <a:buNone/>
              <a:defRPr lang="pt-BR" sz="900" kern="1200" dirty="0" smtClean="0">
                <a:solidFill>
                  <a:srgbClr val="3F4655"/>
                </a:solidFill>
                <a:latin typeface="Titillium Web" panose="00000500000000000000" pitchFamily="2" charset="0"/>
                <a:ea typeface="+mn-ea"/>
                <a:cs typeface="Arial"/>
              </a:defRPr>
            </a:lvl2pPr>
            <a:lvl3pPr marL="914400" indent="0">
              <a:buNone/>
              <a:defRPr lang="pt-BR" sz="900" kern="1200" dirty="0" smtClean="0">
                <a:solidFill>
                  <a:srgbClr val="3F4655"/>
                </a:solidFill>
                <a:latin typeface="Titillium Web" panose="00000500000000000000" pitchFamily="2" charset="0"/>
                <a:ea typeface="+mn-ea"/>
                <a:cs typeface="Arial"/>
              </a:defRPr>
            </a:lvl3pPr>
            <a:lvl4pPr marL="1371600" indent="0">
              <a:buNone/>
              <a:defRPr lang="pt-BR" sz="900" kern="1200" dirty="0" smtClean="0">
                <a:solidFill>
                  <a:srgbClr val="3F4655"/>
                </a:solidFill>
                <a:latin typeface="Titillium Web" panose="00000500000000000000" pitchFamily="2" charset="0"/>
                <a:ea typeface="+mn-ea"/>
                <a:cs typeface="Arial"/>
              </a:defRPr>
            </a:lvl4pPr>
            <a:lvl5pPr marL="1828800" indent="0">
              <a:buNone/>
              <a:defRPr lang="pt-BR" sz="900" kern="1200" dirty="0">
                <a:solidFill>
                  <a:srgbClr val="3F4655"/>
                </a:solidFill>
                <a:latin typeface="Titillium Web" panose="00000500000000000000" pitchFamily="2" charset="0"/>
                <a:ea typeface="+mn-ea"/>
                <a:cs typeface="Arial"/>
              </a:defRPr>
            </a:lvl5pPr>
          </a:lstStyle>
          <a:p>
            <a:pPr lvl="0"/>
            <a:r>
              <a:rPr lang="pt-BR"/>
              <a:t>Clique para editar</a:t>
            </a:r>
          </a:p>
        </p:txBody>
      </p:sp>
      <p:sp>
        <p:nvSpPr>
          <p:cNvPr id="105" name="Espaço Reservado para Conteúdo 104">
            <a:extLst>
              <a:ext uri="{FF2B5EF4-FFF2-40B4-BE49-F238E27FC236}">
                <a16:creationId xmlns:a16="http://schemas.microsoft.com/office/drawing/2014/main" id="{5BECDAB7-CD0A-71C0-1217-D5408199EC66}"/>
              </a:ext>
            </a:extLst>
          </p:cNvPr>
          <p:cNvSpPr>
            <a:spLocks noGrp="1"/>
          </p:cNvSpPr>
          <p:nvPr>
            <p:ph sz="quarter" idx="35"/>
          </p:nvPr>
        </p:nvSpPr>
        <p:spPr>
          <a:xfrm>
            <a:off x="355600" y="2004101"/>
            <a:ext cx="9525000" cy="2148797"/>
          </a:xfrm>
        </p:spPr>
        <p:txBody>
          <a:bodyPr>
            <a:normAutofit/>
          </a:bodyPr>
          <a:lstStyle>
            <a:lvl1pPr marL="0" indent="0" algn="ctr">
              <a:buNone/>
              <a:defRPr sz="1100"/>
            </a:lvl1pPr>
            <a:lvl2pPr marL="457200" indent="0">
              <a:buNone/>
              <a:defRPr/>
            </a:lvl2pPr>
            <a:lvl3pPr marL="914400" indent="0">
              <a:buNone/>
              <a:defRPr/>
            </a:lvl3pPr>
            <a:lvl4pPr marL="1371600" indent="0">
              <a:buNone/>
              <a:defRPr/>
            </a:lvl4pPr>
            <a:lvl5pPr marL="1828800" indent="0">
              <a:buNone/>
              <a:defRPr/>
            </a:lvl5pPr>
          </a:lstStyle>
          <a:p>
            <a:pPr lvl="0"/>
            <a:r>
              <a:rPr lang="pt-BR"/>
              <a:t>Clique para editar</a:t>
            </a:r>
          </a:p>
        </p:txBody>
      </p:sp>
      <p:sp>
        <p:nvSpPr>
          <p:cNvPr id="106" name="Espaço Reservado para Conteúdo 104">
            <a:extLst>
              <a:ext uri="{FF2B5EF4-FFF2-40B4-BE49-F238E27FC236}">
                <a16:creationId xmlns:a16="http://schemas.microsoft.com/office/drawing/2014/main" id="{BF97AB0E-C547-3A58-57A3-085E5F6B9C3A}"/>
              </a:ext>
            </a:extLst>
          </p:cNvPr>
          <p:cNvSpPr>
            <a:spLocks noGrp="1"/>
          </p:cNvSpPr>
          <p:nvPr>
            <p:ph sz="quarter" idx="36"/>
          </p:nvPr>
        </p:nvSpPr>
        <p:spPr>
          <a:xfrm>
            <a:off x="355600" y="4247729"/>
            <a:ext cx="4723606" cy="1854619"/>
          </a:xfrm>
          <a:solidFill>
            <a:srgbClr val="F2F2F2"/>
          </a:solidFill>
        </p:spPr>
        <p:txBody>
          <a:bodyPr>
            <a:normAutofit/>
          </a:bodyPr>
          <a:lstStyle>
            <a:lvl1pPr marL="0" indent="0" algn="ctr">
              <a:buNone/>
              <a:defRPr sz="1100"/>
            </a:lvl1pPr>
            <a:lvl2pPr marL="457200" indent="0">
              <a:buNone/>
              <a:defRPr/>
            </a:lvl2pPr>
            <a:lvl3pPr marL="914400" indent="0">
              <a:buNone/>
              <a:defRPr/>
            </a:lvl3pPr>
            <a:lvl4pPr marL="1371600" indent="0">
              <a:buNone/>
              <a:defRPr/>
            </a:lvl4pPr>
            <a:lvl5pPr marL="1828800" indent="0">
              <a:buNone/>
              <a:defRPr/>
            </a:lvl5pPr>
          </a:lstStyle>
          <a:p>
            <a:pPr lvl="0"/>
            <a:r>
              <a:rPr lang="pt-BR"/>
              <a:t>Clique para editar</a:t>
            </a:r>
          </a:p>
        </p:txBody>
      </p:sp>
      <p:sp>
        <p:nvSpPr>
          <p:cNvPr id="109" name="Espaço Reservado para Conteúdo 104">
            <a:extLst>
              <a:ext uri="{FF2B5EF4-FFF2-40B4-BE49-F238E27FC236}">
                <a16:creationId xmlns:a16="http://schemas.microsoft.com/office/drawing/2014/main" id="{F6605F54-8645-9523-FAF3-909CB767D6A8}"/>
              </a:ext>
            </a:extLst>
          </p:cNvPr>
          <p:cNvSpPr>
            <a:spLocks noGrp="1"/>
          </p:cNvSpPr>
          <p:nvPr>
            <p:ph sz="quarter" idx="37"/>
          </p:nvPr>
        </p:nvSpPr>
        <p:spPr>
          <a:xfrm>
            <a:off x="5168232" y="4247729"/>
            <a:ext cx="4723606" cy="1854619"/>
          </a:xfrm>
          <a:solidFill>
            <a:srgbClr val="F2F2F2"/>
          </a:solidFill>
        </p:spPr>
        <p:txBody>
          <a:bodyPr>
            <a:normAutofit/>
          </a:bodyPr>
          <a:lstStyle>
            <a:lvl1pPr marL="0" indent="0" algn="ctr">
              <a:buNone/>
              <a:defRPr sz="1100"/>
            </a:lvl1pPr>
            <a:lvl2pPr marL="457200" indent="0">
              <a:buNone/>
              <a:defRPr/>
            </a:lvl2pPr>
            <a:lvl3pPr marL="914400" indent="0">
              <a:buNone/>
              <a:defRPr/>
            </a:lvl3pPr>
            <a:lvl4pPr marL="1371600" indent="0">
              <a:buNone/>
              <a:defRPr/>
            </a:lvl4pPr>
            <a:lvl5pPr marL="1828800" indent="0">
              <a:buNone/>
              <a:defRPr/>
            </a:lvl5pPr>
          </a:lstStyle>
          <a:p>
            <a:pPr lvl="0"/>
            <a:r>
              <a:rPr lang="pt-BR"/>
              <a:t>Clique para editar</a:t>
            </a:r>
          </a:p>
        </p:txBody>
      </p:sp>
      <p:pic>
        <p:nvPicPr>
          <p:cNvPr id="3" name="Imagem 2" descr="Logotipo&#10;&#10;Descrição gerada automaticamente">
            <a:extLst>
              <a:ext uri="{FF2B5EF4-FFF2-40B4-BE49-F238E27FC236}">
                <a16:creationId xmlns:a16="http://schemas.microsoft.com/office/drawing/2014/main" id="{A313B2E9-8BA4-523F-6745-C033E27AC8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827334835"/>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9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sz="quarter" idx="19"/>
          </p:nvPr>
        </p:nvSpPr>
        <p:spPr>
          <a:xfrm>
            <a:off x="355600" y="2478088"/>
            <a:ext cx="2658311"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sz="quarter" idx="20"/>
          </p:nvPr>
        </p:nvSpPr>
        <p:spPr>
          <a:xfrm>
            <a:off x="3300183" y="2478088"/>
            <a:ext cx="2639849"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39" name="Espaço Reservado para Texto 41">
            <a:extLst>
              <a:ext uri="{FF2B5EF4-FFF2-40B4-BE49-F238E27FC236}">
                <a16:creationId xmlns:a16="http://schemas.microsoft.com/office/drawing/2014/main" id="{277D13CE-58C0-FD09-06AF-D117B34389D7}"/>
              </a:ext>
            </a:extLst>
          </p:cNvPr>
          <p:cNvSpPr>
            <a:spLocks noGrp="1"/>
          </p:cNvSpPr>
          <p:nvPr>
            <p:ph type="body" sz="quarter" idx="21"/>
          </p:nvPr>
        </p:nvSpPr>
        <p:spPr>
          <a:xfrm>
            <a:off x="6251968" y="2478088"/>
            <a:ext cx="2639849"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41" name="Espaço Reservado para Texto 41">
            <a:extLst>
              <a:ext uri="{FF2B5EF4-FFF2-40B4-BE49-F238E27FC236}">
                <a16:creationId xmlns:a16="http://schemas.microsoft.com/office/drawing/2014/main" id="{8BD084C9-B7F9-DE26-2F01-7D47BC92C405}"/>
              </a:ext>
            </a:extLst>
          </p:cNvPr>
          <p:cNvSpPr>
            <a:spLocks noGrp="1"/>
          </p:cNvSpPr>
          <p:nvPr>
            <p:ph type="body" sz="quarter" idx="22"/>
          </p:nvPr>
        </p:nvSpPr>
        <p:spPr>
          <a:xfrm>
            <a:off x="9184414" y="2478088"/>
            <a:ext cx="2639285"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sz="quarter" idx="23"/>
          </p:nvPr>
        </p:nvSpPr>
        <p:spPr>
          <a:xfrm>
            <a:off x="355600" y="1335089"/>
            <a:ext cx="2646279"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sz="quarter" idx="24"/>
          </p:nvPr>
        </p:nvSpPr>
        <p:spPr>
          <a:xfrm>
            <a:off x="3300183" y="1335089"/>
            <a:ext cx="2639849"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1" name="Espaço Reservado para Texto 41">
            <a:extLst>
              <a:ext uri="{FF2B5EF4-FFF2-40B4-BE49-F238E27FC236}">
                <a16:creationId xmlns:a16="http://schemas.microsoft.com/office/drawing/2014/main" id="{A65C8C50-A7C0-5807-8319-0FD4C5252B93}"/>
              </a:ext>
            </a:extLst>
          </p:cNvPr>
          <p:cNvSpPr>
            <a:spLocks noGrp="1"/>
          </p:cNvSpPr>
          <p:nvPr>
            <p:ph type="body" sz="quarter" idx="25"/>
          </p:nvPr>
        </p:nvSpPr>
        <p:spPr>
          <a:xfrm>
            <a:off x="6251968" y="1335089"/>
            <a:ext cx="2639849"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2" name="Espaço Reservado para Texto 41">
            <a:extLst>
              <a:ext uri="{FF2B5EF4-FFF2-40B4-BE49-F238E27FC236}">
                <a16:creationId xmlns:a16="http://schemas.microsoft.com/office/drawing/2014/main" id="{9CD97B33-7365-C4F1-9CBD-011660C996CA}"/>
              </a:ext>
            </a:extLst>
          </p:cNvPr>
          <p:cNvSpPr>
            <a:spLocks noGrp="1"/>
          </p:cNvSpPr>
          <p:nvPr>
            <p:ph type="body" sz="quarter" idx="26"/>
          </p:nvPr>
        </p:nvSpPr>
        <p:spPr>
          <a:xfrm>
            <a:off x="9184414" y="1335089"/>
            <a:ext cx="2639285"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sz="quarter" idx="27"/>
          </p:nvPr>
        </p:nvSpPr>
        <p:spPr>
          <a:xfrm>
            <a:off x="355600" y="1827213"/>
            <a:ext cx="2646363" cy="650875"/>
          </a:xfrm>
        </p:spPr>
        <p:txBody>
          <a:bodyPr>
            <a:normAutofit/>
          </a:bodyPr>
          <a:lstStyle>
            <a:lvl1pPr marL="0" indent="0" algn="ctr">
              <a:buNone/>
              <a:defRPr sz="1200"/>
            </a:lvl1pPr>
          </a:lstStyle>
          <a:p>
            <a:endParaRPr lang="pt-BR"/>
          </a:p>
        </p:txBody>
      </p:sp>
      <p:sp>
        <p:nvSpPr>
          <p:cNvPr id="55" name="Espaço Reservado para Imagem 53">
            <a:extLst>
              <a:ext uri="{FF2B5EF4-FFF2-40B4-BE49-F238E27FC236}">
                <a16:creationId xmlns:a16="http://schemas.microsoft.com/office/drawing/2014/main" id="{BE875CEE-2031-E94C-0C07-FD5BFEA425A5}"/>
              </a:ext>
            </a:extLst>
          </p:cNvPr>
          <p:cNvSpPr>
            <a:spLocks noGrp="1"/>
          </p:cNvSpPr>
          <p:nvPr>
            <p:ph type="pic" sz="quarter" idx="28"/>
          </p:nvPr>
        </p:nvSpPr>
        <p:spPr>
          <a:xfrm>
            <a:off x="3303337" y="1827213"/>
            <a:ext cx="2646363" cy="650875"/>
          </a:xfrm>
        </p:spPr>
        <p:txBody>
          <a:bodyPr>
            <a:normAutofit/>
          </a:bodyPr>
          <a:lstStyle>
            <a:lvl1pPr marL="0" indent="0" algn="ctr">
              <a:buNone/>
              <a:defRPr sz="1200"/>
            </a:lvl1pPr>
          </a:lstStyle>
          <a:p>
            <a:endParaRPr lang="pt-BR"/>
          </a:p>
        </p:txBody>
      </p:sp>
      <p:sp>
        <p:nvSpPr>
          <p:cNvPr id="56" name="Espaço Reservado para Imagem 53">
            <a:extLst>
              <a:ext uri="{FF2B5EF4-FFF2-40B4-BE49-F238E27FC236}">
                <a16:creationId xmlns:a16="http://schemas.microsoft.com/office/drawing/2014/main" id="{7DBE7F8C-8D06-9177-0669-024E9231A9DB}"/>
              </a:ext>
            </a:extLst>
          </p:cNvPr>
          <p:cNvSpPr>
            <a:spLocks noGrp="1"/>
          </p:cNvSpPr>
          <p:nvPr>
            <p:ph type="pic" sz="quarter" idx="29"/>
          </p:nvPr>
        </p:nvSpPr>
        <p:spPr>
          <a:xfrm>
            <a:off x="6245058" y="1827213"/>
            <a:ext cx="2646363" cy="650875"/>
          </a:xfrm>
        </p:spPr>
        <p:txBody>
          <a:bodyPr>
            <a:normAutofit/>
          </a:bodyPr>
          <a:lstStyle>
            <a:lvl1pPr marL="0" indent="0" algn="ctr">
              <a:buNone/>
              <a:defRPr sz="1200"/>
            </a:lvl1pPr>
          </a:lstStyle>
          <a:p>
            <a:endParaRPr lang="pt-BR"/>
          </a:p>
        </p:txBody>
      </p:sp>
      <p:sp>
        <p:nvSpPr>
          <p:cNvPr id="57" name="Espaço Reservado para Imagem 53">
            <a:extLst>
              <a:ext uri="{FF2B5EF4-FFF2-40B4-BE49-F238E27FC236}">
                <a16:creationId xmlns:a16="http://schemas.microsoft.com/office/drawing/2014/main" id="{087C7AFD-668C-6B7A-CDB3-850D8476651D}"/>
              </a:ext>
            </a:extLst>
          </p:cNvPr>
          <p:cNvSpPr>
            <a:spLocks noGrp="1"/>
          </p:cNvSpPr>
          <p:nvPr>
            <p:ph type="pic" sz="quarter" idx="30"/>
          </p:nvPr>
        </p:nvSpPr>
        <p:spPr>
          <a:xfrm>
            <a:off x="9186779" y="1827213"/>
            <a:ext cx="2646363" cy="650875"/>
          </a:xfrm>
        </p:spPr>
        <p:txBody>
          <a:bodyPr>
            <a:normAutofit/>
          </a:bodyPr>
          <a:lstStyle>
            <a:lvl1pPr marL="0" indent="0" algn="ctr">
              <a:buNone/>
              <a:defRPr sz="1200"/>
            </a:lvl1pPr>
          </a:lstStyle>
          <a:p>
            <a:endParaRPr lang="pt-BR"/>
          </a:p>
        </p:txBody>
      </p:sp>
      <p:pic>
        <p:nvPicPr>
          <p:cNvPr id="6" name="Imagem 5" descr="Logotipo&#10;&#10;Descrição gerada automaticamente">
            <a:extLst>
              <a:ext uri="{FF2B5EF4-FFF2-40B4-BE49-F238E27FC236}">
                <a16:creationId xmlns:a16="http://schemas.microsoft.com/office/drawing/2014/main" id="{D10CBA8C-0BA7-5B45-56B1-EC7A51316E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500232067"/>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sz="quarter" idx="19"/>
          </p:nvPr>
        </p:nvSpPr>
        <p:spPr>
          <a:xfrm>
            <a:off x="355600" y="2478088"/>
            <a:ext cx="3547615"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sz="quarter" idx="20"/>
          </p:nvPr>
        </p:nvSpPr>
        <p:spPr>
          <a:xfrm>
            <a:off x="4324344" y="2478088"/>
            <a:ext cx="3556370"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39" name="Espaço Reservado para Texto 41">
            <a:extLst>
              <a:ext uri="{FF2B5EF4-FFF2-40B4-BE49-F238E27FC236}">
                <a16:creationId xmlns:a16="http://schemas.microsoft.com/office/drawing/2014/main" id="{277D13CE-58C0-FD09-06AF-D117B34389D7}"/>
              </a:ext>
            </a:extLst>
          </p:cNvPr>
          <p:cNvSpPr>
            <a:spLocks noGrp="1"/>
          </p:cNvSpPr>
          <p:nvPr>
            <p:ph type="body" sz="quarter" idx="21"/>
          </p:nvPr>
        </p:nvSpPr>
        <p:spPr>
          <a:xfrm>
            <a:off x="8279257" y="2478088"/>
            <a:ext cx="3547616"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sz="quarter" idx="23"/>
          </p:nvPr>
        </p:nvSpPr>
        <p:spPr>
          <a:xfrm>
            <a:off x="355600" y="1335089"/>
            <a:ext cx="353155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sz="quarter" idx="24"/>
          </p:nvPr>
        </p:nvSpPr>
        <p:spPr>
          <a:xfrm>
            <a:off x="4324344" y="1335089"/>
            <a:ext cx="3556370"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1" name="Espaço Reservado para Texto 41">
            <a:extLst>
              <a:ext uri="{FF2B5EF4-FFF2-40B4-BE49-F238E27FC236}">
                <a16:creationId xmlns:a16="http://schemas.microsoft.com/office/drawing/2014/main" id="{A65C8C50-A7C0-5807-8319-0FD4C5252B93}"/>
              </a:ext>
            </a:extLst>
          </p:cNvPr>
          <p:cNvSpPr>
            <a:spLocks noGrp="1"/>
          </p:cNvSpPr>
          <p:nvPr>
            <p:ph type="body" sz="quarter" idx="25"/>
          </p:nvPr>
        </p:nvSpPr>
        <p:spPr>
          <a:xfrm>
            <a:off x="8279257" y="1335089"/>
            <a:ext cx="3547616"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sz="quarter" idx="27"/>
          </p:nvPr>
        </p:nvSpPr>
        <p:spPr>
          <a:xfrm>
            <a:off x="355600" y="1827213"/>
            <a:ext cx="3531670" cy="650875"/>
          </a:xfrm>
        </p:spPr>
        <p:txBody>
          <a:bodyPr>
            <a:normAutofit/>
          </a:bodyPr>
          <a:lstStyle>
            <a:lvl1pPr marL="0" indent="0" algn="ctr">
              <a:buNone/>
              <a:defRPr sz="1200"/>
            </a:lvl1pPr>
          </a:lstStyle>
          <a:p>
            <a:endParaRPr lang="pt-BR"/>
          </a:p>
        </p:txBody>
      </p:sp>
      <p:sp>
        <p:nvSpPr>
          <p:cNvPr id="55" name="Espaço Reservado para Imagem 53">
            <a:extLst>
              <a:ext uri="{FF2B5EF4-FFF2-40B4-BE49-F238E27FC236}">
                <a16:creationId xmlns:a16="http://schemas.microsoft.com/office/drawing/2014/main" id="{BE875CEE-2031-E94C-0C07-FD5BFEA425A5}"/>
              </a:ext>
            </a:extLst>
          </p:cNvPr>
          <p:cNvSpPr>
            <a:spLocks noGrp="1"/>
          </p:cNvSpPr>
          <p:nvPr>
            <p:ph type="pic" sz="quarter" idx="28"/>
          </p:nvPr>
        </p:nvSpPr>
        <p:spPr>
          <a:xfrm>
            <a:off x="4327498" y="1827213"/>
            <a:ext cx="3565146" cy="650875"/>
          </a:xfrm>
        </p:spPr>
        <p:txBody>
          <a:bodyPr>
            <a:normAutofit/>
          </a:bodyPr>
          <a:lstStyle>
            <a:lvl1pPr marL="0" indent="0" algn="ctr">
              <a:buNone/>
              <a:defRPr sz="1200"/>
            </a:lvl1pPr>
          </a:lstStyle>
          <a:p>
            <a:endParaRPr lang="pt-BR"/>
          </a:p>
        </p:txBody>
      </p:sp>
      <p:sp>
        <p:nvSpPr>
          <p:cNvPr id="56" name="Espaço Reservado para Imagem 53">
            <a:extLst>
              <a:ext uri="{FF2B5EF4-FFF2-40B4-BE49-F238E27FC236}">
                <a16:creationId xmlns:a16="http://schemas.microsoft.com/office/drawing/2014/main" id="{7DBE7F8C-8D06-9177-0669-024E9231A9DB}"/>
              </a:ext>
            </a:extLst>
          </p:cNvPr>
          <p:cNvSpPr>
            <a:spLocks noGrp="1"/>
          </p:cNvSpPr>
          <p:nvPr>
            <p:ph type="pic" sz="quarter" idx="29"/>
          </p:nvPr>
        </p:nvSpPr>
        <p:spPr>
          <a:xfrm>
            <a:off x="8272347" y="1827213"/>
            <a:ext cx="3556370" cy="650875"/>
          </a:xfrm>
        </p:spPr>
        <p:txBody>
          <a:bodyPr>
            <a:normAutofit/>
          </a:bodyPr>
          <a:lstStyle>
            <a:lvl1pPr marL="0" indent="0" algn="ctr">
              <a:buNone/>
              <a:defRPr sz="1200"/>
            </a:lvl1pPr>
          </a:lstStyle>
          <a:p>
            <a:endParaRPr lang="pt-BR"/>
          </a:p>
        </p:txBody>
      </p:sp>
      <p:pic>
        <p:nvPicPr>
          <p:cNvPr id="6" name="Imagem 5" descr="Logotipo&#10;&#10;Descrição gerada automaticamente">
            <a:extLst>
              <a:ext uri="{FF2B5EF4-FFF2-40B4-BE49-F238E27FC236}">
                <a16:creationId xmlns:a16="http://schemas.microsoft.com/office/drawing/2014/main" id="{CAFC45B3-07E2-65FC-CD06-8A3930A142D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990688712"/>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6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sz="quarter" idx="19"/>
          </p:nvPr>
        </p:nvSpPr>
        <p:spPr>
          <a:xfrm>
            <a:off x="355600" y="3726180"/>
            <a:ext cx="3547615" cy="2366645"/>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sz="quarter" idx="20"/>
          </p:nvPr>
        </p:nvSpPr>
        <p:spPr>
          <a:xfrm>
            <a:off x="4324344" y="3726180"/>
            <a:ext cx="3556370" cy="2366645"/>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39" name="Espaço Reservado para Texto 41">
            <a:extLst>
              <a:ext uri="{FF2B5EF4-FFF2-40B4-BE49-F238E27FC236}">
                <a16:creationId xmlns:a16="http://schemas.microsoft.com/office/drawing/2014/main" id="{277D13CE-58C0-FD09-06AF-D117B34389D7}"/>
              </a:ext>
            </a:extLst>
          </p:cNvPr>
          <p:cNvSpPr>
            <a:spLocks noGrp="1"/>
          </p:cNvSpPr>
          <p:nvPr>
            <p:ph type="body" sz="quarter" idx="21"/>
          </p:nvPr>
        </p:nvSpPr>
        <p:spPr>
          <a:xfrm>
            <a:off x="8279257" y="3726180"/>
            <a:ext cx="3547616" cy="2366645"/>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sz="quarter" idx="23"/>
          </p:nvPr>
        </p:nvSpPr>
        <p:spPr>
          <a:xfrm>
            <a:off x="355600" y="2583181"/>
            <a:ext cx="353155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sz="quarter" idx="24"/>
          </p:nvPr>
        </p:nvSpPr>
        <p:spPr>
          <a:xfrm>
            <a:off x="4324344" y="2583181"/>
            <a:ext cx="3556370"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1" name="Espaço Reservado para Texto 41">
            <a:extLst>
              <a:ext uri="{FF2B5EF4-FFF2-40B4-BE49-F238E27FC236}">
                <a16:creationId xmlns:a16="http://schemas.microsoft.com/office/drawing/2014/main" id="{A65C8C50-A7C0-5807-8319-0FD4C5252B93}"/>
              </a:ext>
            </a:extLst>
          </p:cNvPr>
          <p:cNvSpPr>
            <a:spLocks noGrp="1"/>
          </p:cNvSpPr>
          <p:nvPr>
            <p:ph type="body" sz="quarter" idx="25"/>
          </p:nvPr>
        </p:nvSpPr>
        <p:spPr>
          <a:xfrm>
            <a:off x="8279257" y="2583181"/>
            <a:ext cx="3547616"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sz="quarter" idx="27"/>
          </p:nvPr>
        </p:nvSpPr>
        <p:spPr>
          <a:xfrm>
            <a:off x="355600" y="3075305"/>
            <a:ext cx="3531670" cy="650875"/>
          </a:xfrm>
        </p:spPr>
        <p:txBody>
          <a:bodyPr>
            <a:normAutofit/>
          </a:bodyPr>
          <a:lstStyle>
            <a:lvl1pPr marL="0" indent="0" algn="ctr">
              <a:buNone/>
              <a:defRPr sz="1200"/>
            </a:lvl1pPr>
          </a:lstStyle>
          <a:p>
            <a:endParaRPr lang="pt-BR"/>
          </a:p>
        </p:txBody>
      </p:sp>
      <p:sp>
        <p:nvSpPr>
          <p:cNvPr id="55" name="Espaço Reservado para Imagem 53">
            <a:extLst>
              <a:ext uri="{FF2B5EF4-FFF2-40B4-BE49-F238E27FC236}">
                <a16:creationId xmlns:a16="http://schemas.microsoft.com/office/drawing/2014/main" id="{BE875CEE-2031-E94C-0C07-FD5BFEA425A5}"/>
              </a:ext>
            </a:extLst>
          </p:cNvPr>
          <p:cNvSpPr>
            <a:spLocks noGrp="1"/>
          </p:cNvSpPr>
          <p:nvPr>
            <p:ph type="pic" sz="quarter" idx="28"/>
          </p:nvPr>
        </p:nvSpPr>
        <p:spPr>
          <a:xfrm>
            <a:off x="4327498" y="3075305"/>
            <a:ext cx="3565146" cy="650875"/>
          </a:xfrm>
        </p:spPr>
        <p:txBody>
          <a:bodyPr>
            <a:normAutofit/>
          </a:bodyPr>
          <a:lstStyle>
            <a:lvl1pPr marL="0" indent="0" algn="ctr">
              <a:buNone/>
              <a:defRPr sz="1200"/>
            </a:lvl1pPr>
          </a:lstStyle>
          <a:p>
            <a:endParaRPr lang="pt-BR"/>
          </a:p>
        </p:txBody>
      </p:sp>
      <p:sp>
        <p:nvSpPr>
          <p:cNvPr id="56" name="Espaço Reservado para Imagem 53">
            <a:extLst>
              <a:ext uri="{FF2B5EF4-FFF2-40B4-BE49-F238E27FC236}">
                <a16:creationId xmlns:a16="http://schemas.microsoft.com/office/drawing/2014/main" id="{7DBE7F8C-8D06-9177-0669-024E9231A9DB}"/>
              </a:ext>
            </a:extLst>
          </p:cNvPr>
          <p:cNvSpPr>
            <a:spLocks noGrp="1"/>
          </p:cNvSpPr>
          <p:nvPr>
            <p:ph type="pic" sz="quarter" idx="29"/>
          </p:nvPr>
        </p:nvSpPr>
        <p:spPr>
          <a:xfrm>
            <a:off x="8272347" y="3075305"/>
            <a:ext cx="3556370" cy="650875"/>
          </a:xfrm>
        </p:spPr>
        <p:txBody>
          <a:bodyPr>
            <a:normAutofit/>
          </a:bodyPr>
          <a:lstStyle>
            <a:lvl1pPr marL="0" indent="0" algn="ctr">
              <a:buNone/>
              <a:defRPr sz="1200"/>
            </a:lvl1pPr>
          </a:lstStyle>
          <a:p>
            <a:endParaRPr lang="pt-BR"/>
          </a:p>
        </p:txBody>
      </p:sp>
      <p:sp>
        <p:nvSpPr>
          <p:cNvPr id="6" name="Espaço Reservado para Texto 39">
            <a:extLst>
              <a:ext uri="{FF2B5EF4-FFF2-40B4-BE49-F238E27FC236}">
                <a16:creationId xmlns:a16="http://schemas.microsoft.com/office/drawing/2014/main" id="{F21DDFCF-1CDD-F70F-7B18-517B22231BF9}"/>
              </a:ext>
            </a:extLst>
          </p:cNvPr>
          <p:cNvSpPr>
            <a:spLocks noGrp="1"/>
          </p:cNvSpPr>
          <p:nvPr>
            <p:ph type="body" sz="quarter" idx="18"/>
          </p:nvPr>
        </p:nvSpPr>
        <p:spPr>
          <a:xfrm>
            <a:off x="355600" y="1327150"/>
            <a:ext cx="11464925" cy="1023938"/>
          </a:xfrm>
          <a:solidFill>
            <a:srgbClr val="061844"/>
          </a:solidFill>
        </p:spPr>
        <p:txBody>
          <a:bodyPr anchor="ctr"/>
          <a:lstStyle>
            <a:lvl1pPr marL="0" indent="0" algn="ctr">
              <a:buNone/>
              <a:defRPr kumimoji="0" lang="pt-BR" sz="1400" b="0" i="0" u="none" strike="noStrike" kern="1200" cap="none" spc="0" normalizeH="0" baseline="0" smtClean="0">
                <a:ln>
                  <a:noFill/>
                </a:ln>
                <a:solidFill>
                  <a:prstClr val="white"/>
                </a:solidFill>
                <a:effectLst/>
                <a:uLnTx/>
                <a:uFillTx/>
                <a:latin typeface="Titillium Web ExtraLight" panose="00000300000000000000" pitchFamily="2" charset="0"/>
                <a:ea typeface="+mn-ea"/>
                <a:cs typeface="+mn-cs"/>
              </a:defRPr>
            </a:lvl1pPr>
            <a:lvl2pPr marL="457200" indent="0">
              <a:buNone/>
              <a:defRPr/>
            </a:lvl2pPr>
          </a:lstStyle>
          <a:p>
            <a:pPr lvl="0"/>
            <a:r>
              <a:rPr lang="pt-BR"/>
              <a:t>Clique para editar os estilos de texto Mestres</a:t>
            </a:r>
          </a:p>
        </p:txBody>
      </p:sp>
      <p:grpSp>
        <p:nvGrpSpPr>
          <p:cNvPr id="28" name="Agrupar 27">
            <a:extLst>
              <a:ext uri="{FF2B5EF4-FFF2-40B4-BE49-F238E27FC236}">
                <a16:creationId xmlns:a16="http://schemas.microsoft.com/office/drawing/2014/main" id="{A3106209-D9DD-737E-1AF5-B8737F37B8F1}"/>
              </a:ext>
            </a:extLst>
          </p:cNvPr>
          <p:cNvGrpSpPr/>
          <p:nvPr userDrawn="1"/>
        </p:nvGrpSpPr>
        <p:grpSpPr>
          <a:xfrm>
            <a:off x="9707739" y="1313623"/>
            <a:ext cx="2119135" cy="1028685"/>
            <a:chOff x="9236139" y="699056"/>
            <a:chExt cx="2947407" cy="1430749"/>
          </a:xfrm>
        </p:grpSpPr>
        <p:sp>
          <p:nvSpPr>
            <p:cNvPr id="29" name="Forma Livre: Forma 28">
              <a:extLst>
                <a:ext uri="{FF2B5EF4-FFF2-40B4-BE49-F238E27FC236}">
                  <a16:creationId xmlns:a16="http://schemas.microsoft.com/office/drawing/2014/main" id="{E9F3A6AF-59F5-3A5F-3BF9-49CC7CEE5B3C}"/>
                </a:ext>
              </a:extLst>
            </p:cNvPr>
            <p:cNvSpPr/>
            <p:nvPr/>
          </p:nvSpPr>
          <p:spPr>
            <a:xfrm>
              <a:off x="11050582" y="729368"/>
              <a:ext cx="1132964" cy="1394390"/>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cxnSp>
          <p:nvCxnSpPr>
            <p:cNvPr id="30" name="Conector de Seta Reta 29">
              <a:extLst>
                <a:ext uri="{FF2B5EF4-FFF2-40B4-BE49-F238E27FC236}">
                  <a16:creationId xmlns:a16="http://schemas.microsoft.com/office/drawing/2014/main" id="{33AB74F3-DB76-61E1-D05E-E8FE3EA7FD71}"/>
                </a:ext>
              </a:extLst>
            </p:cNvPr>
            <p:cNvCxnSpPr>
              <a:cxnSpLocks/>
            </p:cNvCxnSpPr>
            <p:nvPr/>
          </p:nvCxnSpPr>
          <p:spPr>
            <a:xfrm flipH="1">
              <a:off x="11317297" y="726123"/>
              <a:ext cx="658814" cy="827453"/>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2" name="Forma Livre: Forma 31">
              <a:extLst>
                <a:ext uri="{FF2B5EF4-FFF2-40B4-BE49-F238E27FC236}">
                  <a16:creationId xmlns:a16="http://schemas.microsoft.com/office/drawing/2014/main" id="{F68371E6-9B93-4630-005F-084B6252071C}"/>
                </a:ext>
              </a:extLst>
            </p:cNvPr>
            <p:cNvSpPr/>
            <p:nvPr/>
          </p:nvSpPr>
          <p:spPr>
            <a:xfrm>
              <a:off x="9236139" y="699056"/>
              <a:ext cx="2112974" cy="142889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33" name="Forma Livre: Forma 32">
              <a:extLst>
                <a:ext uri="{FF2B5EF4-FFF2-40B4-BE49-F238E27FC236}">
                  <a16:creationId xmlns:a16="http://schemas.microsoft.com/office/drawing/2014/main" id="{F7ACD4F9-084F-B521-61B6-5D515B12F505}"/>
                </a:ext>
              </a:extLst>
            </p:cNvPr>
            <p:cNvSpPr/>
            <p:nvPr/>
          </p:nvSpPr>
          <p:spPr>
            <a:xfrm>
              <a:off x="9973804" y="1304725"/>
              <a:ext cx="1220090" cy="82508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grpSp>
        <p:nvGrpSpPr>
          <p:cNvPr id="35" name="Agrupar 34">
            <a:extLst>
              <a:ext uri="{FF2B5EF4-FFF2-40B4-BE49-F238E27FC236}">
                <a16:creationId xmlns:a16="http://schemas.microsoft.com/office/drawing/2014/main" id="{685EBC79-555B-7DC1-D574-E8F9A71356C2}"/>
              </a:ext>
            </a:extLst>
          </p:cNvPr>
          <p:cNvGrpSpPr/>
          <p:nvPr userDrawn="1"/>
        </p:nvGrpSpPr>
        <p:grpSpPr>
          <a:xfrm rot="10800000">
            <a:off x="355600" y="1323014"/>
            <a:ext cx="2107825" cy="1027348"/>
            <a:chOff x="9251870" y="679157"/>
            <a:chExt cx="2931676" cy="1428890"/>
          </a:xfrm>
        </p:grpSpPr>
        <p:sp>
          <p:nvSpPr>
            <p:cNvPr id="36" name="Forma Livre: Forma 35">
              <a:extLst>
                <a:ext uri="{FF2B5EF4-FFF2-40B4-BE49-F238E27FC236}">
                  <a16:creationId xmlns:a16="http://schemas.microsoft.com/office/drawing/2014/main" id="{03135DDA-E91B-5906-0635-1EA98532E652}"/>
                </a:ext>
              </a:extLst>
            </p:cNvPr>
            <p:cNvSpPr/>
            <p:nvPr/>
          </p:nvSpPr>
          <p:spPr>
            <a:xfrm>
              <a:off x="11050581" y="698719"/>
              <a:ext cx="1132965" cy="1394390"/>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cxnSp>
          <p:nvCxnSpPr>
            <p:cNvPr id="37" name="Conector de Seta Reta 36">
              <a:extLst>
                <a:ext uri="{FF2B5EF4-FFF2-40B4-BE49-F238E27FC236}">
                  <a16:creationId xmlns:a16="http://schemas.microsoft.com/office/drawing/2014/main" id="{EE2302E6-7E10-4469-61E4-08D77943D996}"/>
                </a:ext>
              </a:extLst>
            </p:cNvPr>
            <p:cNvCxnSpPr>
              <a:cxnSpLocks/>
            </p:cNvCxnSpPr>
            <p:nvPr/>
          </p:nvCxnSpPr>
          <p:spPr>
            <a:xfrm flipH="1">
              <a:off x="11317297" y="726123"/>
              <a:ext cx="658814" cy="827453"/>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8" name="Forma Livre: Forma 37">
              <a:extLst>
                <a:ext uri="{FF2B5EF4-FFF2-40B4-BE49-F238E27FC236}">
                  <a16:creationId xmlns:a16="http://schemas.microsoft.com/office/drawing/2014/main" id="{F050B5D6-61A2-A2FB-D3A5-825A4B327D4E}"/>
                </a:ext>
              </a:extLst>
            </p:cNvPr>
            <p:cNvSpPr/>
            <p:nvPr/>
          </p:nvSpPr>
          <p:spPr>
            <a:xfrm>
              <a:off x="9251870" y="679157"/>
              <a:ext cx="2112974" cy="142889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40" name="Forma Livre: Forma 39">
              <a:extLst>
                <a:ext uri="{FF2B5EF4-FFF2-40B4-BE49-F238E27FC236}">
                  <a16:creationId xmlns:a16="http://schemas.microsoft.com/office/drawing/2014/main" id="{CFF2B660-A965-8C65-2E4E-CCF095C93DA5}"/>
                </a:ext>
              </a:extLst>
            </p:cNvPr>
            <p:cNvSpPr/>
            <p:nvPr/>
          </p:nvSpPr>
          <p:spPr>
            <a:xfrm>
              <a:off x="9974295" y="1282965"/>
              <a:ext cx="1220090" cy="825081"/>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pic>
        <p:nvPicPr>
          <p:cNvPr id="41" name="Imagem 40" descr="Logotipo&#10;&#10;Descrição gerada automaticamente">
            <a:extLst>
              <a:ext uri="{FF2B5EF4-FFF2-40B4-BE49-F238E27FC236}">
                <a16:creationId xmlns:a16="http://schemas.microsoft.com/office/drawing/2014/main" id="{535F4D08-8ECA-B045-EC44-A7FD76F45C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1182256518"/>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INSTITUCIONAL">
    <p:spTree>
      <p:nvGrpSpPr>
        <p:cNvPr id="1" name=""/>
        <p:cNvGrpSpPr/>
        <p:nvPr/>
      </p:nvGrpSpPr>
      <p:grpSpPr>
        <a:xfrm>
          <a:off x="0" y="0"/>
          <a:ext cx="0" cy="0"/>
          <a:chOff x="0" y="0"/>
          <a:chExt cx="0" cy="0"/>
        </a:xfrm>
      </p:grpSpPr>
      <p:sp>
        <p:nvSpPr>
          <p:cNvPr id="69" name="Retângulo 68">
            <a:extLst>
              <a:ext uri="{FF2B5EF4-FFF2-40B4-BE49-F238E27FC236}">
                <a16:creationId xmlns:a16="http://schemas.microsoft.com/office/drawing/2014/main" id="{8582B05A-229A-B36A-23D3-79F33ED4BF32}"/>
              </a:ext>
            </a:extLst>
          </p:cNvPr>
          <p:cNvSpPr/>
          <p:nvPr userDrawn="1"/>
        </p:nvSpPr>
        <p:spPr>
          <a:xfrm>
            <a:off x="355600" y="1341931"/>
            <a:ext cx="5740400" cy="10091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sz="quarter" idx="19"/>
          </p:nvPr>
        </p:nvSpPr>
        <p:spPr>
          <a:xfrm>
            <a:off x="355601" y="3597591"/>
            <a:ext cx="2159000" cy="2495234"/>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sz="quarter" idx="23"/>
          </p:nvPr>
        </p:nvSpPr>
        <p:spPr>
          <a:xfrm>
            <a:off x="355600" y="2454592"/>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sz="quarter" idx="27"/>
          </p:nvPr>
        </p:nvSpPr>
        <p:spPr>
          <a:xfrm>
            <a:off x="355600" y="2946716"/>
            <a:ext cx="2149296" cy="650875"/>
          </a:xfrm>
        </p:spPr>
        <p:txBody>
          <a:bodyPr>
            <a:normAutofit/>
          </a:bodyPr>
          <a:lstStyle>
            <a:lvl1pPr marL="0" indent="0" algn="ctr">
              <a:buNone/>
              <a:defRPr sz="1200"/>
            </a:lvl1pPr>
          </a:lstStyle>
          <a:p>
            <a:endParaRPr lang="pt-BR"/>
          </a:p>
        </p:txBody>
      </p:sp>
      <p:grpSp>
        <p:nvGrpSpPr>
          <p:cNvPr id="28" name="Agrupar 27">
            <a:extLst>
              <a:ext uri="{FF2B5EF4-FFF2-40B4-BE49-F238E27FC236}">
                <a16:creationId xmlns:a16="http://schemas.microsoft.com/office/drawing/2014/main" id="{A3106209-D9DD-737E-1AF5-B8737F37B8F1}"/>
              </a:ext>
            </a:extLst>
          </p:cNvPr>
          <p:cNvGrpSpPr/>
          <p:nvPr userDrawn="1"/>
        </p:nvGrpSpPr>
        <p:grpSpPr>
          <a:xfrm>
            <a:off x="5167402" y="1333084"/>
            <a:ext cx="928602" cy="1009224"/>
            <a:chOff x="10891997" y="726123"/>
            <a:chExt cx="1291549" cy="1403682"/>
          </a:xfrm>
        </p:grpSpPr>
        <p:sp>
          <p:nvSpPr>
            <p:cNvPr id="29" name="Forma Livre: Forma 28">
              <a:extLst>
                <a:ext uri="{FF2B5EF4-FFF2-40B4-BE49-F238E27FC236}">
                  <a16:creationId xmlns:a16="http://schemas.microsoft.com/office/drawing/2014/main" id="{E9F3A6AF-59F5-3A5F-3BF9-49CC7CEE5B3C}"/>
                </a:ext>
              </a:extLst>
            </p:cNvPr>
            <p:cNvSpPr/>
            <p:nvPr/>
          </p:nvSpPr>
          <p:spPr>
            <a:xfrm>
              <a:off x="11050582" y="729368"/>
              <a:ext cx="1132964" cy="1394390"/>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cxnSp>
          <p:nvCxnSpPr>
            <p:cNvPr id="30" name="Conector de Seta Reta 29">
              <a:extLst>
                <a:ext uri="{FF2B5EF4-FFF2-40B4-BE49-F238E27FC236}">
                  <a16:creationId xmlns:a16="http://schemas.microsoft.com/office/drawing/2014/main" id="{33AB74F3-DB76-61E1-D05E-E8FE3EA7FD71}"/>
                </a:ext>
              </a:extLst>
            </p:cNvPr>
            <p:cNvCxnSpPr>
              <a:cxnSpLocks/>
            </p:cNvCxnSpPr>
            <p:nvPr/>
          </p:nvCxnSpPr>
          <p:spPr>
            <a:xfrm flipH="1">
              <a:off x="11317297" y="726123"/>
              <a:ext cx="658814" cy="827453"/>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2" name="Forma Livre: Forma 31">
              <a:extLst>
                <a:ext uri="{FF2B5EF4-FFF2-40B4-BE49-F238E27FC236}">
                  <a16:creationId xmlns:a16="http://schemas.microsoft.com/office/drawing/2014/main" id="{F68371E6-9B93-4630-005F-084B6252071C}"/>
                </a:ext>
              </a:extLst>
            </p:cNvPr>
            <p:cNvSpPr/>
            <p:nvPr/>
          </p:nvSpPr>
          <p:spPr>
            <a:xfrm>
              <a:off x="10907668" y="1017403"/>
              <a:ext cx="1220089" cy="82508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33" name="Forma Livre: Forma 32">
              <a:extLst>
                <a:ext uri="{FF2B5EF4-FFF2-40B4-BE49-F238E27FC236}">
                  <a16:creationId xmlns:a16="http://schemas.microsoft.com/office/drawing/2014/main" id="{F7ACD4F9-084F-B521-61B6-5D515B12F505}"/>
                </a:ext>
              </a:extLst>
            </p:cNvPr>
            <p:cNvSpPr/>
            <p:nvPr/>
          </p:nvSpPr>
          <p:spPr>
            <a:xfrm>
              <a:off x="10891997" y="1304725"/>
              <a:ext cx="1220090" cy="82508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grpSp>
        <p:nvGrpSpPr>
          <p:cNvPr id="35" name="Agrupar 34">
            <a:extLst>
              <a:ext uri="{FF2B5EF4-FFF2-40B4-BE49-F238E27FC236}">
                <a16:creationId xmlns:a16="http://schemas.microsoft.com/office/drawing/2014/main" id="{685EBC79-555B-7DC1-D574-E8F9A71356C2}"/>
              </a:ext>
            </a:extLst>
          </p:cNvPr>
          <p:cNvGrpSpPr/>
          <p:nvPr userDrawn="1"/>
        </p:nvGrpSpPr>
        <p:grpSpPr>
          <a:xfrm rot="10800000">
            <a:off x="306848" y="1331134"/>
            <a:ext cx="965948" cy="1011106"/>
            <a:chOff x="9974294" y="698719"/>
            <a:chExt cx="2326687" cy="2435458"/>
          </a:xfrm>
        </p:grpSpPr>
        <p:sp>
          <p:nvSpPr>
            <p:cNvPr id="36" name="Forma Livre: Forma 35">
              <a:extLst>
                <a:ext uri="{FF2B5EF4-FFF2-40B4-BE49-F238E27FC236}">
                  <a16:creationId xmlns:a16="http://schemas.microsoft.com/office/drawing/2014/main" id="{03135DDA-E91B-5906-0635-1EA98532E652}"/>
                </a:ext>
              </a:extLst>
            </p:cNvPr>
            <p:cNvSpPr/>
            <p:nvPr/>
          </p:nvSpPr>
          <p:spPr>
            <a:xfrm>
              <a:off x="10208517" y="698719"/>
              <a:ext cx="1975032" cy="2430761"/>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cxn ang="0">
                  <a:pos x="connsiteX0" y="connsiteY0"/>
                </a:cxn>
                <a:cxn ang="0">
                  <a:pos x="connsiteX1" y="connsiteY1"/>
                </a:cxn>
                <a:cxn ang="0">
                  <a:pos x="connsiteX2" y="connsiteY2"/>
                </a:cxn>
                <a:cxn ang="0">
                  <a:pos x="connsiteX3" y="connsiteY3"/>
                </a:cxn>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1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cxnSp>
          <p:nvCxnSpPr>
            <p:cNvPr id="37" name="Conector de Seta Reta 36">
              <a:extLst>
                <a:ext uri="{FF2B5EF4-FFF2-40B4-BE49-F238E27FC236}">
                  <a16:creationId xmlns:a16="http://schemas.microsoft.com/office/drawing/2014/main" id="{EE2302E6-7E10-4469-61E4-08D77943D996}"/>
                </a:ext>
              </a:extLst>
            </p:cNvPr>
            <p:cNvCxnSpPr>
              <a:cxnSpLocks/>
            </p:cNvCxnSpPr>
            <p:nvPr/>
          </p:nvCxnSpPr>
          <p:spPr>
            <a:xfrm flipH="1">
              <a:off x="11317297" y="726123"/>
              <a:ext cx="658814" cy="827453"/>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8" name="Forma Livre: Forma 37">
              <a:extLst>
                <a:ext uri="{FF2B5EF4-FFF2-40B4-BE49-F238E27FC236}">
                  <a16:creationId xmlns:a16="http://schemas.microsoft.com/office/drawing/2014/main" id="{F050B5D6-61A2-A2FB-D3A5-825A4B327D4E}"/>
                </a:ext>
              </a:extLst>
            </p:cNvPr>
            <p:cNvSpPr/>
            <p:nvPr/>
          </p:nvSpPr>
          <p:spPr>
            <a:xfrm>
              <a:off x="9974294" y="1705287"/>
              <a:ext cx="2112973" cy="142889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1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sp>
          <p:nvSpPr>
            <p:cNvPr id="40" name="Forma Livre: Forma 39">
              <a:extLst>
                <a:ext uri="{FF2B5EF4-FFF2-40B4-BE49-F238E27FC236}">
                  <a16:creationId xmlns:a16="http://schemas.microsoft.com/office/drawing/2014/main" id="{CFF2B660-A965-8C65-2E4E-CCF095C93DA5}"/>
                </a:ext>
              </a:extLst>
            </p:cNvPr>
            <p:cNvSpPr/>
            <p:nvPr/>
          </p:nvSpPr>
          <p:spPr>
            <a:xfrm>
              <a:off x="10221796" y="721407"/>
              <a:ext cx="2079185" cy="1406039"/>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cxn ang="0">
                  <a:pos x="connsiteX0" y="connsiteY0"/>
                </a:cxn>
                <a:cxn ang="0">
                  <a:pos x="connsiteX1" y="connsiteY1"/>
                </a:cxn>
                <a:cxn ang="0">
                  <a:pos x="connsiteX2" y="connsiteY2"/>
                </a:cxn>
                <a:cxn ang="0">
                  <a:pos x="connsiteX3" y="connsiteY3"/>
                </a:cxn>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1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Titillium Web Light" panose="020F0502020204030204"/>
                <a:ea typeface="+mn-ea"/>
                <a:cs typeface="+mn-cs"/>
              </a:endParaRPr>
            </a:p>
          </p:txBody>
        </p:sp>
      </p:grpSp>
      <p:sp>
        <p:nvSpPr>
          <p:cNvPr id="52" name="Espaço Reservado para Texto 41">
            <a:extLst>
              <a:ext uri="{FF2B5EF4-FFF2-40B4-BE49-F238E27FC236}">
                <a16:creationId xmlns:a16="http://schemas.microsoft.com/office/drawing/2014/main" id="{E70F3B51-D1C0-6AA3-83DD-A15A73A28EAD}"/>
              </a:ext>
            </a:extLst>
          </p:cNvPr>
          <p:cNvSpPr>
            <a:spLocks noGrp="1"/>
          </p:cNvSpPr>
          <p:nvPr>
            <p:ph type="body" sz="quarter" idx="28"/>
          </p:nvPr>
        </p:nvSpPr>
        <p:spPr>
          <a:xfrm>
            <a:off x="2683712" y="3597591"/>
            <a:ext cx="2159000" cy="2495234"/>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3" name="Espaço Reservado para Texto 41">
            <a:extLst>
              <a:ext uri="{FF2B5EF4-FFF2-40B4-BE49-F238E27FC236}">
                <a16:creationId xmlns:a16="http://schemas.microsoft.com/office/drawing/2014/main" id="{38DB7297-51FD-1F74-EE52-2E13277E0199}"/>
              </a:ext>
            </a:extLst>
          </p:cNvPr>
          <p:cNvSpPr>
            <a:spLocks noGrp="1"/>
          </p:cNvSpPr>
          <p:nvPr>
            <p:ph type="body" sz="quarter" idx="29"/>
          </p:nvPr>
        </p:nvSpPr>
        <p:spPr>
          <a:xfrm>
            <a:off x="2683711" y="2454592"/>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7" name="Espaço Reservado para Imagem 53">
            <a:extLst>
              <a:ext uri="{FF2B5EF4-FFF2-40B4-BE49-F238E27FC236}">
                <a16:creationId xmlns:a16="http://schemas.microsoft.com/office/drawing/2014/main" id="{9422458F-50B5-9D4D-9408-65EE3C499FF0}"/>
              </a:ext>
            </a:extLst>
          </p:cNvPr>
          <p:cNvSpPr>
            <a:spLocks noGrp="1"/>
          </p:cNvSpPr>
          <p:nvPr>
            <p:ph type="pic" sz="quarter" idx="30"/>
          </p:nvPr>
        </p:nvSpPr>
        <p:spPr>
          <a:xfrm>
            <a:off x="2683711" y="2946716"/>
            <a:ext cx="2149296" cy="650875"/>
          </a:xfrm>
        </p:spPr>
        <p:txBody>
          <a:bodyPr>
            <a:normAutofit/>
          </a:bodyPr>
          <a:lstStyle>
            <a:lvl1pPr marL="0" indent="0" algn="ctr">
              <a:buNone/>
              <a:defRPr sz="1200"/>
            </a:lvl1pPr>
          </a:lstStyle>
          <a:p>
            <a:endParaRPr lang="pt-BR"/>
          </a:p>
        </p:txBody>
      </p:sp>
      <p:sp>
        <p:nvSpPr>
          <p:cNvPr id="58" name="Espaço Reservado para Texto 41">
            <a:extLst>
              <a:ext uri="{FF2B5EF4-FFF2-40B4-BE49-F238E27FC236}">
                <a16:creationId xmlns:a16="http://schemas.microsoft.com/office/drawing/2014/main" id="{64C23E34-BF95-2B0A-2D37-09BB0A7A6315}"/>
              </a:ext>
            </a:extLst>
          </p:cNvPr>
          <p:cNvSpPr>
            <a:spLocks noGrp="1"/>
          </p:cNvSpPr>
          <p:nvPr>
            <p:ph type="body" sz="quarter" idx="31"/>
          </p:nvPr>
        </p:nvSpPr>
        <p:spPr>
          <a:xfrm>
            <a:off x="5017838" y="3597591"/>
            <a:ext cx="2159000" cy="2495234"/>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9" name="Espaço Reservado para Texto 41">
            <a:extLst>
              <a:ext uri="{FF2B5EF4-FFF2-40B4-BE49-F238E27FC236}">
                <a16:creationId xmlns:a16="http://schemas.microsoft.com/office/drawing/2014/main" id="{EA8F3439-0F36-7831-4AD5-F659A0AFDAE4}"/>
              </a:ext>
            </a:extLst>
          </p:cNvPr>
          <p:cNvSpPr>
            <a:spLocks noGrp="1"/>
          </p:cNvSpPr>
          <p:nvPr>
            <p:ph type="body" sz="quarter" idx="32"/>
          </p:nvPr>
        </p:nvSpPr>
        <p:spPr>
          <a:xfrm>
            <a:off x="5017837" y="2454592"/>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0" name="Espaço Reservado para Imagem 53">
            <a:extLst>
              <a:ext uri="{FF2B5EF4-FFF2-40B4-BE49-F238E27FC236}">
                <a16:creationId xmlns:a16="http://schemas.microsoft.com/office/drawing/2014/main" id="{ADB8FC6F-71E6-2872-CDBA-BF8C8A28B25A}"/>
              </a:ext>
            </a:extLst>
          </p:cNvPr>
          <p:cNvSpPr>
            <a:spLocks noGrp="1"/>
          </p:cNvSpPr>
          <p:nvPr>
            <p:ph type="pic" sz="quarter" idx="33"/>
          </p:nvPr>
        </p:nvSpPr>
        <p:spPr>
          <a:xfrm>
            <a:off x="5017837" y="2946716"/>
            <a:ext cx="2149296" cy="650875"/>
          </a:xfrm>
        </p:spPr>
        <p:txBody>
          <a:bodyPr>
            <a:normAutofit/>
          </a:bodyPr>
          <a:lstStyle>
            <a:lvl1pPr marL="0" indent="0" algn="ctr">
              <a:buNone/>
              <a:defRPr sz="1200"/>
            </a:lvl1pPr>
          </a:lstStyle>
          <a:p>
            <a:endParaRPr lang="pt-BR"/>
          </a:p>
        </p:txBody>
      </p:sp>
      <p:sp>
        <p:nvSpPr>
          <p:cNvPr id="61" name="Espaço Reservado para Texto 41">
            <a:extLst>
              <a:ext uri="{FF2B5EF4-FFF2-40B4-BE49-F238E27FC236}">
                <a16:creationId xmlns:a16="http://schemas.microsoft.com/office/drawing/2014/main" id="{33E1A05E-6C16-BA44-0636-8D89037236CA}"/>
              </a:ext>
            </a:extLst>
          </p:cNvPr>
          <p:cNvSpPr>
            <a:spLocks noGrp="1"/>
          </p:cNvSpPr>
          <p:nvPr>
            <p:ph type="body" sz="quarter" idx="34"/>
          </p:nvPr>
        </p:nvSpPr>
        <p:spPr>
          <a:xfrm>
            <a:off x="7351965" y="3597591"/>
            <a:ext cx="2159000" cy="2495234"/>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2" name="Espaço Reservado para Texto 41">
            <a:extLst>
              <a:ext uri="{FF2B5EF4-FFF2-40B4-BE49-F238E27FC236}">
                <a16:creationId xmlns:a16="http://schemas.microsoft.com/office/drawing/2014/main" id="{06D79413-36CC-3359-5D9C-D04DFC7275C5}"/>
              </a:ext>
            </a:extLst>
          </p:cNvPr>
          <p:cNvSpPr>
            <a:spLocks noGrp="1"/>
          </p:cNvSpPr>
          <p:nvPr>
            <p:ph type="body" sz="quarter" idx="35"/>
          </p:nvPr>
        </p:nvSpPr>
        <p:spPr>
          <a:xfrm>
            <a:off x="7351964" y="2454592"/>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3" name="Espaço Reservado para Imagem 53">
            <a:extLst>
              <a:ext uri="{FF2B5EF4-FFF2-40B4-BE49-F238E27FC236}">
                <a16:creationId xmlns:a16="http://schemas.microsoft.com/office/drawing/2014/main" id="{8A46942C-8FD8-8D6B-8D56-F0B226D9DE1E}"/>
              </a:ext>
            </a:extLst>
          </p:cNvPr>
          <p:cNvSpPr>
            <a:spLocks noGrp="1"/>
          </p:cNvSpPr>
          <p:nvPr>
            <p:ph type="pic" sz="quarter" idx="36"/>
          </p:nvPr>
        </p:nvSpPr>
        <p:spPr>
          <a:xfrm>
            <a:off x="7351964" y="2946716"/>
            <a:ext cx="2149296" cy="650875"/>
          </a:xfrm>
        </p:spPr>
        <p:txBody>
          <a:bodyPr>
            <a:normAutofit/>
          </a:bodyPr>
          <a:lstStyle>
            <a:lvl1pPr marL="0" indent="0" algn="ctr">
              <a:buNone/>
              <a:defRPr sz="1200"/>
            </a:lvl1pPr>
          </a:lstStyle>
          <a:p>
            <a:endParaRPr lang="pt-BR"/>
          </a:p>
        </p:txBody>
      </p:sp>
      <p:sp>
        <p:nvSpPr>
          <p:cNvPr id="64" name="Espaço Reservado para Texto 41">
            <a:extLst>
              <a:ext uri="{FF2B5EF4-FFF2-40B4-BE49-F238E27FC236}">
                <a16:creationId xmlns:a16="http://schemas.microsoft.com/office/drawing/2014/main" id="{ADC2B4AB-D815-F98C-6CFA-98BF91244079}"/>
              </a:ext>
            </a:extLst>
          </p:cNvPr>
          <p:cNvSpPr>
            <a:spLocks noGrp="1"/>
          </p:cNvSpPr>
          <p:nvPr>
            <p:ph type="body" sz="quarter" idx="37"/>
          </p:nvPr>
        </p:nvSpPr>
        <p:spPr>
          <a:xfrm>
            <a:off x="9680075" y="3597591"/>
            <a:ext cx="2159000" cy="2495234"/>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5" name="Espaço Reservado para Texto 41">
            <a:extLst>
              <a:ext uri="{FF2B5EF4-FFF2-40B4-BE49-F238E27FC236}">
                <a16:creationId xmlns:a16="http://schemas.microsoft.com/office/drawing/2014/main" id="{30330B69-F22C-6098-52C4-A03FBA880B5A}"/>
              </a:ext>
            </a:extLst>
          </p:cNvPr>
          <p:cNvSpPr>
            <a:spLocks noGrp="1"/>
          </p:cNvSpPr>
          <p:nvPr>
            <p:ph type="body" sz="quarter" idx="38"/>
          </p:nvPr>
        </p:nvSpPr>
        <p:spPr>
          <a:xfrm>
            <a:off x="9680074" y="2454592"/>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6" name="Espaço Reservado para Imagem 53">
            <a:extLst>
              <a:ext uri="{FF2B5EF4-FFF2-40B4-BE49-F238E27FC236}">
                <a16:creationId xmlns:a16="http://schemas.microsoft.com/office/drawing/2014/main" id="{6E6327BC-9743-72ED-A643-D7173F3F8B04}"/>
              </a:ext>
            </a:extLst>
          </p:cNvPr>
          <p:cNvSpPr>
            <a:spLocks noGrp="1"/>
          </p:cNvSpPr>
          <p:nvPr>
            <p:ph type="pic" sz="quarter" idx="39"/>
          </p:nvPr>
        </p:nvSpPr>
        <p:spPr>
          <a:xfrm>
            <a:off x="9680074" y="2946716"/>
            <a:ext cx="2149296" cy="650875"/>
          </a:xfrm>
        </p:spPr>
        <p:txBody>
          <a:bodyPr>
            <a:normAutofit/>
          </a:bodyPr>
          <a:lstStyle>
            <a:lvl1pPr marL="0" indent="0" algn="ctr">
              <a:buNone/>
              <a:defRPr sz="1200"/>
            </a:lvl1pPr>
          </a:lstStyle>
          <a:p>
            <a:endParaRPr lang="pt-BR"/>
          </a:p>
        </p:txBody>
      </p:sp>
      <p:sp>
        <p:nvSpPr>
          <p:cNvPr id="68" name="Espaço Reservado para Texto 67">
            <a:extLst>
              <a:ext uri="{FF2B5EF4-FFF2-40B4-BE49-F238E27FC236}">
                <a16:creationId xmlns:a16="http://schemas.microsoft.com/office/drawing/2014/main" id="{B01AD352-02E5-ED6F-CB8A-D923E10CB8DC}"/>
              </a:ext>
            </a:extLst>
          </p:cNvPr>
          <p:cNvSpPr>
            <a:spLocks noGrp="1"/>
          </p:cNvSpPr>
          <p:nvPr>
            <p:ph type="body" sz="quarter" idx="40"/>
          </p:nvPr>
        </p:nvSpPr>
        <p:spPr>
          <a:xfrm>
            <a:off x="6096000" y="1327150"/>
            <a:ext cx="5719763" cy="1023938"/>
          </a:xfrm>
          <a:solidFill>
            <a:srgbClr val="F2F2F2"/>
          </a:solidFill>
        </p:spPr>
        <p:txBody>
          <a:bodyPr anchor="ctr"/>
          <a:lstStyle>
            <a:lvl1pPr marL="0" indent="0">
              <a:buNone/>
              <a:defRPr lang="pt-BR" sz="1800" kern="1200" dirty="0" smtClean="0">
                <a:solidFill>
                  <a:srgbClr val="061844"/>
                </a:solidFill>
                <a:latin typeface="+mn-lt"/>
                <a:ea typeface="Tahoma"/>
                <a:cs typeface="Tahoma"/>
              </a:defRPr>
            </a:lvl1pPr>
            <a:lvl2pPr marL="457200" indent="0">
              <a:buNone/>
              <a:defRPr lang="pt-BR" sz="1800" kern="1200" dirty="0" smtClean="0">
                <a:solidFill>
                  <a:srgbClr val="061844"/>
                </a:solidFill>
                <a:latin typeface="+mn-lt"/>
                <a:ea typeface="Tahoma"/>
                <a:cs typeface="Tahoma"/>
              </a:defRPr>
            </a:lvl2pPr>
            <a:lvl3pPr marL="914400" indent="0">
              <a:buNone/>
              <a:defRPr lang="pt-BR" sz="1800" kern="1200" dirty="0" smtClean="0">
                <a:solidFill>
                  <a:srgbClr val="061844"/>
                </a:solidFill>
                <a:latin typeface="+mn-lt"/>
                <a:ea typeface="Tahoma"/>
                <a:cs typeface="Tahoma"/>
              </a:defRPr>
            </a:lvl3pPr>
            <a:lvl4pPr marL="1371600" indent="0">
              <a:buNone/>
              <a:defRPr lang="pt-BR" sz="1800" kern="1200" dirty="0" smtClean="0">
                <a:solidFill>
                  <a:srgbClr val="061844"/>
                </a:solidFill>
                <a:latin typeface="+mn-lt"/>
                <a:ea typeface="Tahoma"/>
                <a:cs typeface="Tahoma"/>
              </a:defRPr>
            </a:lvl4pPr>
            <a:lvl5pPr marL="1828800" indent="0">
              <a:buNone/>
              <a:defRPr lang="pt-BR" sz="1800" kern="1200" dirty="0">
                <a:solidFill>
                  <a:srgbClr val="061844"/>
                </a:solidFill>
                <a:latin typeface="+mn-lt"/>
                <a:ea typeface="Tahoma"/>
                <a:cs typeface="Tahoma"/>
              </a:defRPr>
            </a:lvl5pPr>
          </a:lstStyle>
          <a:p>
            <a:pPr lvl="0"/>
            <a:r>
              <a:rPr lang="pt-BR"/>
              <a:t>Clique para editar os estilos de texto Mestres</a:t>
            </a:r>
          </a:p>
        </p:txBody>
      </p:sp>
      <p:sp>
        <p:nvSpPr>
          <p:cNvPr id="6" name="Espaço Reservado para Texto 39">
            <a:extLst>
              <a:ext uri="{FF2B5EF4-FFF2-40B4-BE49-F238E27FC236}">
                <a16:creationId xmlns:a16="http://schemas.microsoft.com/office/drawing/2014/main" id="{F21DDFCF-1CDD-F70F-7B18-517B22231BF9}"/>
              </a:ext>
            </a:extLst>
          </p:cNvPr>
          <p:cNvSpPr>
            <a:spLocks noGrp="1"/>
          </p:cNvSpPr>
          <p:nvPr>
            <p:ph type="body" sz="quarter" idx="18" hasCustomPrompt="1"/>
          </p:nvPr>
        </p:nvSpPr>
        <p:spPr>
          <a:xfrm>
            <a:off x="352051" y="1330013"/>
            <a:ext cx="5740400" cy="1023938"/>
          </a:xfrm>
          <a:noFill/>
        </p:spPr>
        <p:txBody>
          <a:bodyPr anchor="ctr">
            <a:normAutofit/>
          </a:bodyPr>
          <a:lstStyle>
            <a:lvl1pPr marL="0" indent="0" algn="l">
              <a:buNone/>
              <a:defRPr lang="pt-BR" sz="2800" kern="1200" dirty="0">
                <a:solidFill>
                  <a:schemeClr val="bg1"/>
                </a:solidFill>
                <a:latin typeface="Titillium Web Light" panose="00000400000000000000" pitchFamily="2" charset="0"/>
                <a:ea typeface="Tahoma"/>
                <a:cs typeface="Tahoma"/>
              </a:defRPr>
            </a:lvl1pPr>
            <a:lvl2pPr marL="457200" indent="0">
              <a:buNone/>
              <a:defRPr/>
            </a:lvl2pPr>
          </a:lstStyle>
          <a:p>
            <a:pPr lvl="0"/>
            <a:r>
              <a:rPr lang="pt-BR"/>
              <a:t>Clique para editar os estilos </a:t>
            </a:r>
            <a:br>
              <a:rPr lang="pt-BR"/>
            </a:br>
            <a:r>
              <a:rPr lang="pt-BR"/>
              <a:t>de texto Mestres</a:t>
            </a:r>
          </a:p>
        </p:txBody>
      </p:sp>
      <p:pic>
        <p:nvPicPr>
          <p:cNvPr id="3" name="Imagem 2" descr="Logotipo&#10;&#10;Descrição gerada automaticamente">
            <a:extLst>
              <a:ext uri="{FF2B5EF4-FFF2-40B4-BE49-F238E27FC236}">
                <a16:creationId xmlns:a16="http://schemas.microsoft.com/office/drawing/2014/main" id="{491277E9-C3E6-E4CE-4786-B4CA5C26CE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1047850681"/>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sz="quarter" idx="19"/>
          </p:nvPr>
        </p:nvSpPr>
        <p:spPr>
          <a:xfrm>
            <a:off x="355601" y="2468876"/>
            <a:ext cx="2159000" cy="3623949"/>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sz="quarter" idx="23"/>
          </p:nvPr>
        </p:nvSpPr>
        <p:spPr>
          <a:xfrm>
            <a:off x="355600" y="1325877"/>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sz="quarter" idx="27"/>
          </p:nvPr>
        </p:nvSpPr>
        <p:spPr>
          <a:xfrm>
            <a:off x="355600" y="1818001"/>
            <a:ext cx="2149296" cy="650875"/>
          </a:xfrm>
        </p:spPr>
        <p:txBody>
          <a:bodyPr>
            <a:normAutofit/>
          </a:bodyPr>
          <a:lstStyle>
            <a:lvl1pPr marL="0" indent="0" algn="ctr">
              <a:buNone/>
              <a:defRPr sz="1200"/>
            </a:lvl1pPr>
          </a:lstStyle>
          <a:p>
            <a:endParaRPr lang="pt-BR"/>
          </a:p>
        </p:txBody>
      </p:sp>
      <p:sp>
        <p:nvSpPr>
          <p:cNvPr id="52" name="Espaço Reservado para Texto 41">
            <a:extLst>
              <a:ext uri="{FF2B5EF4-FFF2-40B4-BE49-F238E27FC236}">
                <a16:creationId xmlns:a16="http://schemas.microsoft.com/office/drawing/2014/main" id="{E70F3B51-D1C0-6AA3-83DD-A15A73A28EAD}"/>
              </a:ext>
            </a:extLst>
          </p:cNvPr>
          <p:cNvSpPr>
            <a:spLocks noGrp="1"/>
          </p:cNvSpPr>
          <p:nvPr>
            <p:ph type="body" sz="quarter" idx="28"/>
          </p:nvPr>
        </p:nvSpPr>
        <p:spPr>
          <a:xfrm>
            <a:off x="2683712" y="2468876"/>
            <a:ext cx="2159000" cy="3623949"/>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3" name="Espaço Reservado para Texto 41">
            <a:extLst>
              <a:ext uri="{FF2B5EF4-FFF2-40B4-BE49-F238E27FC236}">
                <a16:creationId xmlns:a16="http://schemas.microsoft.com/office/drawing/2014/main" id="{38DB7297-51FD-1F74-EE52-2E13277E0199}"/>
              </a:ext>
            </a:extLst>
          </p:cNvPr>
          <p:cNvSpPr>
            <a:spLocks noGrp="1"/>
          </p:cNvSpPr>
          <p:nvPr>
            <p:ph type="body" sz="quarter" idx="29"/>
          </p:nvPr>
        </p:nvSpPr>
        <p:spPr>
          <a:xfrm>
            <a:off x="2683711" y="1325877"/>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7" name="Espaço Reservado para Imagem 53">
            <a:extLst>
              <a:ext uri="{FF2B5EF4-FFF2-40B4-BE49-F238E27FC236}">
                <a16:creationId xmlns:a16="http://schemas.microsoft.com/office/drawing/2014/main" id="{9422458F-50B5-9D4D-9408-65EE3C499FF0}"/>
              </a:ext>
            </a:extLst>
          </p:cNvPr>
          <p:cNvSpPr>
            <a:spLocks noGrp="1"/>
          </p:cNvSpPr>
          <p:nvPr>
            <p:ph type="pic" sz="quarter" idx="30"/>
          </p:nvPr>
        </p:nvSpPr>
        <p:spPr>
          <a:xfrm>
            <a:off x="2683711" y="1818001"/>
            <a:ext cx="2149296" cy="650875"/>
          </a:xfrm>
        </p:spPr>
        <p:txBody>
          <a:bodyPr>
            <a:normAutofit/>
          </a:bodyPr>
          <a:lstStyle>
            <a:lvl1pPr marL="0" indent="0" algn="ctr">
              <a:buNone/>
              <a:defRPr sz="1200"/>
            </a:lvl1pPr>
          </a:lstStyle>
          <a:p>
            <a:endParaRPr lang="pt-BR"/>
          </a:p>
        </p:txBody>
      </p:sp>
      <p:sp>
        <p:nvSpPr>
          <p:cNvPr id="58" name="Espaço Reservado para Texto 41">
            <a:extLst>
              <a:ext uri="{FF2B5EF4-FFF2-40B4-BE49-F238E27FC236}">
                <a16:creationId xmlns:a16="http://schemas.microsoft.com/office/drawing/2014/main" id="{64C23E34-BF95-2B0A-2D37-09BB0A7A6315}"/>
              </a:ext>
            </a:extLst>
          </p:cNvPr>
          <p:cNvSpPr>
            <a:spLocks noGrp="1"/>
          </p:cNvSpPr>
          <p:nvPr>
            <p:ph type="body" sz="quarter" idx="31"/>
          </p:nvPr>
        </p:nvSpPr>
        <p:spPr>
          <a:xfrm>
            <a:off x="5017838" y="2468876"/>
            <a:ext cx="2159000" cy="3623949"/>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9" name="Espaço Reservado para Texto 41">
            <a:extLst>
              <a:ext uri="{FF2B5EF4-FFF2-40B4-BE49-F238E27FC236}">
                <a16:creationId xmlns:a16="http://schemas.microsoft.com/office/drawing/2014/main" id="{EA8F3439-0F36-7831-4AD5-F659A0AFDAE4}"/>
              </a:ext>
            </a:extLst>
          </p:cNvPr>
          <p:cNvSpPr>
            <a:spLocks noGrp="1"/>
          </p:cNvSpPr>
          <p:nvPr>
            <p:ph type="body" sz="quarter" idx="32"/>
          </p:nvPr>
        </p:nvSpPr>
        <p:spPr>
          <a:xfrm>
            <a:off x="5017837" y="1325877"/>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0" name="Espaço Reservado para Imagem 53">
            <a:extLst>
              <a:ext uri="{FF2B5EF4-FFF2-40B4-BE49-F238E27FC236}">
                <a16:creationId xmlns:a16="http://schemas.microsoft.com/office/drawing/2014/main" id="{ADB8FC6F-71E6-2872-CDBA-BF8C8A28B25A}"/>
              </a:ext>
            </a:extLst>
          </p:cNvPr>
          <p:cNvSpPr>
            <a:spLocks noGrp="1"/>
          </p:cNvSpPr>
          <p:nvPr>
            <p:ph type="pic" sz="quarter" idx="33"/>
          </p:nvPr>
        </p:nvSpPr>
        <p:spPr>
          <a:xfrm>
            <a:off x="5017837" y="1818001"/>
            <a:ext cx="2149296" cy="650875"/>
          </a:xfrm>
        </p:spPr>
        <p:txBody>
          <a:bodyPr>
            <a:normAutofit/>
          </a:bodyPr>
          <a:lstStyle>
            <a:lvl1pPr marL="0" indent="0" algn="ctr">
              <a:buNone/>
              <a:defRPr sz="1200"/>
            </a:lvl1pPr>
          </a:lstStyle>
          <a:p>
            <a:endParaRPr lang="pt-BR"/>
          </a:p>
        </p:txBody>
      </p:sp>
      <p:sp>
        <p:nvSpPr>
          <p:cNvPr id="61" name="Espaço Reservado para Texto 41">
            <a:extLst>
              <a:ext uri="{FF2B5EF4-FFF2-40B4-BE49-F238E27FC236}">
                <a16:creationId xmlns:a16="http://schemas.microsoft.com/office/drawing/2014/main" id="{33E1A05E-6C16-BA44-0636-8D89037236CA}"/>
              </a:ext>
            </a:extLst>
          </p:cNvPr>
          <p:cNvSpPr>
            <a:spLocks noGrp="1"/>
          </p:cNvSpPr>
          <p:nvPr>
            <p:ph type="body" sz="quarter" idx="34"/>
          </p:nvPr>
        </p:nvSpPr>
        <p:spPr>
          <a:xfrm>
            <a:off x="7351965" y="2468876"/>
            <a:ext cx="2159000" cy="3623949"/>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2" name="Espaço Reservado para Texto 41">
            <a:extLst>
              <a:ext uri="{FF2B5EF4-FFF2-40B4-BE49-F238E27FC236}">
                <a16:creationId xmlns:a16="http://schemas.microsoft.com/office/drawing/2014/main" id="{06D79413-36CC-3359-5D9C-D04DFC7275C5}"/>
              </a:ext>
            </a:extLst>
          </p:cNvPr>
          <p:cNvSpPr>
            <a:spLocks noGrp="1"/>
          </p:cNvSpPr>
          <p:nvPr>
            <p:ph type="body" sz="quarter" idx="35"/>
          </p:nvPr>
        </p:nvSpPr>
        <p:spPr>
          <a:xfrm>
            <a:off x="7351964" y="1325877"/>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3" name="Espaço Reservado para Imagem 53">
            <a:extLst>
              <a:ext uri="{FF2B5EF4-FFF2-40B4-BE49-F238E27FC236}">
                <a16:creationId xmlns:a16="http://schemas.microsoft.com/office/drawing/2014/main" id="{8A46942C-8FD8-8D6B-8D56-F0B226D9DE1E}"/>
              </a:ext>
            </a:extLst>
          </p:cNvPr>
          <p:cNvSpPr>
            <a:spLocks noGrp="1"/>
          </p:cNvSpPr>
          <p:nvPr>
            <p:ph type="pic" sz="quarter" idx="36"/>
          </p:nvPr>
        </p:nvSpPr>
        <p:spPr>
          <a:xfrm>
            <a:off x="7351964" y="1818001"/>
            <a:ext cx="2149296" cy="650875"/>
          </a:xfrm>
        </p:spPr>
        <p:txBody>
          <a:bodyPr>
            <a:normAutofit/>
          </a:bodyPr>
          <a:lstStyle>
            <a:lvl1pPr marL="0" indent="0" algn="ctr">
              <a:buNone/>
              <a:defRPr sz="1200"/>
            </a:lvl1pPr>
          </a:lstStyle>
          <a:p>
            <a:endParaRPr lang="pt-BR"/>
          </a:p>
        </p:txBody>
      </p:sp>
      <p:sp>
        <p:nvSpPr>
          <p:cNvPr id="64" name="Espaço Reservado para Texto 41">
            <a:extLst>
              <a:ext uri="{FF2B5EF4-FFF2-40B4-BE49-F238E27FC236}">
                <a16:creationId xmlns:a16="http://schemas.microsoft.com/office/drawing/2014/main" id="{ADC2B4AB-D815-F98C-6CFA-98BF91244079}"/>
              </a:ext>
            </a:extLst>
          </p:cNvPr>
          <p:cNvSpPr>
            <a:spLocks noGrp="1"/>
          </p:cNvSpPr>
          <p:nvPr>
            <p:ph type="body" sz="quarter" idx="37"/>
          </p:nvPr>
        </p:nvSpPr>
        <p:spPr>
          <a:xfrm>
            <a:off x="9680075" y="2468876"/>
            <a:ext cx="2159000" cy="3623949"/>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5" name="Espaço Reservado para Texto 41">
            <a:extLst>
              <a:ext uri="{FF2B5EF4-FFF2-40B4-BE49-F238E27FC236}">
                <a16:creationId xmlns:a16="http://schemas.microsoft.com/office/drawing/2014/main" id="{30330B69-F22C-6098-52C4-A03FBA880B5A}"/>
              </a:ext>
            </a:extLst>
          </p:cNvPr>
          <p:cNvSpPr>
            <a:spLocks noGrp="1"/>
          </p:cNvSpPr>
          <p:nvPr>
            <p:ph type="body" sz="quarter" idx="38"/>
          </p:nvPr>
        </p:nvSpPr>
        <p:spPr>
          <a:xfrm>
            <a:off x="9680074" y="1325877"/>
            <a:ext cx="2149228"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6" name="Espaço Reservado para Imagem 53">
            <a:extLst>
              <a:ext uri="{FF2B5EF4-FFF2-40B4-BE49-F238E27FC236}">
                <a16:creationId xmlns:a16="http://schemas.microsoft.com/office/drawing/2014/main" id="{6E6327BC-9743-72ED-A643-D7173F3F8B04}"/>
              </a:ext>
            </a:extLst>
          </p:cNvPr>
          <p:cNvSpPr>
            <a:spLocks noGrp="1"/>
          </p:cNvSpPr>
          <p:nvPr>
            <p:ph type="pic" sz="quarter" idx="39"/>
          </p:nvPr>
        </p:nvSpPr>
        <p:spPr>
          <a:xfrm>
            <a:off x="9680074" y="1818001"/>
            <a:ext cx="2149296" cy="650875"/>
          </a:xfrm>
        </p:spPr>
        <p:txBody>
          <a:bodyPr>
            <a:normAutofit/>
          </a:bodyPr>
          <a:lstStyle>
            <a:lvl1pPr marL="0" indent="0" algn="ctr">
              <a:buNone/>
              <a:defRPr sz="1200"/>
            </a:lvl1pPr>
          </a:lstStyle>
          <a:p>
            <a:endParaRPr lang="pt-BR"/>
          </a:p>
        </p:txBody>
      </p:sp>
      <p:pic>
        <p:nvPicPr>
          <p:cNvPr id="3" name="Imagem 2" descr="Logotipo&#10;&#10;Descrição gerada automaticamente">
            <a:extLst>
              <a:ext uri="{FF2B5EF4-FFF2-40B4-BE49-F238E27FC236}">
                <a16:creationId xmlns:a16="http://schemas.microsoft.com/office/drawing/2014/main" id="{8E1E7E23-BE3A-8E1C-D71E-E3827EE8EE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3343830269"/>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sz="quarter" idx="20"/>
          </p:nvPr>
        </p:nvSpPr>
        <p:spPr>
          <a:xfrm>
            <a:off x="362509" y="2478088"/>
            <a:ext cx="5577523"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39" name="Espaço Reservado para Texto 41">
            <a:extLst>
              <a:ext uri="{FF2B5EF4-FFF2-40B4-BE49-F238E27FC236}">
                <a16:creationId xmlns:a16="http://schemas.microsoft.com/office/drawing/2014/main" id="{277D13CE-58C0-FD09-06AF-D117B34389D7}"/>
              </a:ext>
            </a:extLst>
          </p:cNvPr>
          <p:cNvSpPr>
            <a:spLocks noGrp="1"/>
          </p:cNvSpPr>
          <p:nvPr>
            <p:ph type="body" sz="quarter" idx="21"/>
          </p:nvPr>
        </p:nvSpPr>
        <p:spPr>
          <a:xfrm>
            <a:off x="6251968" y="2478088"/>
            <a:ext cx="5563795" cy="3614737"/>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sz="quarter" idx="24"/>
          </p:nvPr>
        </p:nvSpPr>
        <p:spPr>
          <a:xfrm>
            <a:off x="362509" y="1335089"/>
            <a:ext cx="5577523"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1" name="Espaço Reservado para Texto 41">
            <a:extLst>
              <a:ext uri="{FF2B5EF4-FFF2-40B4-BE49-F238E27FC236}">
                <a16:creationId xmlns:a16="http://schemas.microsoft.com/office/drawing/2014/main" id="{A65C8C50-A7C0-5807-8319-0FD4C5252B93}"/>
              </a:ext>
            </a:extLst>
          </p:cNvPr>
          <p:cNvSpPr>
            <a:spLocks noGrp="1"/>
          </p:cNvSpPr>
          <p:nvPr>
            <p:ph type="body" sz="quarter" idx="25"/>
          </p:nvPr>
        </p:nvSpPr>
        <p:spPr>
          <a:xfrm>
            <a:off x="6251968" y="1335089"/>
            <a:ext cx="5563795" cy="491970"/>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5" name="Espaço Reservado para Imagem 53">
            <a:extLst>
              <a:ext uri="{FF2B5EF4-FFF2-40B4-BE49-F238E27FC236}">
                <a16:creationId xmlns:a16="http://schemas.microsoft.com/office/drawing/2014/main" id="{BE875CEE-2031-E94C-0C07-FD5BFEA425A5}"/>
              </a:ext>
            </a:extLst>
          </p:cNvPr>
          <p:cNvSpPr>
            <a:spLocks noGrp="1"/>
          </p:cNvSpPr>
          <p:nvPr>
            <p:ph type="pic" sz="quarter" idx="28"/>
          </p:nvPr>
        </p:nvSpPr>
        <p:spPr>
          <a:xfrm>
            <a:off x="358415" y="1827213"/>
            <a:ext cx="5580423" cy="650875"/>
          </a:xfrm>
        </p:spPr>
        <p:txBody>
          <a:bodyPr>
            <a:normAutofit/>
          </a:bodyPr>
          <a:lstStyle>
            <a:lvl1pPr marL="0" indent="0" algn="ctr">
              <a:buNone/>
              <a:defRPr sz="1200"/>
            </a:lvl1pPr>
          </a:lstStyle>
          <a:p>
            <a:endParaRPr lang="pt-BR"/>
          </a:p>
        </p:txBody>
      </p:sp>
      <p:sp>
        <p:nvSpPr>
          <p:cNvPr id="56" name="Espaço Reservado para Imagem 53">
            <a:extLst>
              <a:ext uri="{FF2B5EF4-FFF2-40B4-BE49-F238E27FC236}">
                <a16:creationId xmlns:a16="http://schemas.microsoft.com/office/drawing/2014/main" id="{7DBE7F8C-8D06-9177-0669-024E9231A9DB}"/>
              </a:ext>
            </a:extLst>
          </p:cNvPr>
          <p:cNvSpPr>
            <a:spLocks noGrp="1"/>
          </p:cNvSpPr>
          <p:nvPr>
            <p:ph type="pic" sz="quarter" idx="29"/>
          </p:nvPr>
        </p:nvSpPr>
        <p:spPr>
          <a:xfrm>
            <a:off x="6253162" y="1827213"/>
            <a:ext cx="5569419" cy="650875"/>
          </a:xfrm>
        </p:spPr>
        <p:txBody>
          <a:bodyPr>
            <a:normAutofit/>
          </a:bodyPr>
          <a:lstStyle>
            <a:lvl1pPr marL="0" indent="0" algn="ctr">
              <a:buNone/>
              <a:defRPr sz="1200"/>
            </a:lvl1pPr>
          </a:lstStyle>
          <a:p>
            <a:endParaRPr lang="pt-BR"/>
          </a:p>
        </p:txBody>
      </p:sp>
      <p:pic>
        <p:nvPicPr>
          <p:cNvPr id="6" name="Imagem 5" descr="Logotipo&#10;&#10;Descrição gerada automaticamente">
            <a:extLst>
              <a:ext uri="{FF2B5EF4-FFF2-40B4-BE49-F238E27FC236}">
                <a16:creationId xmlns:a16="http://schemas.microsoft.com/office/drawing/2014/main" id="{C4FF6153-1B8A-17F9-421B-C017114929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876756030"/>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9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noAutofit/>
          </a:bodyPr>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61844"/>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sz="quarter" idx="20"/>
          </p:nvPr>
        </p:nvSpPr>
        <p:spPr>
          <a:xfrm>
            <a:off x="362509" y="2919410"/>
            <a:ext cx="3409391" cy="3173415"/>
          </a:xfrm>
        </p:spPr>
        <p:txBody>
          <a:bodyPr>
            <a:normAutofit/>
          </a:bodyPr>
          <a:lstStyle>
            <a:lvl1pPr marL="0" indent="0">
              <a:buNone/>
              <a:defRPr kumimoji="0" lang="pt-BR" sz="12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sz="quarter" idx="24"/>
          </p:nvPr>
        </p:nvSpPr>
        <p:spPr>
          <a:xfrm>
            <a:off x="362509" y="1335088"/>
            <a:ext cx="3409391" cy="1485899"/>
          </a:xfrm>
          <a:solidFill>
            <a:srgbClr val="061844"/>
          </a:solidFill>
        </p:spPr>
        <p:txBody>
          <a:bodyPr anchor="ctr">
            <a:normAutofit/>
          </a:bodyPr>
          <a:lstStyle>
            <a:lvl1pPr marL="0" indent="0" algn="ctr">
              <a:buNone/>
              <a:defRPr kumimoji="0" lang="pt-BR" sz="1200" b="0" i="0" u="none" strike="noStrike" kern="0" cap="none" spc="0" normalizeH="0" baseline="0" dirty="0" smtClean="0">
                <a:ln>
                  <a:noFill/>
                </a:ln>
                <a:solidFill>
                  <a:schemeClr val="bg1"/>
                </a:solidFill>
                <a:effectLst/>
                <a:uLnTx/>
                <a:uFillTx/>
                <a:latin typeface="Titillium Web SemiBold" panose="00000700000000000000" pitchFamily="2" charset="0"/>
                <a:ea typeface="Tahoma" panose="020B0604030504040204" pitchFamily="34" charset="0"/>
                <a:cs typeface="Tahoma" panose="020B0604030504040204" pitchFamily="34" charset="0"/>
                <a:sym typeface="Itau Display"/>
              </a:defRPr>
            </a:lvl1pPr>
            <a:lvl2pPr marL="4572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2pPr>
            <a:lvl3pPr marL="9144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3pPr>
            <a:lvl4pPr marL="1371600" indent="0">
              <a:buNone/>
              <a:defRPr kumimoji="0" lang="pt-BR" sz="1400" b="0" i="0" u="none" strike="noStrike" kern="0" cap="none" spc="0" normalizeH="0" baseline="0" dirty="0" smtClean="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4pPr>
            <a:lvl5pPr marL="1828800" indent="0">
              <a:buNone/>
              <a:defRPr kumimoji="0" lang="pt-BR" sz="1400" b="0" i="0" u="none" strike="noStrike" kern="0" cap="none" spc="0" normalizeH="0" baseline="0" dirty="0">
                <a:ln>
                  <a:noFill/>
                </a:ln>
                <a:solidFill>
                  <a:srgbClr val="061844"/>
                </a:solidFill>
                <a:effectLst/>
                <a:uLnTx/>
                <a:uFillTx/>
                <a:latin typeface="Titillium Web ExtraLight" panose="00000300000000000000" pitchFamily="2" charset="0"/>
                <a:ea typeface="Tahoma" panose="020B0604030504040204" pitchFamily="34" charset="0"/>
                <a:cs typeface="Tahoma" panose="020B0604030504040204" pitchFamily="34" charset="0"/>
                <a:sym typeface="Itau Display"/>
              </a:defRPr>
            </a:lvl5pPr>
          </a:lstStyle>
          <a:p>
            <a:pPr lvl="0"/>
            <a:r>
              <a:rPr lang="pt-BR"/>
              <a:t>Clique para editar os estilos de texto Mestres</a:t>
            </a:r>
          </a:p>
        </p:txBody>
      </p:sp>
      <p:sp>
        <p:nvSpPr>
          <p:cNvPr id="6" name="Espaço Reservado para Conteúdo 27">
            <a:extLst>
              <a:ext uri="{FF2B5EF4-FFF2-40B4-BE49-F238E27FC236}">
                <a16:creationId xmlns:a16="http://schemas.microsoft.com/office/drawing/2014/main" id="{212A7DEB-B69D-B9C8-BFA7-620D84CE4949}"/>
              </a:ext>
            </a:extLst>
          </p:cNvPr>
          <p:cNvSpPr>
            <a:spLocks noGrp="1"/>
          </p:cNvSpPr>
          <p:nvPr>
            <p:ph sz="quarter" idx="21"/>
          </p:nvPr>
        </p:nvSpPr>
        <p:spPr>
          <a:xfrm>
            <a:off x="3892551" y="1327150"/>
            <a:ext cx="7934324" cy="4768850"/>
          </a:xfrm>
        </p:spPr>
        <p:txBody>
          <a:bodyPr>
            <a:normAutofit/>
          </a:bodyPr>
          <a:lstStyle>
            <a:lvl1pPr marL="0" indent="0" algn="ctr">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pt-BR"/>
              <a:t>Clique para editar os estilos de texto Mestres</a:t>
            </a:r>
          </a:p>
        </p:txBody>
      </p:sp>
      <p:pic>
        <p:nvPicPr>
          <p:cNvPr id="28" name="Imagem 27" descr="Logotipo&#10;&#10;Descrição gerada automaticamente">
            <a:extLst>
              <a:ext uri="{FF2B5EF4-FFF2-40B4-BE49-F238E27FC236}">
                <a16:creationId xmlns:a16="http://schemas.microsoft.com/office/drawing/2014/main" id="{326D7134-7E24-D960-F34D-3AA2B81D98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206932442"/>
      </p:ext>
    </p:extLst>
  </p:cSld>
  <p:clrMapOvr>
    <a:masterClrMapping/>
  </p:clrMapOvr>
  <p:extLst>
    <p:ext uri="{DCECCB84-F9BA-43D5-87BE-67443E8EF086}">
      <p15:sldGuideLst xmlns:p15="http://schemas.microsoft.com/office/powerpoint/2012/main">
        <p15:guide id="2" pos="3840" userDrawn="1">
          <p15:clr>
            <a:srgbClr val="FBAE40"/>
          </p15:clr>
        </p15:guide>
        <p15:guide id="6" orient="horz" pos="383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OBILIÁRIO">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chemeClr val="accent2"/>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pic>
        <p:nvPicPr>
          <p:cNvPr id="3" name="Imagem 2" descr="Logotipo&#10;&#10;Descrição gerada automaticamente">
            <a:extLst>
              <a:ext uri="{FF2B5EF4-FFF2-40B4-BE49-F238E27FC236}">
                <a16:creationId xmlns:a16="http://schemas.microsoft.com/office/drawing/2014/main" id="{DC6FE0C9-A36B-9678-D105-1BF04DCCC5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8405850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6" orient="horz" pos="383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ULTIMERCADOS">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4BA3C7"/>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pic>
        <p:nvPicPr>
          <p:cNvPr id="3" name="Imagem 2" descr="Logotipo&#10;&#10;Descrição gerada automaticamente">
            <a:extLst>
              <a:ext uri="{FF2B5EF4-FFF2-40B4-BE49-F238E27FC236}">
                <a16:creationId xmlns:a16="http://schemas.microsoft.com/office/drawing/2014/main" id="{9203D6C8-30F8-D0B2-CAD8-2A64FB7937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5860577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6" orient="horz" pos="383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ÇÕES">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5072A9"/>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pic>
        <p:nvPicPr>
          <p:cNvPr id="3" name="Imagem 2" descr="Logotipo&#10;&#10;Descrição gerada automaticamente">
            <a:extLst>
              <a:ext uri="{FF2B5EF4-FFF2-40B4-BE49-F238E27FC236}">
                <a16:creationId xmlns:a16="http://schemas.microsoft.com/office/drawing/2014/main" id="{1AC59094-1A0A-CC53-6B29-C04E826607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196288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6" orient="horz" pos="3838"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NDA FIXA">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82ADA9"/>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pic>
        <p:nvPicPr>
          <p:cNvPr id="3" name="Imagem 2" descr="Logotipo&#10;&#10;Descrição gerada automaticamente">
            <a:extLst>
              <a:ext uri="{FF2B5EF4-FFF2-40B4-BE49-F238E27FC236}">
                <a16:creationId xmlns:a16="http://schemas.microsoft.com/office/drawing/2014/main" id="{5D132881-25AC-D3C9-D522-9644BAEBF4F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24853214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6" orient="horz" pos="383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IVATE EQUITY">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90A4AE"/>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pic>
        <p:nvPicPr>
          <p:cNvPr id="3" name="Imagem 2" descr="Logotipo&#10;&#10;Descrição gerada automaticamente">
            <a:extLst>
              <a:ext uri="{FF2B5EF4-FFF2-40B4-BE49-F238E27FC236}">
                <a16:creationId xmlns:a16="http://schemas.microsoft.com/office/drawing/2014/main" id="{6DA9E3CA-C790-4B52-8CF9-9241FB65C8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15386971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6" orient="horz" pos="3838"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FRAESTRUTURA ">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BA6B6C"/>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pic>
        <p:nvPicPr>
          <p:cNvPr id="3" name="Imagem 2" descr="Logotipo&#10;&#10;Descrição gerada automaticamente">
            <a:extLst>
              <a:ext uri="{FF2B5EF4-FFF2-40B4-BE49-F238E27FC236}">
                <a16:creationId xmlns:a16="http://schemas.microsoft.com/office/drawing/2014/main" id="{2A12147F-8B84-447E-8390-B985A1CF2CE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16205070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6" orient="horz" pos="383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OBILIÁRIO DE CRI">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sz="quarter" idx="4"/>
          </p:nvPr>
        </p:nvSpPr>
        <p:spPr>
          <a:xfrm>
            <a:off x="11550857" y="6584949"/>
            <a:ext cx="264906" cy="174624"/>
          </a:xfrm>
          <a:prstGeom prst="rect">
            <a:avLst/>
          </a:prstGeom>
        </p:spPr>
        <p:txBody>
          <a:bodyPr lIns="0" tIns="0" rIns="0" bIns="0"/>
          <a:lstStyle>
            <a:lvl1pPr algn="r">
              <a:defRPr lang="pt-BR" sz="900" kern="1200" smtClean="0">
                <a:solidFill>
                  <a:srgbClr val="A6A5A5"/>
                </a:solidFill>
                <a:latin typeface="Titillium Web Light" panose="00000400000000000000" pitchFamily="2" charset="0"/>
                <a:ea typeface="+mn-ea"/>
                <a:cs typeface="+mn-cs"/>
              </a:defRPr>
            </a:lvl1pPr>
          </a:lstStyle>
          <a:p>
            <a:fld id="{E8537E7D-B481-4A27-91D3-485D98CF8A66}" type="slidenum">
              <a:rPr lang="pt-BR" smtClean="0"/>
              <a:pPr/>
              <a:t>‹#›</a:t>
            </a:fld>
            <a:endParaRPr lang="pt-BR"/>
          </a:p>
        </p:txBody>
      </p:sp>
      <p:cxnSp>
        <p:nvCxnSpPr>
          <p:cNvPr id="5" name="Conector reto 4">
            <a:extLst>
              <a:ext uri="{FF2B5EF4-FFF2-40B4-BE49-F238E27FC236}">
                <a16:creationId xmlns:a16="http://schemas.microsoft.com/office/drawing/2014/main" id="{6B79FFE2-878F-F90A-5A4A-2919B906A505}"/>
              </a:ext>
            </a:extLst>
          </p:cNvPr>
          <p:cNvCxnSpPr>
            <a:cxnSpLocks/>
          </p:cNvCxnSpPr>
          <p:nvPr userDrawn="1"/>
        </p:nvCxn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B3C26C39-E3DA-5B55-B052-1E30574A7255}"/>
              </a:ext>
            </a:extLst>
          </p:cNvPr>
          <p:cNvCxnSpPr/>
          <p:nvPr userDrawn="1"/>
        </p:nvCxn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sz="quarter" idx="10" hasCustomPrompt="1"/>
          </p:nvPr>
        </p:nvSpPr>
        <p:spPr>
          <a:xfrm>
            <a:off x="371475" y="311805"/>
            <a:ext cx="10289426" cy="309563"/>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CB9B8C"/>
                </a:solidFill>
                <a:latin typeface="Titillium Web SemiBold" panose="020B0604020202020204"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lvl="0"/>
            <a:r>
              <a:rPr lang="pt-B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sz="quarter" idx="16" hasCustomPrompt="1"/>
          </p:nvPr>
        </p:nvSpPr>
        <p:spPr>
          <a:xfrm>
            <a:off x="371475" y="596574"/>
            <a:ext cx="10289426" cy="266878"/>
          </a:xfrm>
          <a:prstGeom prst="rect">
            <a:avLst/>
          </a:prstGeom>
        </p:spPr>
        <p:txBody>
          <a:bodyPr lIns="0" tIns="0" rIns="0" bIns="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pt-BR" sz="1600" kern="1200" cap="none" baseline="0" dirty="0">
                <a:solidFill>
                  <a:srgbClr val="3F4655"/>
                </a:solidFill>
                <a:latin typeface="Titillium Web SemiBold" panose="00000700000000000000" pitchFamily="2" charset="0"/>
                <a:ea typeface="+mn-ea"/>
                <a:cs typeface="+mn-cs"/>
              </a:defRPr>
            </a:lvl1pPr>
            <a:lvl2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2pPr>
            <a:lvl3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3pPr>
            <a:lvl4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smtClean="0">
                <a:solidFill>
                  <a:srgbClr val="0E497A"/>
                </a:solidFill>
                <a:latin typeface="Titillium Web SemiBold" panose="020B0604020202020204" pitchFamily="2" charset="0"/>
                <a:ea typeface="+mn-ea"/>
                <a:cs typeface="+mn-cs"/>
              </a:defRPr>
            </a:lvl4pPr>
            <a:lvl5pPr marL="0" indent="0" algn="l" defTabSz="914400" rtl="0" eaLnBrk="1" latinLnBrk="0" hangingPunct="1">
              <a:lnSpc>
                <a:spcPct val="90000"/>
              </a:lnSpc>
              <a:spcBef>
                <a:spcPts val="1000"/>
              </a:spcBef>
              <a:buFont typeface="Arial" panose="020B0604020202020204" pitchFamily="34" charset="0"/>
              <a:buNone/>
              <a:defRPr lang="pt-BR" sz="2000" b="1" kern="1200" cap="all" normalizeH="0" baseline="0" dirty="0">
                <a:solidFill>
                  <a:srgbClr val="0E497A"/>
                </a:solidFill>
                <a:latin typeface="Titillium Web SemiBold" panose="020B0604020202020204" pitchFamily="2" charset="0"/>
                <a:ea typeface="+mn-ea"/>
                <a:cs typeface="+mn-cs"/>
              </a:defRPr>
            </a:lvl5pPr>
          </a:lstStyle>
          <a:p>
            <a:pPr marL="0" lvl="0" indent="0" algn="l" defTabSz="914400" rtl="0" eaLnBrk="1" latinLnBrk="0" hangingPunct="1">
              <a:lnSpc>
                <a:spcPct val="90000"/>
              </a:lnSpc>
              <a:spcBef>
                <a:spcPts val="1000"/>
              </a:spcBef>
              <a:buFont typeface="Arial" panose="020B0604020202020204" pitchFamily="34" charset="0"/>
              <a:buNone/>
            </a:pPr>
            <a:r>
              <a:rPr lang="pt-B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sz="quarter" idx="17" hasCustomPrompt="1"/>
          </p:nvPr>
        </p:nvSpPr>
        <p:spPr>
          <a:xfrm>
            <a:off x="366713" y="6319838"/>
            <a:ext cx="11460162" cy="99643"/>
          </a:xfrm>
        </p:spPr>
        <p:txBody>
          <a:bodyPr lIns="0" tIns="0" rIns="0" bIns="0" anchor="b">
            <a:noAutofit/>
          </a:bodyPr>
          <a:lstStyle>
            <a:lvl1pPr marL="0" indent="0">
              <a:buNone/>
              <a:defRPr lang="pt-BR" sz="700" kern="1200" dirty="0" smtClean="0">
                <a:solidFill>
                  <a:srgbClr val="A6A5A5"/>
                </a:solidFill>
                <a:latin typeface="+mj-lt"/>
                <a:ea typeface="+mn-ea"/>
                <a:cs typeface="+mn-cs"/>
              </a:defRPr>
            </a:lvl1pPr>
          </a:lstStyle>
          <a:p>
            <a:pPr lvl="0"/>
            <a:r>
              <a:rPr lang="pt-BR"/>
              <a:t>Nota</a:t>
            </a:r>
          </a:p>
        </p:txBody>
      </p:sp>
      <p:pic>
        <p:nvPicPr>
          <p:cNvPr id="3" name="Imagem 2" descr="Logotipo&#10;&#10;Descrição gerada automaticamente">
            <a:extLst>
              <a:ext uri="{FF2B5EF4-FFF2-40B4-BE49-F238E27FC236}">
                <a16:creationId xmlns:a16="http://schemas.microsoft.com/office/drawing/2014/main" id="{586794D4-D8CD-1BE8-03A7-D00A0D45C9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4163" y="361538"/>
            <a:ext cx="1011600" cy="461409"/>
          </a:xfrm>
          <a:prstGeom prst="rect">
            <a:avLst/>
          </a:prstGeom>
        </p:spPr>
      </p:pic>
    </p:spTree>
    <p:extLst>
      <p:ext uri="{BB962C8B-B14F-4D97-AF65-F5344CB8AC3E}">
        <p14:creationId xmlns:p14="http://schemas.microsoft.com/office/powerpoint/2010/main" val="33153791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6" orient="horz" pos="383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nada_Capa">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2000"/>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dirty="0"/>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flip="none" rotWithShape="1">
            <a:gsLst>
              <a:gs pos="0">
                <a:schemeClr val="bg1">
                  <a:alpha val="3000"/>
                </a:schemeClr>
              </a:gs>
              <a:gs pos="7000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69758F">
                  <a:alpha val="38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cxn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cxn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9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9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2" name="Imagem 1" descr="Logotipo&#10;&#10;Descrição gerada automaticamente">
            <a:extLst>
              <a:ext uri="{FF2B5EF4-FFF2-40B4-BE49-F238E27FC236}">
                <a16:creationId xmlns:a16="http://schemas.microsoft.com/office/drawing/2014/main" id="{FA7CA87C-E870-3124-E7AA-72DA88809C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pic>
        <p:nvPicPr>
          <p:cNvPr id="4" name="Picture 3" descr="A white and blue background with a city skyline&#10;&#10;AI-generated content may be incorrect.">
            <a:extLst>
              <a:ext uri="{FF2B5EF4-FFF2-40B4-BE49-F238E27FC236}">
                <a16:creationId xmlns:a16="http://schemas.microsoft.com/office/drawing/2014/main" id="{DE5407C8-F1A7-3172-A7FD-A29048E0FC4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1673"/>
            <a:ext cx="12192000" cy="6854653"/>
          </a:xfrm>
          <a:prstGeom prst="rect">
            <a:avLst/>
          </a:prstGeom>
        </p:spPr>
      </p:pic>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hasCustomPrompt="1"/>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dirty="0"/>
              <a:t>Data Referente e Data do Lançamento</a:t>
            </a:r>
          </a:p>
        </p:txBody>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hasCustomPrompt="1"/>
          </p:nvPr>
        </p:nvSpPr>
        <p:spPr>
          <a:xfrm>
            <a:off x="355600" y="3286195"/>
            <a:ext cx="4970463" cy="430887"/>
          </a:xfrm>
        </p:spPr>
        <p:txBody>
          <a:bodyPr lIns="0" tIns="0" rIns="0" bIns="0" anchor="b">
            <a:spAutoFit/>
          </a:bodyPr>
          <a:lstStyle>
            <a:lvl1pPr marL="0" indent="0">
              <a:lnSpc>
                <a:spcPct val="100000"/>
              </a:lnSpc>
              <a:spcBef>
                <a:spcPts val="0"/>
              </a:spcBef>
              <a:buNone/>
              <a:defRPr cap="all" baseline="0"/>
            </a:lvl1pPr>
            <a:lvl2pPr marL="457200" indent="0">
              <a:buNone/>
              <a:defRPr/>
            </a:lvl2pPr>
          </a:lstStyle>
          <a:p>
            <a:pPr lvl="0"/>
            <a:r>
              <a:rPr lang="pt-BR" dirty="0"/>
              <a:t>TITULO</a:t>
            </a:r>
          </a:p>
        </p:txBody>
      </p:sp>
      <p:pic>
        <p:nvPicPr>
          <p:cNvPr id="5" name="Picture 4">
            <a:extLst>
              <a:ext uri="{FF2B5EF4-FFF2-40B4-BE49-F238E27FC236}">
                <a16:creationId xmlns:a16="http://schemas.microsoft.com/office/drawing/2014/main" id="{0E50A964-B16C-B10C-665B-CB8D8752864B}"/>
              </a:ext>
            </a:extLst>
          </p:cNvPr>
          <p:cNvPicPr>
            <a:picLocks noChangeAspect="1"/>
          </p:cNvPicPr>
          <p:nvPr userDrawn="1"/>
        </p:nvPicPr>
        <p:blipFill>
          <a:blip r:embed="rId5"/>
          <a:stretch>
            <a:fillRect/>
          </a:stretch>
        </p:blipFill>
        <p:spPr>
          <a:xfrm>
            <a:off x="0" y="1390"/>
            <a:ext cx="12192000" cy="6855220"/>
          </a:xfrm>
          <a:prstGeom prst="rect">
            <a:avLst/>
          </a:prstGeom>
        </p:spPr>
      </p:pic>
    </p:spTree>
    <p:extLst>
      <p:ext uri="{BB962C8B-B14F-4D97-AF65-F5344CB8AC3E}">
        <p14:creationId xmlns:p14="http://schemas.microsoft.com/office/powerpoint/2010/main" val="1311944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2_Layout Personalizado">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lvl1pPr>
            <a:lvl2pPr marL="457200" indent="0">
              <a:buNone/>
              <a:defRPr/>
            </a:lvl2pPr>
          </a:lstStyle>
          <a:p>
            <a:pPr lvl="0"/>
            <a:r>
              <a:rPr lang="pt-BR"/>
              <a:t>Clique para editar os estilos de texto Mestres</a:t>
            </a:r>
          </a:p>
        </p:txBody>
      </p: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3" name="Imagem 2" descr="Logotipo&#10;&#10;Descrição gerada automaticamente">
            <a:extLst>
              <a:ext uri="{FF2B5EF4-FFF2-40B4-BE49-F238E27FC236}">
                <a16:creationId xmlns:a16="http://schemas.microsoft.com/office/drawing/2014/main" id="{AAB6EF73-4393-41C4-D178-687D772625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spTree>
    <p:extLst>
      <p:ext uri="{BB962C8B-B14F-4D97-AF65-F5344CB8AC3E}">
        <p14:creationId xmlns:p14="http://schemas.microsoft.com/office/powerpoint/2010/main" val="10383532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7_Layout Personalizado">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cxn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4BA3C7"/>
                </a:solidFill>
              </a:defRPr>
            </a:lvl1pPr>
            <a:lvl2pPr marL="457200" indent="0">
              <a:buNone/>
              <a:defRPr/>
            </a:lvl2pPr>
          </a:lstStyle>
          <a:p>
            <a:pPr lvl="0"/>
            <a:r>
              <a:rPr lang="pt-BR"/>
              <a:t>Clique para editar os estilos de texto Mestres</a:t>
            </a:r>
          </a:p>
        </p:txBody>
      </p: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cxn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2" name="Imagem 1" descr="Logotipo&#10;&#10;Descrição gerada automaticamente">
            <a:extLst>
              <a:ext uri="{FF2B5EF4-FFF2-40B4-BE49-F238E27FC236}">
                <a16:creationId xmlns:a16="http://schemas.microsoft.com/office/drawing/2014/main" id="{7E668F4A-55F3-3CAE-8E03-100FE1DC30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spTree>
    <p:extLst>
      <p:ext uri="{BB962C8B-B14F-4D97-AF65-F5344CB8AC3E}">
        <p14:creationId xmlns:p14="http://schemas.microsoft.com/office/powerpoint/2010/main" val="24685556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Layout Personalizado">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flip="none" rotWithShape="1">
            <a:gsLst>
              <a:gs pos="0">
                <a:schemeClr val="bg1">
                  <a:alpha val="33000"/>
                </a:schemeClr>
              </a:gs>
              <a:gs pos="75000">
                <a:srgbClr val="82ADA9">
                  <a:alpha val="31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82ADA9"/>
                </a:solidFill>
              </a:defRPr>
            </a:lvl1pPr>
            <a:lvl2pPr marL="457200" indent="0">
              <a:buNone/>
              <a:defRPr/>
            </a:lvl2pPr>
          </a:lstStyle>
          <a:p>
            <a:pPr lvl="0"/>
            <a:r>
              <a:rPr lang="pt-BR"/>
              <a:t>Clique para editar os estilos de texto Mestres</a:t>
            </a:r>
          </a:p>
        </p:txBody>
      </p: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a:solidFill>
            <a:srgbClr val="82AD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2" name="Imagem 1" descr="Logotipo&#10;&#10;Descrição gerada automaticamente">
            <a:extLst>
              <a:ext uri="{FF2B5EF4-FFF2-40B4-BE49-F238E27FC236}">
                <a16:creationId xmlns:a16="http://schemas.microsoft.com/office/drawing/2014/main" id="{9BEF9C13-7C53-CA15-1D44-A82790DBDE2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spTree>
    <p:extLst>
      <p:ext uri="{BB962C8B-B14F-4D97-AF65-F5344CB8AC3E}">
        <p14:creationId xmlns:p14="http://schemas.microsoft.com/office/powerpoint/2010/main" val="35256542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3_Layout Personalizado">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rgbClr val="A8B777"/>
            </a:solidFill>
          </a:ln>
        </p:spPr>
        <p:style>
          <a:lnRef idx="1">
            <a:schemeClr val="accent1"/>
          </a:lnRef>
          <a:fillRef idx="0">
            <a:schemeClr val="accent1"/>
          </a:fillRef>
          <a:effectRef idx="0">
            <a:schemeClr val="accent1"/>
          </a:effectRef>
          <a:fontRef idx="minor">
            <a:schemeClr val="tx1"/>
          </a:fontRef>
        </p:style>
      </p:cxn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82ADA9"/>
                </a:solidFill>
              </a:defRPr>
            </a:lvl1pPr>
            <a:lvl2pPr marL="457200" indent="0">
              <a:buNone/>
              <a:defRPr/>
            </a:lvl2pPr>
          </a:lstStyle>
          <a:p>
            <a:pPr lvl="0"/>
            <a:r>
              <a:rPr lang="pt-BR"/>
              <a:t>Clique para editar os estilos de texto Mestres</a:t>
            </a:r>
          </a:p>
        </p:txBody>
      </p: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rgbClr val="A8B777"/>
            </a:solidFill>
          </a:ln>
        </p:spPr>
        <p:style>
          <a:lnRef idx="1">
            <a:schemeClr val="accent1"/>
          </a:lnRef>
          <a:fillRef idx="0">
            <a:schemeClr val="accent1"/>
          </a:fillRef>
          <a:effectRef idx="0">
            <a:schemeClr val="accent1"/>
          </a:effectRef>
          <a:fontRef idx="minor">
            <a:schemeClr val="tx1"/>
          </a:fontRef>
        </p:style>
      </p:cxn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a:solidFill>
            <a:srgbClr val="82AD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rgbClr val="A8B777"/>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rgbClr val="A8B777"/>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2" name="Imagem 1" descr="Logotipo&#10;&#10;Descrição gerada automaticamente">
            <a:extLst>
              <a:ext uri="{FF2B5EF4-FFF2-40B4-BE49-F238E27FC236}">
                <a16:creationId xmlns:a16="http://schemas.microsoft.com/office/drawing/2014/main" id="{3A646D12-8BA7-3AEF-A859-957A1877DC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spTree>
    <p:extLst>
      <p:ext uri="{BB962C8B-B14F-4D97-AF65-F5344CB8AC3E}">
        <p14:creationId xmlns:p14="http://schemas.microsoft.com/office/powerpoint/2010/main" val="33054811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8_Layout Personalizado">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5072A9"/>
                </a:solidFill>
              </a:defRPr>
            </a:lvl1pPr>
            <a:lvl2pPr marL="457200" indent="0">
              <a:buNone/>
              <a:defRPr/>
            </a:lvl2pPr>
          </a:lstStyle>
          <a:p>
            <a:pPr lvl="0"/>
            <a:r>
              <a:rPr lang="pt-BR"/>
              <a:t>Clique para editar os estilos de texto Mestres</a:t>
            </a:r>
          </a:p>
        </p:txBody>
      </p: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a:solidFill>
            <a:srgbClr val="5072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rgbClr val="5072A9"/>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rgbClr val="5072A9"/>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2" name="Imagem 1" descr="Logotipo&#10;&#10;Descrição gerada automaticamente">
            <a:extLst>
              <a:ext uri="{FF2B5EF4-FFF2-40B4-BE49-F238E27FC236}">
                <a16:creationId xmlns:a16="http://schemas.microsoft.com/office/drawing/2014/main" id="{18975DD5-CADF-3293-E2F3-85B5BFD7B5D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spTree>
    <p:extLst>
      <p:ext uri="{BB962C8B-B14F-4D97-AF65-F5344CB8AC3E}">
        <p14:creationId xmlns:p14="http://schemas.microsoft.com/office/powerpoint/2010/main" val="42302605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9_Layout Personalizado">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cxn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CBBA83"/>
                </a:solidFill>
              </a:defRPr>
            </a:lvl1pPr>
            <a:lvl2pPr marL="457200" indent="0">
              <a:buNone/>
              <a:defRPr/>
            </a:lvl2pPr>
          </a:lstStyle>
          <a:p>
            <a:pPr lvl="0"/>
            <a:r>
              <a:rPr lang="pt-BR"/>
              <a:t>Clique para editar os estilos de texto Mestres</a:t>
            </a:r>
          </a:p>
        </p:txBody>
      </p: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cxn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a:solidFill>
            <a:srgbClr val="CBBA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rgbClr val="CBBA83"/>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rgbClr val="CBBA83"/>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2" name="Imagem 1" descr="Logotipo&#10;&#10;Descrição gerada automaticamente">
            <a:extLst>
              <a:ext uri="{FF2B5EF4-FFF2-40B4-BE49-F238E27FC236}">
                <a16:creationId xmlns:a16="http://schemas.microsoft.com/office/drawing/2014/main" id="{8BF846F1-C088-8DCA-4857-8254898DC0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spTree>
    <p:extLst>
      <p:ext uri="{BB962C8B-B14F-4D97-AF65-F5344CB8AC3E}">
        <p14:creationId xmlns:p14="http://schemas.microsoft.com/office/powerpoint/2010/main" val="41978449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0_Layout Personalizado">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cxn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BA6B6C"/>
                </a:solidFill>
              </a:defRPr>
            </a:lvl1pPr>
            <a:lvl2pPr marL="457200" indent="0">
              <a:buNone/>
              <a:defRPr/>
            </a:lvl2pPr>
          </a:lstStyle>
          <a:p>
            <a:pPr lvl="0"/>
            <a:r>
              <a:rPr lang="pt-BR"/>
              <a:t>Clique para editar os estilos de texto Mestres</a:t>
            </a:r>
          </a:p>
        </p:txBody>
      </p: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cxn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a:solidFill>
            <a:srgbClr val="BA6B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rgbClr val="E3C4C4"/>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rgbClr val="E3C4C4"/>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2" name="Imagem 1" descr="Logotipo&#10;&#10;Descrição gerada automaticamente">
            <a:extLst>
              <a:ext uri="{FF2B5EF4-FFF2-40B4-BE49-F238E27FC236}">
                <a16:creationId xmlns:a16="http://schemas.microsoft.com/office/drawing/2014/main" id="{46941825-50E0-9360-6552-BC7A365B92C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spTree>
    <p:extLst>
      <p:ext uri="{BB962C8B-B14F-4D97-AF65-F5344CB8AC3E}">
        <p14:creationId xmlns:p14="http://schemas.microsoft.com/office/powerpoint/2010/main" val="20981407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1_Layout Personalizado">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cxn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chemeClr val="accent5">
                    <a:lumMod val="75000"/>
                  </a:schemeClr>
                </a:solidFill>
              </a:defRPr>
            </a:lvl1pPr>
            <a:lvl2pPr marL="457200" indent="0">
              <a:buNone/>
              <a:defRPr/>
            </a:lvl2pPr>
          </a:lstStyle>
          <a:p>
            <a:pPr lvl="0"/>
            <a:r>
              <a:rPr lang="pt-BR"/>
              <a:t>Clique para editar os estilos de texto Mestres</a:t>
            </a:r>
          </a:p>
        </p:txBody>
      </p: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cxn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2" name="Imagem 1" descr="Logotipo&#10;&#10;Descrição gerada automaticamente">
            <a:extLst>
              <a:ext uri="{FF2B5EF4-FFF2-40B4-BE49-F238E27FC236}">
                <a16:creationId xmlns:a16="http://schemas.microsoft.com/office/drawing/2014/main" id="{DAD02B2D-765E-33F9-D13C-FB6ADAA61F6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spTree>
    <p:extLst>
      <p:ext uri="{BB962C8B-B14F-4D97-AF65-F5344CB8AC3E}">
        <p14:creationId xmlns:p14="http://schemas.microsoft.com/office/powerpoint/2010/main" val="31810512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2_Layout Personalizado">
    <p:spTree>
      <p:nvGrpSpPr>
        <p:cNvPr id="1" name=""/>
        <p:cNvGrpSpPr/>
        <p:nvPr/>
      </p:nvGrpSpPr>
      <p:grpSpPr>
        <a:xfrm>
          <a:off x="0" y="0"/>
          <a:ext cx="0" cy="0"/>
          <a:chOff x="0" y="0"/>
          <a:chExt cx="0" cy="0"/>
        </a:xfrm>
      </p:grpSpPr>
      <p:grpSp>
        <p:nvGrpSpPr>
          <p:cNvPr id="100" name="Agrupar 99">
            <a:extLst>
              <a:ext uri="{FF2B5EF4-FFF2-40B4-BE49-F238E27FC236}">
                <a16:creationId xmlns:a16="http://schemas.microsoft.com/office/drawing/2014/main" id="{93A8254B-D798-6FF7-B495-4DC2DADE64F9}"/>
              </a:ext>
            </a:extLst>
          </p:cNvPr>
          <p:cNvGrpSpPr/>
          <p:nvPr userDrawn="1"/>
        </p:nvGrpSpPr>
        <p:grpSpPr>
          <a:xfrm>
            <a:off x="7351614" y="-80101"/>
            <a:ext cx="4138662" cy="5984163"/>
            <a:chOff x="7342883" y="-78513"/>
            <a:chExt cx="4138662" cy="5984163"/>
          </a:xfrm>
        </p:grpSpPr>
        <p:sp>
          <p:nvSpPr>
            <p:cNvPr id="92" name="Retângulo 91">
              <a:extLst>
                <a:ext uri="{FF2B5EF4-FFF2-40B4-BE49-F238E27FC236}">
                  <a16:creationId xmlns:a16="http://schemas.microsoft.com/office/drawing/2014/main" id="{6D02AABB-BBEC-16AA-E325-687DB17C4F56}"/>
                </a:ext>
              </a:extLst>
            </p:cNvPr>
            <p:cNvSpPr/>
            <p:nvPr userDrawn="1"/>
          </p:nvSpPr>
          <p:spPr>
            <a:xfrm rot="18900000">
              <a:off x="7342883" y="2193170"/>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2A4AF966-040B-3FA1-8DE0-EF94E1469688}"/>
                </a:ext>
              </a:extLst>
            </p:cNvPr>
            <p:cNvSpPr/>
            <p:nvPr userDrawn="1"/>
          </p:nvSpPr>
          <p:spPr>
            <a:xfrm rot="18900000" flipH="1">
              <a:off x="8302004" y="1443054"/>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B62C94B-5D35-07FB-F5E0-7F851C93A7D9}"/>
                </a:ext>
              </a:extLst>
            </p:cNvPr>
            <p:cNvSpPr/>
            <p:nvPr userDrawn="1"/>
          </p:nvSpPr>
          <p:spPr>
            <a:xfrm rot="18900000" flipH="1">
              <a:off x="8257155" y="509821"/>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7DC6C5AD-43E6-EF6F-6E01-250D5C3E563D}"/>
                </a:ext>
              </a:extLst>
            </p:cNvPr>
            <p:cNvSpPr/>
            <p:nvPr userDrawn="1"/>
          </p:nvSpPr>
          <p:spPr>
            <a:xfrm rot="18900000">
              <a:off x="10078031" y="3826044"/>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CE140B4A-51E9-0CC1-749A-710E99756E65}"/>
                </a:ext>
              </a:extLst>
            </p:cNvPr>
            <p:cNvSpPr/>
            <p:nvPr userDrawn="1"/>
          </p:nvSpPr>
          <p:spPr>
            <a:xfrm rot="18900000">
              <a:off x="9927388" y="-78513"/>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DD3FEFD-B983-DA43-2B1D-DB069B95DFC2}"/>
                </a:ext>
              </a:extLst>
            </p:cNvPr>
            <p:cNvSpPr/>
            <p:nvPr userDrawn="1"/>
          </p:nvSpPr>
          <p:spPr>
            <a:xfrm rot="18900000">
              <a:off x="10567964" y="1950901"/>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FCD43023-08BB-9665-B6C3-0BA0897EAB3B}"/>
                </a:ext>
              </a:extLst>
            </p:cNvPr>
            <p:cNvSpPr/>
            <p:nvPr userDrawn="1"/>
          </p:nvSpPr>
          <p:spPr>
            <a:xfrm rot="18900000" flipH="1">
              <a:off x="11445545" y="1384995"/>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Retângulo 5">
            <a:extLst>
              <a:ext uri="{FF2B5EF4-FFF2-40B4-BE49-F238E27FC236}">
                <a16:creationId xmlns:a16="http://schemas.microsoft.com/office/drawing/2014/main" id="{FACC30BE-9D83-7283-730A-F49E9BBAAB27}"/>
              </a:ext>
            </a:extLst>
          </p:cNvPr>
          <p:cNvSpPr/>
          <p:nvPr userDrawn="1"/>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sz="quarter"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lang="pt-BR"/>
          </a:p>
        </p:txBody>
      </p:sp>
      <p:sp>
        <p:nvSpPr>
          <p:cNvPr id="20" name="Forma Livre: Forma 19">
            <a:extLst>
              <a:ext uri="{FF2B5EF4-FFF2-40B4-BE49-F238E27FC236}">
                <a16:creationId xmlns:a16="http://schemas.microsoft.com/office/drawing/2014/main" id="{A695A316-D76F-105F-1B34-01CFB1D86ED6}"/>
              </a:ext>
            </a:extLst>
          </p:cNvPr>
          <p:cNvSpPr/>
          <p:nvPr userDrawn="1"/>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21" name="Forma Livre: Forma 20">
            <a:extLst>
              <a:ext uri="{FF2B5EF4-FFF2-40B4-BE49-F238E27FC236}">
                <a16:creationId xmlns:a16="http://schemas.microsoft.com/office/drawing/2014/main" id="{2A316B86-901B-DD6C-190F-4EC4F6104CF4}"/>
              </a:ext>
            </a:extLst>
          </p:cNvPr>
          <p:cNvSpPr/>
          <p:nvPr userDrawn="1"/>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27" name="Conector reto 26">
            <a:extLst>
              <a:ext uri="{FF2B5EF4-FFF2-40B4-BE49-F238E27FC236}">
                <a16:creationId xmlns:a16="http://schemas.microsoft.com/office/drawing/2014/main" id="{BD313C26-DEA7-C170-A236-2066D2571CB9}"/>
              </a:ext>
            </a:extLst>
          </p:cNvPr>
          <p:cNvCxnSpPr>
            <a:cxnSpLocks/>
          </p:cNvCxnSpPr>
          <p:nvPr userDrawn="1"/>
        </p:nvCxnSpPr>
        <p:spPr>
          <a:xfrm flipH="1" flipV="1">
            <a:off x="7315620" y="4876800"/>
            <a:ext cx="1664969" cy="1664969"/>
          </a:xfrm>
          <a:prstGeom prst="line">
            <a:avLst/>
          </a:prstGeom>
          <a:ln>
            <a:solidFill>
              <a:srgbClr val="D3DBDF"/>
            </a:solidFill>
          </a:ln>
        </p:spPr>
        <p:style>
          <a:lnRef idx="1">
            <a:schemeClr val="accent1"/>
          </a:lnRef>
          <a:fillRef idx="0">
            <a:schemeClr val="accent1"/>
          </a:fillRef>
          <a:effectRef idx="0">
            <a:schemeClr val="accent1"/>
          </a:effectRef>
          <a:fontRef idx="minor">
            <a:schemeClr val="tx1"/>
          </a:fontRef>
        </p:style>
      </p:cxn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sz="quarter"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chemeClr val="accent5">
                    <a:lumMod val="75000"/>
                  </a:schemeClr>
                </a:solidFill>
              </a:defRPr>
            </a:lvl1pPr>
            <a:lvl2pPr marL="457200" indent="0">
              <a:buNone/>
              <a:defRPr/>
            </a:lvl2pPr>
          </a:lstStyle>
          <a:p>
            <a:pPr lvl="0"/>
            <a:r>
              <a:rPr lang="pt-BR"/>
              <a:t>Clique para editar os estilos de texto Mestres</a:t>
            </a:r>
          </a:p>
        </p:txBody>
      </p:sp>
      <p:cxnSp>
        <p:nvCxnSpPr>
          <p:cNvPr id="51" name="Conector reto 50">
            <a:extLst>
              <a:ext uri="{FF2B5EF4-FFF2-40B4-BE49-F238E27FC236}">
                <a16:creationId xmlns:a16="http://schemas.microsoft.com/office/drawing/2014/main" id="{8EDCF8E9-1F73-A012-D153-DCB02B1A6AC2}"/>
              </a:ext>
            </a:extLst>
          </p:cNvPr>
          <p:cNvCxnSpPr>
            <a:cxnSpLocks/>
          </p:cNvCxnSpPr>
          <p:nvPr userDrawn="1"/>
        </p:nvCxnSpPr>
        <p:spPr>
          <a:xfrm flipH="1" flipV="1">
            <a:off x="6368818" y="4409970"/>
            <a:ext cx="933659" cy="933659"/>
          </a:xfrm>
          <a:prstGeom prst="line">
            <a:avLst/>
          </a:prstGeom>
          <a:ln>
            <a:solidFill>
              <a:srgbClr val="D3DBDF"/>
            </a:solidFill>
          </a:ln>
        </p:spPr>
        <p:style>
          <a:lnRef idx="1">
            <a:schemeClr val="accent1"/>
          </a:lnRef>
          <a:fillRef idx="0">
            <a:schemeClr val="accent1"/>
          </a:fillRef>
          <a:effectRef idx="0">
            <a:schemeClr val="accent1"/>
          </a:effectRef>
          <a:fontRef idx="minor">
            <a:schemeClr val="tx1"/>
          </a:fontRef>
        </p:style>
      </p:cxn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sz="quarter"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p:nvPr userDrawn="1"/>
        </p:nvSpPr>
        <p:spPr>
          <a:xfrm>
            <a:off x="355600" y="3717082"/>
            <a:ext cx="1346868" cy="45719"/>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F123732E-376F-BDDA-C444-2AC988B74A12}"/>
              </a:ext>
            </a:extLst>
          </p:cNvPr>
          <p:cNvSpPr/>
          <p:nvPr userDrawn="1"/>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56" name="Forma Livre: Forma 55">
            <a:extLst>
              <a:ext uri="{FF2B5EF4-FFF2-40B4-BE49-F238E27FC236}">
                <a16:creationId xmlns:a16="http://schemas.microsoft.com/office/drawing/2014/main" id="{ED9F62ED-C357-8E1B-7286-5410679E7073}"/>
              </a:ext>
            </a:extLst>
          </p:cNvPr>
          <p:cNvSpPr/>
          <p:nvPr userDrawn="1"/>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cxnSp>
        <p:nvCxnSpPr>
          <p:cNvPr id="57" name="Conector reto 56">
            <a:extLst>
              <a:ext uri="{FF2B5EF4-FFF2-40B4-BE49-F238E27FC236}">
                <a16:creationId xmlns:a16="http://schemas.microsoft.com/office/drawing/2014/main" id="{4768E471-9D2E-DEDC-E7F1-D91F2673EA6F}"/>
              </a:ext>
            </a:extLst>
          </p:cNvPr>
          <p:cNvCxnSpPr>
            <a:cxnSpLocks/>
          </p:cNvCxnSpPr>
          <p:nvPr userDrawn="1"/>
        </p:nvCxnSpPr>
        <p:spPr>
          <a:xfrm flipH="1" flipV="1">
            <a:off x="148697" y="5709145"/>
            <a:ext cx="933659" cy="933659"/>
          </a:xfrm>
          <a:prstGeom prst="line">
            <a:avLst/>
          </a:prstGeom>
          <a:ln>
            <a:solidFill>
              <a:srgbClr val="90A4AE"/>
            </a:solidFill>
          </a:ln>
        </p:spPr>
        <p:style>
          <a:lnRef idx="1">
            <a:schemeClr val="accent1"/>
          </a:lnRef>
          <a:fillRef idx="0">
            <a:schemeClr val="accent1"/>
          </a:fillRef>
          <a:effectRef idx="0">
            <a:schemeClr val="accent1"/>
          </a:effectRef>
          <a:fontRef idx="minor">
            <a:schemeClr val="tx1"/>
          </a:fontRef>
        </p:style>
      </p:cxnSp>
      <p:cxnSp>
        <p:nvCxnSpPr>
          <p:cNvPr id="58" name="Conector reto 57">
            <a:extLst>
              <a:ext uri="{FF2B5EF4-FFF2-40B4-BE49-F238E27FC236}">
                <a16:creationId xmlns:a16="http://schemas.microsoft.com/office/drawing/2014/main" id="{83D01873-B213-35C3-FFBC-D525F9D43D62}"/>
              </a:ext>
            </a:extLst>
          </p:cNvPr>
          <p:cNvCxnSpPr>
            <a:cxnSpLocks/>
          </p:cNvCxnSpPr>
          <p:nvPr userDrawn="1"/>
        </p:nvCxnSpPr>
        <p:spPr>
          <a:xfrm flipH="1" flipV="1">
            <a:off x="1048211" y="5011153"/>
            <a:ext cx="1496327" cy="1496327"/>
          </a:xfrm>
          <a:prstGeom prst="line">
            <a:avLst/>
          </a:prstGeom>
          <a:ln>
            <a:solidFill>
              <a:srgbClr val="90A4AE"/>
            </a:solidFill>
          </a:ln>
        </p:spPr>
        <p:style>
          <a:lnRef idx="1">
            <a:schemeClr val="accent1"/>
          </a:lnRef>
          <a:fillRef idx="0">
            <a:schemeClr val="accent1"/>
          </a:fillRef>
          <a:effectRef idx="0">
            <a:schemeClr val="accent1"/>
          </a:effectRef>
          <a:fontRef idx="minor">
            <a:schemeClr val="tx1"/>
          </a:fontRef>
        </p:style>
      </p:cxnSp>
      <p:sp>
        <p:nvSpPr>
          <p:cNvPr id="62" name="Forma Livre: Forma 61">
            <a:extLst>
              <a:ext uri="{FF2B5EF4-FFF2-40B4-BE49-F238E27FC236}">
                <a16:creationId xmlns:a16="http://schemas.microsoft.com/office/drawing/2014/main" id="{FDE7083E-77F3-910B-592C-868ADCAE10B8}"/>
              </a:ext>
            </a:extLst>
          </p:cNvPr>
          <p:cNvSpPr/>
          <p:nvPr userDrawn="1"/>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3" name="Forma Livre: Forma 62">
            <a:extLst>
              <a:ext uri="{FF2B5EF4-FFF2-40B4-BE49-F238E27FC236}">
                <a16:creationId xmlns:a16="http://schemas.microsoft.com/office/drawing/2014/main" id="{891293D5-F76E-27B6-4DB3-5F58ACBA88A6}"/>
              </a:ext>
            </a:extLst>
          </p:cNvPr>
          <p:cNvSpPr/>
          <p:nvPr userDrawn="1"/>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5" name="Forma Livre: Forma 64">
            <a:extLst>
              <a:ext uri="{FF2B5EF4-FFF2-40B4-BE49-F238E27FC236}">
                <a16:creationId xmlns:a16="http://schemas.microsoft.com/office/drawing/2014/main" id="{D307ABE8-2253-FDCC-8A16-6A8F3F9D6616}"/>
              </a:ext>
            </a:extLst>
          </p:cNvPr>
          <p:cNvSpPr/>
          <p:nvPr userDrawn="1"/>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66" name="Forma Livre: Forma 65">
            <a:extLst>
              <a:ext uri="{FF2B5EF4-FFF2-40B4-BE49-F238E27FC236}">
                <a16:creationId xmlns:a16="http://schemas.microsoft.com/office/drawing/2014/main" id="{1BA9BA2F-BA68-93B2-6BF8-FAB13C2AACD0}"/>
              </a:ext>
            </a:extLst>
          </p:cNvPr>
          <p:cNvSpPr/>
          <p:nvPr userDrawn="1"/>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cxn ang="0">
                <a:pos x="connsiteX0" y="connsiteY0"/>
              </a:cxn>
              <a:cxn ang="0">
                <a:pos x="connsiteX1" y="connsiteY1"/>
              </a:cxn>
              <a:cxn ang="0">
                <a:pos x="connsiteX2" y="connsiteY2"/>
              </a:cxn>
              <a:cxn ang="0">
                <a:pos x="connsiteX3" y="connsiteY3"/>
              </a:cxn>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pic>
        <p:nvPicPr>
          <p:cNvPr id="67" name="Imagem 66">
            <a:extLst>
              <a:ext uri="{FF2B5EF4-FFF2-40B4-BE49-F238E27FC236}">
                <a16:creationId xmlns:a16="http://schemas.microsoft.com/office/drawing/2014/main" id="{4473EEE8-272F-E9D3-5E01-CC5805BD3EDF}"/>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2699617">
            <a:off x="5138825" y="4258455"/>
            <a:ext cx="5580000" cy="108000"/>
          </a:xfrm>
          <a:prstGeom prst="rect">
            <a:avLst/>
          </a:prstGeom>
        </p:spPr>
      </p:pic>
      <p:pic>
        <p:nvPicPr>
          <p:cNvPr id="68" name="Imagem 67">
            <a:extLst>
              <a:ext uri="{FF2B5EF4-FFF2-40B4-BE49-F238E27FC236}">
                <a16:creationId xmlns:a16="http://schemas.microsoft.com/office/drawing/2014/main" id="{D7F57081-DE91-3C7B-8DED-851EECB7DB48}"/>
              </a:ext>
            </a:extLst>
          </p:cNvPr>
          <p:cNvPicPr preferRelativeResize="0">
            <a:picLocks/>
          </p:cNvPicPr>
          <p:nvPr userDrawn="1"/>
        </p:nvPicPr>
        <p:blipFill>
          <a:blip r:embed="rId2">
            <a:alphaModFix amt="45000"/>
            <a:extLst>
              <a:ext uri="{28A0092B-C50C-407E-A947-70E740481C1C}">
                <a14:useLocalDpi xmlns:a14="http://schemas.microsoft.com/office/drawing/2010/main" val="0"/>
              </a:ext>
            </a:extLst>
          </a:blip>
          <a:stretch>
            <a:fillRect/>
          </a:stretch>
        </p:blipFill>
        <p:spPr>
          <a:xfrm rot="18900383" flipV="1">
            <a:off x="5203546" y="932963"/>
            <a:ext cx="3498233" cy="108000"/>
          </a:xfrm>
          <a:prstGeom prst="rect">
            <a:avLst/>
          </a:prstGeom>
        </p:spPr>
      </p:pic>
      <p:pic>
        <p:nvPicPr>
          <p:cNvPr id="2" name="Imagem 1" descr="Logotipo&#10;&#10;Descrição gerada automaticamente">
            <a:extLst>
              <a:ext uri="{FF2B5EF4-FFF2-40B4-BE49-F238E27FC236}">
                <a16:creationId xmlns:a16="http://schemas.microsoft.com/office/drawing/2014/main" id="{41C22EB2-57FB-E8A9-2E26-33FE07A0C7C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1782" y="394936"/>
            <a:ext cx="1461600" cy="666662"/>
          </a:xfrm>
          <a:prstGeom prst="rect">
            <a:avLst/>
          </a:prstGeom>
        </p:spPr>
      </p:pic>
    </p:spTree>
    <p:extLst>
      <p:ext uri="{BB962C8B-B14F-4D97-AF65-F5344CB8AC3E}">
        <p14:creationId xmlns:p14="http://schemas.microsoft.com/office/powerpoint/2010/main" val="15680227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p:nvPr userDrawn="1"/>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orma Livre: Forma 7">
            <a:extLst>
              <a:ext uri="{FF2B5EF4-FFF2-40B4-BE49-F238E27FC236}">
                <a16:creationId xmlns:a16="http://schemas.microsoft.com/office/drawing/2014/main" id="{E0898596-799D-DD65-4DE3-DA76EB1C53FB}"/>
              </a:ext>
            </a:extLst>
          </p:cNvPr>
          <p:cNvSpPr/>
          <p:nvPr userDrawn="1"/>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4E5886E6-71C6-094F-DA95-66CF57306627}"/>
              </a:ext>
            </a:extLst>
          </p:cNvPr>
          <p:cNvSpPr/>
          <p:nvPr userDrawn="1"/>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094218AF-5ED1-D3D9-7A78-DE2A97944136}"/>
              </a:ext>
            </a:extLst>
          </p:cNvPr>
          <p:cNvCxnSpPr/>
          <p:nvPr userDrawn="1"/>
        </p:nvCxn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F024C7AF-75F8-C273-05E2-CBFB7696D9A6}"/>
              </a:ext>
            </a:extLst>
          </p:cNvPr>
          <p:cNvCxnSpPr/>
          <p:nvPr userDrawn="1"/>
        </p:nvCxn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FFCC0137-2E7E-3D31-3254-67189500D8B7}"/>
              </a:ext>
            </a:extLst>
          </p:cNvPr>
          <p:cNvCxnSpPr>
            <a:cxnSpLocks/>
          </p:cNvCxnSpPr>
          <p:nvPr userDrawn="1"/>
        </p:nvCxn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EF544713-F8CD-C135-6C83-1C179528598A}"/>
              </a:ext>
            </a:extLst>
          </p:cNvPr>
          <p:cNvCxnSpPr/>
          <p:nvPr userDrawn="1"/>
        </p:nvCxn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4B84D9B0-7004-F8DD-7F2D-5CCFD6BE6B39}"/>
              </a:ext>
            </a:extLst>
          </p:cNvPr>
          <p:cNvCxnSpPr/>
          <p:nvPr userDrawn="1"/>
        </p:nvCxn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82F480A5-01B1-3A3F-0B76-7546250904E4}"/>
              </a:ext>
            </a:extLst>
          </p:cNvPr>
          <p:cNvGrpSpPr/>
          <p:nvPr userDrawn="1"/>
        </p:nvGrpSpPr>
        <p:grpSpPr>
          <a:xfrm>
            <a:off x="5483502" y="4480560"/>
            <a:ext cx="2804361" cy="2012317"/>
            <a:chOff x="2463555" y="2937655"/>
            <a:chExt cx="5525999" cy="3965274"/>
          </a:xfrm>
        </p:grpSpPr>
        <p:sp>
          <p:nvSpPr>
            <p:cNvPr id="37" name="Forma Livre: Forma 36">
              <a:extLst>
                <a:ext uri="{FF2B5EF4-FFF2-40B4-BE49-F238E27FC236}">
                  <a16:creationId xmlns:a16="http://schemas.microsoft.com/office/drawing/2014/main" id="{E112C766-A728-8457-D31F-3162319711E5}"/>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38" name="Forma Livre: Forma 37">
              <a:extLst>
                <a:ext uri="{FF2B5EF4-FFF2-40B4-BE49-F238E27FC236}">
                  <a16:creationId xmlns:a16="http://schemas.microsoft.com/office/drawing/2014/main" id="{37CE2F21-014B-E961-8F8A-8183B8B9898D}"/>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grpSp>
        <p:nvGrpSpPr>
          <p:cNvPr id="39" name="Agrupar 38">
            <a:extLst>
              <a:ext uri="{FF2B5EF4-FFF2-40B4-BE49-F238E27FC236}">
                <a16:creationId xmlns:a16="http://schemas.microsoft.com/office/drawing/2014/main" id="{941ECD50-A710-E5E7-4684-5653FD3303C2}"/>
              </a:ext>
            </a:extLst>
          </p:cNvPr>
          <p:cNvGrpSpPr/>
          <p:nvPr userDrawn="1"/>
        </p:nvGrpSpPr>
        <p:grpSpPr>
          <a:xfrm>
            <a:off x="2927560" y="365124"/>
            <a:ext cx="2804361" cy="2012317"/>
            <a:chOff x="2463555" y="2937655"/>
            <a:chExt cx="5525999" cy="3965274"/>
          </a:xfrm>
        </p:grpSpPr>
        <p:sp>
          <p:nvSpPr>
            <p:cNvPr id="40" name="Forma Livre: Forma 39">
              <a:extLst>
                <a:ext uri="{FF2B5EF4-FFF2-40B4-BE49-F238E27FC236}">
                  <a16:creationId xmlns:a16="http://schemas.microsoft.com/office/drawing/2014/main" id="{C3EE6132-A127-97F5-B324-C93AEFC9A8A0}"/>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1" name="Forma Livre: Forma 40">
              <a:extLst>
                <a:ext uri="{FF2B5EF4-FFF2-40B4-BE49-F238E27FC236}">
                  <a16:creationId xmlns:a16="http://schemas.microsoft.com/office/drawing/2014/main" id="{A26EB523-A67F-72BB-7711-F37EFDA1D98A}"/>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cxnSp>
        <p:nvCxnSpPr>
          <p:cNvPr id="42" name="Conector reto 41">
            <a:extLst>
              <a:ext uri="{FF2B5EF4-FFF2-40B4-BE49-F238E27FC236}">
                <a16:creationId xmlns:a16="http://schemas.microsoft.com/office/drawing/2014/main" id="{118498CF-A5BC-08CF-F54B-607584570A64}"/>
              </a:ext>
            </a:extLst>
          </p:cNvPr>
          <p:cNvCxnSpPr>
            <a:cxnSpLocks/>
          </p:cNvCxnSpPr>
          <p:nvPr userDrawn="1"/>
        </p:nvCxn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tângulo 42">
            <a:extLst>
              <a:ext uri="{FF2B5EF4-FFF2-40B4-BE49-F238E27FC236}">
                <a16:creationId xmlns:a16="http://schemas.microsoft.com/office/drawing/2014/main" id="{7CACF285-9527-458F-E910-F45BF1FE4CA0}"/>
              </a:ext>
            </a:extLst>
          </p:cNvPr>
          <p:cNvSpPr/>
          <p:nvPr userDrawn="1"/>
        </p:nvSpPr>
        <p:spPr>
          <a:xfrm>
            <a:off x="5912644" y="4473417"/>
            <a:ext cx="5914231" cy="78000"/>
          </a:xfrm>
          <a:prstGeom prst="rect">
            <a:avLst/>
          </a:prstGeom>
          <a:solidFill>
            <a:srgbClr val="061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orma Livre: Forma 43">
            <a:extLst>
              <a:ext uri="{FF2B5EF4-FFF2-40B4-BE49-F238E27FC236}">
                <a16:creationId xmlns:a16="http://schemas.microsoft.com/office/drawing/2014/main" id="{432BE317-1EE9-54E1-EEB5-0B7B594E4182}"/>
              </a:ext>
            </a:extLst>
          </p:cNvPr>
          <p:cNvSpPr/>
          <p:nvPr userDrawn="1"/>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5" name="Agrupar 44">
            <a:extLst>
              <a:ext uri="{FF2B5EF4-FFF2-40B4-BE49-F238E27FC236}">
                <a16:creationId xmlns:a16="http://schemas.microsoft.com/office/drawing/2014/main" id="{963BC54B-CF6B-E20F-8BD4-B62CA044A84F}"/>
              </a:ext>
            </a:extLst>
          </p:cNvPr>
          <p:cNvGrpSpPr/>
          <p:nvPr userDrawn="1"/>
        </p:nvGrpSpPr>
        <p:grpSpPr>
          <a:xfrm>
            <a:off x="7564112" y="4531010"/>
            <a:ext cx="3129289" cy="2197390"/>
            <a:chOff x="-2397238" y="2937655"/>
            <a:chExt cx="10127824" cy="7111764"/>
          </a:xfrm>
        </p:grpSpPr>
        <p:sp>
          <p:nvSpPr>
            <p:cNvPr id="46" name="Forma Livre: Forma 45">
              <a:extLst>
                <a:ext uri="{FF2B5EF4-FFF2-40B4-BE49-F238E27FC236}">
                  <a16:creationId xmlns:a16="http://schemas.microsoft.com/office/drawing/2014/main" id="{5016AB37-40D4-075B-B8D8-13CEE1BD66FC}"/>
                </a:ext>
              </a:extLst>
            </p:cNvPr>
            <p:cNvSpPr/>
            <p:nvPr/>
          </p:nvSpPr>
          <p:spPr>
            <a:xfrm flipH="1">
              <a:off x="-1249453" y="2937655"/>
              <a:ext cx="8980039" cy="673066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7" name="Forma Livre: Forma 46">
              <a:extLst>
                <a:ext uri="{FF2B5EF4-FFF2-40B4-BE49-F238E27FC236}">
                  <a16:creationId xmlns:a16="http://schemas.microsoft.com/office/drawing/2014/main" id="{4D40EB62-BD0E-102C-3FB0-DF71C938A5F0}"/>
                </a:ext>
              </a:extLst>
            </p:cNvPr>
            <p:cNvSpPr/>
            <p:nvPr/>
          </p:nvSpPr>
          <p:spPr>
            <a:xfrm flipH="1">
              <a:off x="-2397238" y="3006681"/>
              <a:ext cx="9396419" cy="7042738"/>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sp>
        <p:nvSpPr>
          <p:cNvPr id="48" name="Forma Livre: Forma 47">
            <a:extLst>
              <a:ext uri="{FF2B5EF4-FFF2-40B4-BE49-F238E27FC236}">
                <a16:creationId xmlns:a16="http://schemas.microsoft.com/office/drawing/2014/main" id="{EA8299C6-A081-9D82-07AF-3DD67E5A307F}"/>
              </a:ext>
            </a:extLst>
          </p:cNvPr>
          <p:cNvSpPr/>
          <p:nvPr userDrawn="1"/>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sz="quarter"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lang="pt-B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sz="quarter"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lvl="0"/>
            <a:r>
              <a:rPr lang="pt-BR"/>
              <a:t>Clique para editar </a:t>
            </a:r>
            <a:br>
              <a:rPr lang="pt-BR"/>
            </a:br>
            <a:r>
              <a:rPr lang="pt-B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sz="quarter" idx="12" hasCustomPrompt="1"/>
          </p:nvPr>
        </p:nvSpPr>
        <p:spPr>
          <a:xfrm>
            <a:off x="740727" y="4626257"/>
            <a:ext cx="4970463" cy="615553"/>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lvl="0"/>
            <a:r>
              <a:rPr lang="pt-BR"/>
              <a:t>Clique para editar </a:t>
            </a:r>
            <a:br>
              <a:rPr lang="pt-BR"/>
            </a:br>
            <a:r>
              <a:rPr lang="pt-BR"/>
              <a:t>os estilos de texto Mestres</a:t>
            </a:r>
          </a:p>
        </p:txBody>
      </p:sp>
      <p:sp>
        <p:nvSpPr>
          <p:cNvPr id="54" name="Retângulo 53">
            <a:extLst>
              <a:ext uri="{FF2B5EF4-FFF2-40B4-BE49-F238E27FC236}">
                <a16:creationId xmlns:a16="http://schemas.microsoft.com/office/drawing/2014/main" id="{80E344DB-15AA-C8B9-3FCC-A5F7361BFCD4}"/>
              </a:ext>
            </a:extLst>
          </p:cNvPr>
          <p:cNvSpPr/>
          <p:nvPr userDrawn="1"/>
        </p:nvSpPr>
        <p:spPr>
          <a:xfrm>
            <a:off x="739140" y="4473417"/>
            <a:ext cx="779827" cy="78000"/>
          </a:xfrm>
          <a:prstGeom prst="rect">
            <a:avLst/>
          </a:prstGeom>
          <a:solidFill>
            <a:srgbClr val="0618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Imagem 2" descr="Logotipo&#10;&#10;Descrição gerada automaticamente">
            <a:extLst>
              <a:ext uri="{FF2B5EF4-FFF2-40B4-BE49-F238E27FC236}">
                <a16:creationId xmlns:a16="http://schemas.microsoft.com/office/drawing/2014/main" id="{2C5ABFF8-BEA5-AF94-96DB-64980A4A8D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 y="668426"/>
            <a:ext cx="1461600" cy="666662"/>
          </a:xfrm>
          <a:prstGeom prst="rect">
            <a:avLst/>
          </a:prstGeom>
        </p:spPr>
      </p:pic>
    </p:spTree>
    <p:extLst>
      <p:ext uri="{BB962C8B-B14F-4D97-AF65-F5344CB8AC3E}">
        <p14:creationId xmlns:p14="http://schemas.microsoft.com/office/powerpoint/2010/main" val="2611301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6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p:nvPr userDrawn="1"/>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orma Livre: Forma 7">
            <a:extLst>
              <a:ext uri="{FF2B5EF4-FFF2-40B4-BE49-F238E27FC236}">
                <a16:creationId xmlns:a16="http://schemas.microsoft.com/office/drawing/2014/main" id="{E0898596-799D-DD65-4DE3-DA76EB1C53FB}"/>
              </a:ext>
            </a:extLst>
          </p:cNvPr>
          <p:cNvSpPr/>
          <p:nvPr userDrawn="1"/>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4E5886E6-71C6-094F-DA95-66CF57306627}"/>
              </a:ext>
            </a:extLst>
          </p:cNvPr>
          <p:cNvSpPr/>
          <p:nvPr userDrawn="1"/>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094218AF-5ED1-D3D9-7A78-DE2A97944136}"/>
              </a:ext>
            </a:extLst>
          </p:cNvPr>
          <p:cNvCxnSpPr/>
          <p:nvPr userDrawn="1"/>
        </p:nvCxn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F024C7AF-75F8-C273-05E2-CBFB7696D9A6}"/>
              </a:ext>
            </a:extLst>
          </p:cNvPr>
          <p:cNvCxnSpPr/>
          <p:nvPr userDrawn="1"/>
        </p:nvCxn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FFCC0137-2E7E-3D31-3254-67189500D8B7}"/>
              </a:ext>
            </a:extLst>
          </p:cNvPr>
          <p:cNvCxnSpPr>
            <a:cxnSpLocks/>
          </p:cNvCxnSpPr>
          <p:nvPr userDrawn="1"/>
        </p:nvCxn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EF544713-F8CD-C135-6C83-1C179528598A}"/>
              </a:ext>
            </a:extLst>
          </p:cNvPr>
          <p:cNvCxnSpPr/>
          <p:nvPr userDrawn="1"/>
        </p:nvCxn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4B84D9B0-7004-F8DD-7F2D-5CCFD6BE6B39}"/>
              </a:ext>
            </a:extLst>
          </p:cNvPr>
          <p:cNvCxnSpPr/>
          <p:nvPr userDrawn="1"/>
        </p:nvCxn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82F480A5-01B1-3A3F-0B76-7546250904E4}"/>
              </a:ext>
            </a:extLst>
          </p:cNvPr>
          <p:cNvGrpSpPr/>
          <p:nvPr userDrawn="1"/>
        </p:nvGrpSpPr>
        <p:grpSpPr>
          <a:xfrm>
            <a:off x="5483502" y="4480560"/>
            <a:ext cx="2804361" cy="2012317"/>
            <a:chOff x="2463555" y="2937655"/>
            <a:chExt cx="5525999" cy="3965274"/>
          </a:xfrm>
          <a:gradFill>
            <a:gsLst>
              <a:gs pos="0">
                <a:schemeClr val="bg1">
                  <a:alpha val="3000"/>
                </a:schemeClr>
              </a:gs>
              <a:gs pos="100000">
                <a:srgbClr val="4BA3C7">
                  <a:alpha val="14000"/>
                </a:srgbClr>
              </a:gs>
            </a:gsLst>
          </a:gradFill>
        </p:grpSpPr>
        <p:sp>
          <p:nvSpPr>
            <p:cNvPr id="37" name="Forma Livre: Forma 36">
              <a:extLst>
                <a:ext uri="{FF2B5EF4-FFF2-40B4-BE49-F238E27FC236}">
                  <a16:creationId xmlns:a16="http://schemas.microsoft.com/office/drawing/2014/main" id="{E112C766-A728-8457-D31F-3162319711E5}"/>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38" name="Forma Livre: Forma 37">
              <a:extLst>
                <a:ext uri="{FF2B5EF4-FFF2-40B4-BE49-F238E27FC236}">
                  <a16:creationId xmlns:a16="http://schemas.microsoft.com/office/drawing/2014/main" id="{37CE2F21-014B-E961-8F8A-8183B8B9898D}"/>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grpSp>
        <p:nvGrpSpPr>
          <p:cNvPr id="39" name="Agrupar 38">
            <a:extLst>
              <a:ext uri="{FF2B5EF4-FFF2-40B4-BE49-F238E27FC236}">
                <a16:creationId xmlns:a16="http://schemas.microsoft.com/office/drawing/2014/main" id="{941ECD50-A710-E5E7-4684-5653FD3303C2}"/>
              </a:ext>
            </a:extLst>
          </p:cNvPr>
          <p:cNvGrpSpPr/>
          <p:nvPr userDrawn="1"/>
        </p:nvGrpSpPr>
        <p:grpSpPr>
          <a:xfrm>
            <a:off x="2927560" y="365124"/>
            <a:ext cx="2804361" cy="2012317"/>
            <a:chOff x="2463555" y="2937655"/>
            <a:chExt cx="5525999" cy="3965274"/>
          </a:xfrm>
        </p:grpSpPr>
        <p:sp>
          <p:nvSpPr>
            <p:cNvPr id="40" name="Forma Livre: Forma 39">
              <a:extLst>
                <a:ext uri="{FF2B5EF4-FFF2-40B4-BE49-F238E27FC236}">
                  <a16:creationId xmlns:a16="http://schemas.microsoft.com/office/drawing/2014/main" id="{C3EE6132-A127-97F5-B324-C93AEFC9A8A0}"/>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4BA3C7">
                    <a:alpha val="1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1" name="Forma Livre: Forma 40">
              <a:extLst>
                <a:ext uri="{FF2B5EF4-FFF2-40B4-BE49-F238E27FC236}">
                  <a16:creationId xmlns:a16="http://schemas.microsoft.com/office/drawing/2014/main" id="{A26EB523-A67F-72BB-7711-F37EFDA1D98A}"/>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4BA3C7">
                    <a:alpha val="1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cxnSp>
        <p:nvCxnSpPr>
          <p:cNvPr id="42" name="Conector reto 41">
            <a:extLst>
              <a:ext uri="{FF2B5EF4-FFF2-40B4-BE49-F238E27FC236}">
                <a16:creationId xmlns:a16="http://schemas.microsoft.com/office/drawing/2014/main" id="{118498CF-A5BC-08CF-F54B-607584570A64}"/>
              </a:ext>
            </a:extLst>
          </p:cNvPr>
          <p:cNvCxnSpPr>
            <a:cxnSpLocks/>
          </p:cNvCxnSpPr>
          <p:nvPr userDrawn="1"/>
        </p:nvCxn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tângulo 42">
            <a:extLst>
              <a:ext uri="{FF2B5EF4-FFF2-40B4-BE49-F238E27FC236}">
                <a16:creationId xmlns:a16="http://schemas.microsoft.com/office/drawing/2014/main" id="{7CACF285-9527-458F-E910-F45BF1FE4CA0}"/>
              </a:ext>
            </a:extLst>
          </p:cNvPr>
          <p:cNvSpPr/>
          <p:nvPr userDrawn="1"/>
        </p:nvSpPr>
        <p:spPr>
          <a:xfrm>
            <a:off x="5912644" y="4473417"/>
            <a:ext cx="5914231" cy="78000"/>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orma Livre: Forma 43">
            <a:extLst>
              <a:ext uri="{FF2B5EF4-FFF2-40B4-BE49-F238E27FC236}">
                <a16:creationId xmlns:a16="http://schemas.microsoft.com/office/drawing/2014/main" id="{432BE317-1EE9-54E1-EEB5-0B7B594E4182}"/>
              </a:ext>
            </a:extLst>
          </p:cNvPr>
          <p:cNvSpPr/>
          <p:nvPr userDrawn="1"/>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5" name="Agrupar 44">
            <a:extLst>
              <a:ext uri="{FF2B5EF4-FFF2-40B4-BE49-F238E27FC236}">
                <a16:creationId xmlns:a16="http://schemas.microsoft.com/office/drawing/2014/main" id="{963BC54B-CF6B-E20F-8BD4-B62CA044A84F}"/>
              </a:ext>
            </a:extLst>
          </p:cNvPr>
          <p:cNvGrpSpPr/>
          <p:nvPr userDrawn="1"/>
        </p:nvGrpSpPr>
        <p:grpSpPr>
          <a:xfrm>
            <a:off x="7564112" y="4531010"/>
            <a:ext cx="3129289" cy="2197390"/>
            <a:chOff x="-2397238" y="2937655"/>
            <a:chExt cx="10127824" cy="7111764"/>
          </a:xfrm>
          <a:gradFill>
            <a:gsLst>
              <a:gs pos="0">
                <a:schemeClr val="bg1">
                  <a:alpha val="3000"/>
                </a:schemeClr>
              </a:gs>
              <a:gs pos="100000">
                <a:srgbClr val="4BA3C7">
                  <a:alpha val="14000"/>
                </a:srgbClr>
              </a:gs>
            </a:gsLst>
          </a:gradFill>
        </p:grpSpPr>
        <p:sp>
          <p:nvSpPr>
            <p:cNvPr id="46" name="Forma Livre: Forma 45">
              <a:extLst>
                <a:ext uri="{FF2B5EF4-FFF2-40B4-BE49-F238E27FC236}">
                  <a16:creationId xmlns:a16="http://schemas.microsoft.com/office/drawing/2014/main" id="{5016AB37-40D4-075B-B8D8-13CEE1BD66FC}"/>
                </a:ext>
              </a:extLst>
            </p:cNvPr>
            <p:cNvSpPr/>
            <p:nvPr/>
          </p:nvSpPr>
          <p:spPr>
            <a:xfrm flipH="1">
              <a:off x="-1249453" y="2937655"/>
              <a:ext cx="8980039" cy="673066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7" name="Forma Livre: Forma 46">
              <a:extLst>
                <a:ext uri="{FF2B5EF4-FFF2-40B4-BE49-F238E27FC236}">
                  <a16:creationId xmlns:a16="http://schemas.microsoft.com/office/drawing/2014/main" id="{4D40EB62-BD0E-102C-3FB0-DF71C938A5F0}"/>
                </a:ext>
              </a:extLst>
            </p:cNvPr>
            <p:cNvSpPr/>
            <p:nvPr/>
          </p:nvSpPr>
          <p:spPr>
            <a:xfrm flipH="1">
              <a:off x="-2397238" y="3006681"/>
              <a:ext cx="9396419" cy="7042738"/>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sp>
        <p:nvSpPr>
          <p:cNvPr id="48" name="Forma Livre: Forma 47">
            <a:extLst>
              <a:ext uri="{FF2B5EF4-FFF2-40B4-BE49-F238E27FC236}">
                <a16:creationId xmlns:a16="http://schemas.microsoft.com/office/drawing/2014/main" id="{EA8299C6-A081-9D82-07AF-3DD67E5A307F}"/>
              </a:ext>
            </a:extLst>
          </p:cNvPr>
          <p:cNvSpPr/>
          <p:nvPr userDrawn="1"/>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sz="quarter"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lang="pt-B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sz="quarter"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lvl="0"/>
            <a:r>
              <a:rPr lang="pt-BR"/>
              <a:t>Clique para editar </a:t>
            </a:r>
            <a:br>
              <a:rPr lang="pt-BR"/>
            </a:br>
            <a:r>
              <a:rPr lang="pt-B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sz="quarter"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lvl="0"/>
            <a:r>
              <a:rPr lang="pt-BR"/>
              <a:t>Clique para editar </a:t>
            </a:r>
            <a:br>
              <a:rPr lang="pt-BR"/>
            </a:br>
            <a:r>
              <a:rPr lang="pt-BR"/>
              <a:t>os estilos de texto Mestres</a:t>
            </a:r>
          </a:p>
        </p:txBody>
      </p:sp>
      <p:sp>
        <p:nvSpPr>
          <p:cNvPr id="54" name="Retângulo 53">
            <a:extLst>
              <a:ext uri="{FF2B5EF4-FFF2-40B4-BE49-F238E27FC236}">
                <a16:creationId xmlns:a16="http://schemas.microsoft.com/office/drawing/2014/main" id="{80E344DB-15AA-C8B9-3FCC-A5F7361BFCD4}"/>
              </a:ext>
            </a:extLst>
          </p:cNvPr>
          <p:cNvSpPr/>
          <p:nvPr userDrawn="1"/>
        </p:nvSpPr>
        <p:spPr>
          <a:xfrm>
            <a:off x="739140" y="4473417"/>
            <a:ext cx="779827" cy="78000"/>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Imagem 1" descr="Logotipo&#10;&#10;Descrição gerada automaticamente">
            <a:extLst>
              <a:ext uri="{FF2B5EF4-FFF2-40B4-BE49-F238E27FC236}">
                <a16:creationId xmlns:a16="http://schemas.microsoft.com/office/drawing/2014/main" id="{F2C337A9-09E7-7885-C69E-1847AE3497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 y="668426"/>
            <a:ext cx="1461600" cy="666662"/>
          </a:xfrm>
          <a:prstGeom prst="rect">
            <a:avLst/>
          </a:prstGeom>
        </p:spPr>
      </p:pic>
    </p:spTree>
    <p:extLst>
      <p:ext uri="{BB962C8B-B14F-4D97-AF65-F5344CB8AC3E}">
        <p14:creationId xmlns:p14="http://schemas.microsoft.com/office/powerpoint/2010/main" val="3238978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7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p:nvPr userDrawn="1"/>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orma Livre: Forma 7">
            <a:extLst>
              <a:ext uri="{FF2B5EF4-FFF2-40B4-BE49-F238E27FC236}">
                <a16:creationId xmlns:a16="http://schemas.microsoft.com/office/drawing/2014/main" id="{E0898596-799D-DD65-4DE3-DA76EB1C53FB}"/>
              </a:ext>
            </a:extLst>
          </p:cNvPr>
          <p:cNvSpPr/>
          <p:nvPr userDrawn="1"/>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4E5886E6-71C6-094F-DA95-66CF57306627}"/>
              </a:ext>
            </a:extLst>
          </p:cNvPr>
          <p:cNvSpPr/>
          <p:nvPr userDrawn="1"/>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094218AF-5ED1-D3D9-7A78-DE2A97944136}"/>
              </a:ext>
            </a:extLst>
          </p:cNvPr>
          <p:cNvCxnSpPr/>
          <p:nvPr userDrawn="1"/>
        </p:nvCxn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F024C7AF-75F8-C273-05E2-CBFB7696D9A6}"/>
              </a:ext>
            </a:extLst>
          </p:cNvPr>
          <p:cNvCxnSpPr/>
          <p:nvPr userDrawn="1"/>
        </p:nvCxn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FFCC0137-2E7E-3D31-3254-67189500D8B7}"/>
              </a:ext>
            </a:extLst>
          </p:cNvPr>
          <p:cNvCxnSpPr>
            <a:cxnSpLocks/>
          </p:cNvCxnSpPr>
          <p:nvPr userDrawn="1"/>
        </p:nvCxn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EF544713-F8CD-C135-6C83-1C179528598A}"/>
              </a:ext>
            </a:extLst>
          </p:cNvPr>
          <p:cNvCxnSpPr/>
          <p:nvPr userDrawn="1"/>
        </p:nvCxn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4B84D9B0-7004-F8DD-7F2D-5CCFD6BE6B39}"/>
              </a:ext>
            </a:extLst>
          </p:cNvPr>
          <p:cNvCxnSpPr/>
          <p:nvPr userDrawn="1"/>
        </p:nvCxn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82F480A5-01B1-3A3F-0B76-7546250904E4}"/>
              </a:ext>
            </a:extLst>
          </p:cNvPr>
          <p:cNvGrpSpPr/>
          <p:nvPr userDrawn="1"/>
        </p:nvGrpSpPr>
        <p:grpSpPr>
          <a:xfrm>
            <a:off x="5483502" y="4480560"/>
            <a:ext cx="2804361" cy="2012317"/>
            <a:chOff x="2463555" y="2937655"/>
            <a:chExt cx="5525999" cy="3965274"/>
          </a:xfrm>
          <a:gradFill>
            <a:gsLst>
              <a:gs pos="0">
                <a:schemeClr val="bg1">
                  <a:alpha val="3000"/>
                </a:schemeClr>
              </a:gs>
              <a:gs pos="100000">
                <a:srgbClr val="4BA3C7">
                  <a:alpha val="14000"/>
                </a:srgbClr>
              </a:gs>
            </a:gsLst>
          </a:gradFill>
        </p:grpSpPr>
        <p:sp>
          <p:nvSpPr>
            <p:cNvPr id="37" name="Forma Livre: Forma 36">
              <a:extLst>
                <a:ext uri="{FF2B5EF4-FFF2-40B4-BE49-F238E27FC236}">
                  <a16:creationId xmlns:a16="http://schemas.microsoft.com/office/drawing/2014/main" id="{E112C766-A728-8457-D31F-3162319711E5}"/>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38" name="Forma Livre: Forma 37">
              <a:extLst>
                <a:ext uri="{FF2B5EF4-FFF2-40B4-BE49-F238E27FC236}">
                  <a16:creationId xmlns:a16="http://schemas.microsoft.com/office/drawing/2014/main" id="{37CE2F21-014B-E961-8F8A-8183B8B9898D}"/>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grpSp>
        <p:nvGrpSpPr>
          <p:cNvPr id="39" name="Agrupar 38">
            <a:extLst>
              <a:ext uri="{FF2B5EF4-FFF2-40B4-BE49-F238E27FC236}">
                <a16:creationId xmlns:a16="http://schemas.microsoft.com/office/drawing/2014/main" id="{941ECD50-A710-E5E7-4684-5653FD3303C2}"/>
              </a:ext>
            </a:extLst>
          </p:cNvPr>
          <p:cNvGrpSpPr/>
          <p:nvPr userDrawn="1"/>
        </p:nvGrpSpPr>
        <p:grpSpPr>
          <a:xfrm>
            <a:off x="2927560" y="365124"/>
            <a:ext cx="2804361" cy="2012317"/>
            <a:chOff x="2463555" y="2937655"/>
            <a:chExt cx="5525999" cy="3965274"/>
          </a:xfrm>
        </p:grpSpPr>
        <p:sp>
          <p:nvSpPr>
            <p:cNvPr id="40" name="Forma Livre: Forma 39">
              <a:extLst>
                <a:ext uri="{FF2B5EF4-FFF2-40B4-BE49-F238E27FC236}">
                  <a16:creationId xmlns:a16="http://schemas.microsoft.com/office/drawing/2014/main" id="{C3EE6132-A127-97F5-B324-C93AEFC9A8A0}"/>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1" name="Forma Livre: Forma 40">
              <a:extLst>
                <a:ext uri="{FF2B5EF4-FFF2-40B4-BE49-F238E27FC236}">
                  <a16:creationId xmlns:a16="http://schemas.microsoft.com/office/drawing/2014/main" id="{A26EB523-A67F-72BB-7711-F37EFDA1D98A}"/>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cxnSp>
        <p:nvCxnSpPr>
          <p:cNvPr id="42" name="Conector reto 41">
            <a:extLst>
              <a:ext uri="{FF2B5EF4-FFF2-40B4-BE49-F238E27FC236}">
                <a16:creationId xmlns:a16="http://schemas.microsoft.com/office/drawing/2014/main" id="{118498CF-A5BC-08CF-F54B-607584570A64}"/>
              </a:ext>
            </a:extLst>
          </p:cNvPr>
          <p:cNvCxnSpPr>
            <a:cxnSpLocks/>
          </p:cNvCxnSpPr>
          <p:nvPr userDrawn="1"/>
        </p:nvCxn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tângulo 42">
            <a:extLst>
              <a:ext uri="{FF2B5EF4-FFF2-40B4-BE49-F238E27FC236}">
                <a16:creationId xmlns:a16="http://schemas.microsoft.com/office/drawing/2014/main" id="{7CACF285-9527-458F-E910-F45BF1FE4CA0}"/>
              </a:ext>
            </a:extLst>
          </p:cNvPr>
          <p:cNvSpPr/>
          <p:nvPr userDrawn="1"/>
        </p:nvSpPr>
        <p:spPr>
          <a:xfrm>
            <a:off x="5912644" y="4473417"/>
            <a:ext cx="5914231" cy="78000"/>
          </a:xfrm>
          <a:prstGeom prst="rect">
            <a:avLst/>
          </a:prstGeom>
          <a:solidFill>
            <a:srgbClr val="82AD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orma Livre: Forma 43">
            <a:extLst>
              <a:ext uri="{FF2B5EF4-FFF2-40B4-BE49-F238E27FC236}">
                <a16:creationId xmlns:a16="http://schemas.microsoft.com/office/drawing/2014/main" id="{432BE317-1EE9-54E1-EEB5-0B7B594E4182}"/>
              </a:ext>
            </a:extLst>
          </p:cNvPr>
          <p:cNvSpPr/>
          <p:nvPr userDrawn="1"/>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5" name="Agrupar 44">
            <a:extLst>
              <a:ext uri="{FF2B5EF4-FFF2-40B4-BE49-F238E27FC236}">
                <a16:creationId xmlns:a16="http://schemas.microsoft.com/office/drawing/2014/main" id="{963BC54B-CF6B-E20F-8BD4-B62CA044A84F}"/>
              </a:ext>
            </a:extLst>
          </p:cNvPr>
          <p:cNvGrpSpPr/>
          <p:nvPr userDrawn="1"/>
        </p:nvGrpSpPr>
        <p:grpSpPr>
          <a:xfrm>
            <a:off x="7564112" y="4531010"/>
            <a:ext cx="3129289" cy="2197390"/>
            <a:chOff x="-2397238" y="2937655"/>
            <a:chExt cx="10127824" cy="7111764"/>
          </a:xfrm>
          <a:gradFill>
            <a:gsLst>
              <a:gs pos="0">
                <a:schemeClr val="bg1">
                  <a:alpha val="3000"/>
                </a:schemeClr>
              </a:gs>
              <a:gs pos="100000">
                <a:srgbClr val="4BA3C7">
                  <a:alpha val="14000"/>
                </a:srgbClr>
              </a:gs>
            </a:gsLst>
          </a:gradFill>
        </p:grpSpPr>
        <p:sp>
          <p:nvSpPr>
            <p:cNvPr id="46" name="Forma Livre: Forma 45">
              <a:extLst>
                <a:ext uri="{FF2B5EF4-FFF2-40B4-BE49-F238E27FC236}">
                  <a16:creationId xmlns:a16="http://schemas.microsoft.com/office/drawing/2014/main" id="{5016AB37-40D4-075B-B8D8-13CEE1BD66FC}"/>
                </a:ext>
              </a:extLst>
            </p:cNvPr>
            <p:cNvSpPr/>
            <p:nvPr/>
          </p:nvSpPr>
          <p:spPr>
            <a:xfrm flipH="1">
              <a:off x="-1249453" y="2937655"/>
              <a:ext cx="8980039" cy="673066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7" name="Forma Livre: Forma 46">
              <a:extLst>
                <a:ext uri="{FF2B5EF4-FFF2-40B4-BE49-F238E27FC236}">
                  <a16:creationId xmlns:a16="http://schemas.microsoft.com/office/drawing/2014/main" id="{4D40EB62-BD0E-102C-3FB0-DF71C938A5F0}"/>
                </a:ext>
              </a:extLst>
            </p:cNvPr>
            <p:cNvSpPr/>
            <p:nvPr/>
          </p:nvSpPr>
          <p:spPr>
            <a:xfrm flipH="1">
              <a:off x="-2397238" y="3006681"/>
              <a:ext cx="9396419" cy="7042738"/>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sp>
        <p:nvSpPr>
          <p:cNvPr id="48" name="Forma Livre: Forma 47">
            <a:extLst>
              <a:ext uri="{FF2B5EF4-FFF2-40B4-BE49-F238E27FC236}">
                <a16:creationId xmlns:a16="http://schemas.microsoft.com/office/drawing/2014/main" id="{EA8299C6-A081-9D82-07AF-3DD67E5A307F}"/>
              </a:ext>
            </a:extLst>
          </p:cNvPr>
          <p:cNvSpPr/>
          <p:nvPr userDrawn="1"/>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sz="quarter"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lang="pt-B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sz="quarter"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lvl="0"/>
            <a:r>
              <a:rPr lang="pt-BR"/>
              <a:t>Clique para editar </a:t>
            </a:r>
            <a:br>
              <a:rPr lang="pt-BR"/>
            </a:br>
            <a:r>
              <a:rPr lang="pt-B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sz="quarter"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lvl="0"/>
            <a:r>
              <a:rPr lang="pt-BR"/>
              <a:t>Clique para editar </a:t>
            </a:r>
            <a:br>
              <a:rPr lang="pt-BR"/>
            </a:br>
            <a:r>
              <a:rPr lang="pt-BR"/>
              <a:t>os estilos de texto Mestres</a:t>
            </a:r>
          </a:p>
        </p:txBody>
      </p:sp>
      <p:sp>
        <p:nvSpPr>
          <p:cNvPr id="54" name="Retângulo 53">
            <a:extLst>
              <a:ext uri="{FF2B5EF4-FFF2-40B4-BE49-F238E27FC236}">
                <a16:creationId xmlns:a16="http://schemas.microsoft.com/office/drawing/2014/main" id="{80E344DB-15AA-C8B9-3FCC-A5F7361BFCD4}"/>
              </a:ext>
            </a:extLst>
          </p:cNvPr>
          <p:cNvSpPr/>
          <p:nvPr userDrawn="1"/>
        </p:nvSpPr>
        <p:spPr>
          <a:xfrm>
            <a:off x="739140" y="4473417"/>
            <a:ext cx="779827" cy="78000"/>
          </a:xfrm>
          <a:prstGeom prst="rect">
            <a:avLst/>
          </a:prstGeom>
          <a:solidFill>
            <a:srgbClr val="82AD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Imagem 1" descr="Logotipo&#10;&#10;Descrição gerada automaticamente">
            <a:extLst>
              <a:ext uri="{FF2B5EF4-FFF2-40B4-BE49-F238E27FC236}">
                <a16:creationId xmlns:a16="http://schemas.microsoft.com/office/drawing/2014/main" id="{E21A0137-0E05-A9EE-E2EA-E3D0C95CF0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 y="668426"/>
            <a:ext cx="1461600" cy="666662"/>
          </a:xfrm>
          <a:prstGeom prst="rect">
            <a:avLst/>
          </a:prstGeom>
        </p:spPr>
      </p:pic>
    </p:spTree>
    <p:extLst>
      <p:ext uri="{BB962C8B-B14F-4D97-AF65-F5344CB8AC3E}">
        <p14:creationId xmlns:p14="http://schemas.microsoft.com/office/powerpoint/2010/main" val="1031318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8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p:nvPr userDrawn="1"/>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orma Livre: Forma 7">
            <a:extLst>
              <a:ext uri="{FF2B5EF4-FFF2-40B4-BE49-F238E27FC236}">
                <a16:creationId xmlns:a16="http://schemas.microsoft.com/office/drawing/2014/main" id="{E0898596-799D-DD65-4DE3-DA76EB1C53FB}"/>
              </a:ext>
            </a:extLst>
          </p:cNvPr>
          <p:cNvSpPr/>
          <p:nvPr userDrawn="1"/>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4E5886E6-71C6-094F-DA95-66CF57306627}"/>
              </a:ext>
            </a:extLst>
          </p:cNvPr>
          <p:cNvSpPr/>
          <p:nvPr userDrawn="1"/>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094218AF-5ED1-D3D9-7A78-DE2A97944136}"/>
              </a:ext>
            </a:extLst>
          </p:cNvPr>
          <p:cNvCxnSpPr/>
          <p:nvPr userDrawn="1"/>
        </p:nvCxn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F024C7AF-75F8-C273-05E2-CBFB7696D9A6}"/>
              </a:ext>
            </a:extLst>
          </p:cNvPr>
          <p:cNvCxnSpPr/>
          <p:nvPr userDrawn="1"/>
        </p:nvCxn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FFCC0137-2E7E-3D31-3254-67189500D8B7}"/>
              </a:ext>
            </a:extLst>
          </p:cNvPr>
          <p:cNvCxnSpPr>
            <a:cxnSpLocks/>
          </p:cNvCxnSpPr>
          <p:nvPr userDrawn="1"/>
        </p:nvCxn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EF544713-F8CD-C135-6C83-1C179528598A}"/>
              </a:ext>
            </a:extLst>
          </p:cNvPr>
          <p:cNvCxnSpPr/>
          <p:nvPr userDrawn="1"/>
        </p:nvCxn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4B84D9B0-7004-F8DD-7F2D-5CCFD6BE6B39}"/>
              </a:ext>
            </a:extLst>
          </p:cNvPr>
          <p:cNvCxnSpPr/>
          <p:nvPr userDrawn="1"/>
        </p:nvCxn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82F480A5-01B1-3A3F-0B76-7546250904E4}"/>
              </a:ext>
            </a:extLst>
          </p:cNvPr>
          <p:cNvGrpSpPr/>
          <p:nvPr userDrawn="1"/>
        </p:nvGrpSpPr>
        <p:grpSpPr>
          <a:xfrm>
            <a:off x="5483502" y="4480560"/>
            <a:ext cx="2804361" cy="2012317"/>
            <a:chOff x="2463555" y="2937655"/>
            <a:chExt cx="5525999" cy="3965274"/>
          </a:xfrm>
          <a:gradFill>
            <a:gsLst>
              <a:gs pos="0">
                <a:schemeClr val="bg1">
                  <a:alpha val="3000"/>
                </a:schemeClr>
              </a:gs>
              <a:gs pos="100000">
                <a:srgbClr val="4BA3C7">
                  <a:alpha val="14000"/>
                </a:srgbClr>
              </a:gs>
            </a:gsLst>
          </a:gradFill>
        </p:grpSpPr>
        <p:sp>
          <p:nvSpPr>
            <p:cNvPr id="37" name="Forma Livre: Forma 36">
              <a:extLst>
                <a:ext uri="{FF2B5EF4-FFF2-40B4-BE49-F238E27FC236}">
                  <a16:creationId xmlns:a16="http://schemas.microsoft.com/office/drawing/2014/main" id="{E112C766-A728-8457-D31F-3162319711E5}"/>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38" name="Forma Livre: Forma 37">
              <a:extLst>
                <a:ext uri="{FF2B5EF4-FFF2-40B4-BE49-F238E27FC236}">
                  <a16:creationId xmlns:a16="http://schemas.microsoft.com/office/drawing/2014/main" id="{37CE2F21-014B-E961-8F8A-8183B8B9898D}"/>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grpSp>
        <p:nvGrpSpPr>
          <p:cNvPr id="39" name="Agrupar 38">
            <a:extLst>
              <a:ext uri="{FF2B5EF4-FFF2-40B4-BE49-F238E27FC236}">
                <a16:creationId xmlns:a16="http://schemas.microsoft.com/office/drawing/2014/main" id="{941ECD50-A710-E5E7-4684-5653FD3303C2}"/>
              </a:ext>
            </a:extLst>
          </p:cNvPr>
          <p:cNvGrpSpPr/>
          <p:nvPr userDrawn="1"/>
        </p:nvGrpSpPr>
        <p:grpSpPr>
          <a:xfrm>
            <a:off x="2927560" y="365124"/>
            <a:ext cx="2804361" cy="2012317"/>
            <a:chOff x="2463555" y="2937655"/>
            <a:chExt cx="5525999" cy="3965274"/>
          </a:xfrm>
        </p:grpSpPr>
        <p:sp>
          <p:nvSpPr>
            <p:cNvPr id="40" name="Forma Livre: Forma 39">
              <a:extLst>
                <a:ext uri="{FF2B5EF4-FFF2-40B4-BE49-F238E27FC236}">
                  <a16:creationId xmlns:a16="http://schemas.microsoft.com/office/drawing/2014/main" id="{C3EE6132-A127-97F5-B324-C93AEFC9A8A0}"/>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1" name="Forma Livre: Forma 40">
              <a:extLst>
                <a:ext uri="{FF2B5EF4-FFF2-40B4-BE49-F238E27FC236}">
                  <a16:creationId xmlns:a16="http://schemas.microsoft.com/office/drawing/2014/main" id="{A26EB523-A67F-72BB-7711-F37EFDA1D98A}"/>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cxnSp>
        <p:nvCxnSpPr>
          <p:cNvPr id="42" name="Conector reto 41">
            <a:extLst>
              <a:ext uri="{FF2B5EF4-FFF2-40B4-BE49-F238E27FC236}">
                <a16:creationId xmlns:a16="http://schemas.microsoft.com/office/drawing/2014/main" id="{118498CF-A5BC-08CF-F54B-607584570A64}"/>
              </a:ext>
            </a:extLst>
          </p:cNvPr>
          <p:cNvCxnSpPr>
            <a:cxnSpLocks/>
          </p:cNvCxnSpPr>
          <p:nvPr userDrawn="1"/>
        </p:nvCxn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tângulo 42">
            <a:extLst>
              <a:ext uri="{FF2B5EF4-FFF2-40B4-BE49-F238E27FC236}">
                <a16:creationId xmlns:a16="http://schemas.microsoft.com/office/drawing/2014/main" id="{7CACF285-9527-458F-E910-F45BF1FE4CA0}"/>
              </a:ext>
            </a:extLst>
          </p:cNvPr>
          <p:cNvSpPr/>
          <p:nvPr userDrawn="1"/>
        </p:nvSpPr>
        <p:spPr>
          <a:xfrm>
            <a:off x="5912644" y="4473417"/>
            <a:ext cx="5914231" cy="78000"/>
          </a:xfrm>
          <a:prstGeom prst="rect">
            <a:avLst/>
          </a:prstGeom>
          <a:solidFill>
            <a:srgbClr val="8FA1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orma Livre: Forma 43">
            <a:extLst>
              <a:ext uri="{FF2B5EF4-FFF2-40B4-BE49-F238E27FC236}">
                <a16:creationId xmlns:a16="http://schemas.microsoft.com/office/drawing/2014/main" id="{432BE317-1EE9-54E1-EEB5-0B7B594E4182}"/>
              </a:ext>
            </a:extLst>
          </p:cNvPr>
          <p:cNvSpPr/>
          <p:nvPr userDrawn="1"/>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5" name="Agrupar 44">
            <a:extLst>
              <a:ext uri="{FF2B5EF4-FFF2-40B4-BE49-F238E27FC236}">
                <a16:creationId xmlns:a16="http://schemas.microsoft.com/office/drawing/2014/main" id="{963BC54B-CF6B-E20F-8BD4-B62CA044A84F}"/>
              </a:ext>
            </a:extLst>
          </p:cNvPr>
          <p:cNvGrpSpPr/>
          <p:nvPr userDrawn="1"/>
        </p:nvGrpSpPr>
        <p:grpSpPr>
          <a:xfrm>
            <a:off x="7564112" y="4531010"/>
            <a:ext cx="3129289" cy="2197390"/>
            <a:chOff x="-2397238" y="2937655"/>
            <a:chExt cx="10127824" cy="7111764"/>
          </a:xfrm>
          <a:gradFill>
            <a:gsLst>
              <a:gs pos="0">
                <a:schemeClr val="bg1">
                  <a:alpha val="3000"/>
                </a:schemeClr>
              </a:gs>
              <a:gs pos="100000">
                <a:srgbClr val="4BA3C7">
                  <a:alpha val="14000"/>
                </a:srgbClr>
              </a:gs>
            </a:gsLst>
          </a:gradFill>
        </p:grpSpPr>
        <p:sp>
          <p:nvSpPr>
            <p:cNvPr id="46" name="Forma Livre: Forma 45">
              <a:extLst>
                <a:ext uri="{FF2B5EF4-FFF2-40B4-BE49-F238E27FC236}">
                  <a16:creationId xmlns:a16="http://schemas.microsoft.com/office/drawing/2014/main" id="{5016AB37-40D4-075B-B8D8-13CEE1BD66FC}"/>
                </a:ext>
              </a:extLst>
            </p:cNvPr>
            <p:cNvSpPr/>
            <p:nvPr/>
          </p:nvSpPr>
          <p:spPr>
            <a:xfrm flipH="1">
              <a:off x="-1249453" y="2937655"/>
              <a:ext cx="8980039" cy="673066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7" name="Forma Livre: Forma 46">
              <a:extLst>
                <a:ext uri="{FF2B5EF4-FFF2-40B4-BE49-F238E27FC236}">
                  <a16:creationId xmlns:a16="http://schemas.microsoft.com/office/drawing/2014/main" id="{4D40EB62-BD0E-102C-3FB0-DF71C938A5F0}"/>
                </a:ext>
              </a:extLst>
            </p:cNvPr>
            <p:cNvSpPr/>
            <p:nvPr/>
          </p:nvSpPr>
          <p:spPr>
            <a:xfrm flipH="1">
              <a:off x="-2397238" y="3006681"/>
              <a:ext cx="9396419" cy="7042738"/>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sp>
        <p:nvSpPr>
          <p:cNvPr id="48" name="Forma Livre: Forma 47">
            <a:extLst>
              <a:ext uri="{FF2B5EF4-FFF2-40B4-BE49-F238E27FC236}">
                <a16:creationId xmlns:a16="http://schemas.microsoft.com/office/drawing/2014/main" id="{EA8299C6-A081-9D82-07AF-3DD67E5A307F}"/>
              </a:ext>
            </a:extLst>
          </p:cNvPr>
          <p:cNvSpPr/>
          <p:nvPr userDrawn="1"/>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sz="quarter"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lang="pt-B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sz="quarter"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lvl="0"/>
            <a:r>
              <a:rPr lang="pt-BR"/>
              <a:t>Clique para editar </a:t>
            </a:r>
            <a:br>
              <a:rPr lang="pt-BR"/>
            </a:br>
            <a:r>
              <a:rPr lang="pt-B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sz="quarter"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lvl="0"/>
            <a:r>
              <a:rPr lang="pt-BR"/>
              <a:t>Clique para editar </a:t>
            </a:r>
            <a:br>
              <a:rPr lang="pt-BR"/>
            </a:br>
            <a:r>
              <a:rPr lang="pt-BR"/>
              <a:t>os estilos de texto Mestres</a:t>
            </a:r>
          </a:p>
        </p:txBody>
      </p:sp>
      <p:sp>
        <p:nvSpPr>
          <p:cNvPr id="54" name="Retângulo 53">
            <a:extLst>
              <a:ext uri="{FF2B5EF4-FFF2-40B4-BE49-F238E27FC236}">
                <a16:creationId xmlns:a16="http://schemas.microsoft.com/office/drawing/2014/main" id="{80E344DB-15AA-C8B9-3FCC-A5F7361BFCD4}"/>
              </a:ext>
            </a:extLst>
          </p:cNvPr>
          <p:cNvSpPr/>
          <p:nvPr userDrawn="1"/>
        </p:nvSpPr>
        <p:spPr>
          <a:xfrm>
            <a:off x="739140" y="4473417"/>
            <a:ext cx="779827" cy="78000"/>
          </a:xfrm>
          <a:prstGeom prst="rect">
            <a:avLst/>
          </a:prstGeom>
          <a:solidFill>
            <a:srgbClr val="8FA1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Imagem 1" descr="Logotipo&#10;&#10;Descrição gerada automaticamente">
            <a:extLst>
              <a:ext uri="{FF2B5EF4-FFF2-40B4-BE49-F238E27FC236}">
                <a16:creationId xmlns:a16="http://schemas.microsoft.com/office/drawing/2014/main" id="{B51C931D-2F3F-7192-B7B0-1FFB05A637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 y="668426"/>
            <a:ext cx="1461600" cy="666662"/>
          </a:xfrm>
          <a:prstGeom prst="rect">
            <a:avLst/>
          </a:prstGeom>
        </p:spPr>
      </p:pic>
    </p:spTree>
    <p:extLst>
      <p:ext uri="{BB962C8B-B14F-4D97-AF65-F5344CB8AC3E}">
        <p14:creationId xmlns:p14="http://schemas.microsoft.com/office/powerpoint/2010/main" val="17168182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9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p:nvPr userDrawn="1"/>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orma Livre: Forma 7">
            <a:extLst>
              <a:ext uri="{FF2B5EF4-FFF2-40B4-BE49-F238E27FC236}">
                <a16:creationId xmlns:a16="http://schemas.microsoft.com/office/drawing/2014/main" id="{E0898596-799D-DD65-4DE3-DA76EB1C53FB}"/>
              </a:ext>
            </a:extLst>
          </p:cNvPr>
          <p:cNvSpPr/>
          <p:nvPr userDrawn="1"/>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4E5886E6-71C6-094F-DA95-66CF57306627}"/>
              </a:ext>
            </a:extLst>
          </p:cNvPr>
          <p:cNvSpPr/>
          <p:nvPr userDrawn="1"/>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094218AF-5ED1-D3D9-7A78-DE2A97944136}"/>
              </a:ext>
            </a:extLst>
          </p:cNvPr>
          <p:cNvCxnSpPr/>
          <p:nvPr userDrawn="1"/>
        </p:nvCxn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F024C7AF-75F8-C273-05E2-CBFB7696D9A6}"/>
              </a:ext>
            </a:extLst>
          </p:cNvPr>
          <p:cNvCxnSpPr/>
          <p:nvPr userDrawn="1"/>
        </p:nvCxn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FFCC0137-2E7E-3D31-3254-67189500D8B7}"/>
              </a:ext>
            </a:extLst>
          </p:cNvPr>
          <p:cNvCxnSpPr>
            <a:cxnSpLocks/>
          </p:cNvCxnSpPr>
          <p:nvPr userDrawn="1"/>
        </p:nvCxn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EF544713-F8CD-C135-6C83-1C179528598A}"/>
              </a:ext>
            </a:extLst>
          </p:cNvPr>
          <p:cNvCxnSpPr/>
          <p:nvPr userDrawn="1"/>
        </p:nvCxn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4B84D9B0-7004-F8DD-7F2D-5CCFD6BE6B39}"/>
              </a:ext>
            </a:extLst>
          </p:cNvPr>
          <p:cNvCxnSpPr/>
          <p:nvPr userDrawn="1"/>
        </p:nvCxn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82F480A5-01B1-3A3F-0B76-7546250904E4}"/>
              </a:ext>
            </a:extLst>
          </p:cNvPr>
          <p:cNvGrpSpPr/>
          <p:nvPr userDrawn="1"/>
        </p:nvGrpSpPr>
        <p:grpSpPr>
          <a:xfrm>
            <a:off x="5483502" y="4480560"/>
            <a:ext cx="2804361" cy="2012317"/>
            <a:chOff x="2463555" y="2937655"/>
            <a:chExt cx="5525999" cy="3965274"/>
          </a:xfrm>
          <a:gradFill>
            <a:gsLst>
              <a:gs pos="0">
                <a:schemeClr val="bg1">
                  <a:alpha val="3000"/>
                </a:schemeClr>
              </a:gs>
              <a:gs pos="100000">
                <a:srgbClr val="4BA3C7">
                  <a:alpha val="14000"/>
                </a:srgbClr>
              </a:gs>
            </a:gsLst>
          </a:gradFill>
        </p:grpSpPr>
        <p:sp>
          <p:nvSpPr>
            <p:cNvPr id="37" name="Forma Livre: Forma 36">
              <a:extLst>
                <a:ext uri="{FF2B5EF4-FFF2-40B4-BE49-F238E27FC236}">
                  <a16:creationId xmlns:a16="http://schemas.microsoft.com/office/drawing/2014/main" id="{E112C766-A728-8457-D31F-3162319711E5}"/>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38" name="Forma Livre: Forma 37">
              <a:extLst>
                <a:ext uri="{FF2B5EF4-FFF2-40B4-BE49-F238E27FC236}">
                  <a16:creationId xmlns:a16="http://schemas.microsoft.com/office/drawing/2014/main" id="{37CE2F21-014B-E961-8F8A-8183B8B9898D}"/>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grpSp>
        <p:nvGrpSpPr>
          <p:cNvPr id="39" name="Agrupar 38">
            <a:extLst>
              <a:ext uri="{FF2B5EF4-FFF2-40B4-BE49-F238E27FC236}">
                <a16:creationId xmlns:a16="http://schemas.microsoft.com/office/drawing/2014/main" id="{941ECD50-A710-E5E7-4684-5653FD3303C2}"/>
              </a:ext>
            </a:extLst>
          </p:cNvPr>
          <p:cNvGrpSpPr/>
          <p:nvPr userDrawn="1"/>
        </p:nvGrpSpPr>
        <p:grpSpPr>
          <a:xfrm>
            <a:off x="2927560" y="365124"/>
            <a:ext cx="2804361" cy="2012317"/>
            <a:chOff x="2463555" y="2937655"/>
            <a:chExt cx="5525999" cy="3965274"/>
          </a:xfrm>
        </p:grpSpPr>
        <p:sp>
          <p:nvSpPr>
            <p:cNvPr id="40" name="Forma Livre: Forma 39">
              <a:extLst>
                <a:ext uri="{FF2B5EF4-FFF2-40B4-BE49-F238E27FC236}">
                  <a16:creationId xmlns:a16="http://schemas.microsoft.com/office/drawing/2014/main" id="{C3EE6132-A127-97F5-B324-C93AEFC9A8A0}"/>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1" name="Forma Livre: Forma 40">
              <a:extLst>
                <a:ext uri="{FF2B5EF4-FFF2-40B4-BE49-F238E27FC236}">
                  <a16:creationId xmlns:a16="http://schemas.microsoft.com/office/drawing/2014/main" id="{A26EB523-A67F-72BB-7711-F37EFDA1D98A}"/>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cxnSp>
        <p:nvCxnSpPr>
          <p:cNvPr id="42" name="Conector reto 41">
            <a:extLst>
              <a:ext uri="{FF2B5EF4-FFF2-40B4-BE49-F238E27FC236}">
                <a16:creationId xmlns:a16="http://schemas.microsoft.com/office/drawing/2014/main" id="{118498CF-A5BC-08CF-F54B-607584570A64}"/>
              </a:ext>
            </a:extLst>
          </p:cNvPr>
          <p:cNvCxnSpPr>
            <a:cxnSpLocks/>
          </p:cNvCxnSpPr>
          <p:nvPr userDrawn="1"/>
        </p:nvCxn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tângulo 42">
            <a:extLst>
              <a:ext uri="{FF2B5EF4-FFF2-40B4-BE49-F238E27FC236}">
                <a16:creationId xmlns:a16="http://schemas.microsoft.com/office/drawing/2014/main" id="{7CACF285-9527-458F-E910-F45BF1FE4CA0}"/>
              </a:ext>
            </a:extLst>
          </p:cNvPr>
          <p:cNvSpPr/>
          <p:nvPr userDrawn="1"/>
        </p:nvSpPr>
        <p:spPr>
          <a:xfrm>
            <a:off x="5912644" y="4473417"/>
            <a:ext cx="5914231" cy="78000"/>
          </a:xfrm>
          <a:prstGeom prst="rect">
            <a:avLst/>
          </a:prstGeom>
          <a:solidFill>
            <a:srgbClr val="90A4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orma Livre: Forma 43">
            <a:extLst>
              <a:ext uri="{FF2B5EF4-FFF2-40B4-BE49-F238E27FC236}">
                <a16:creationId xmlns:a16="http://schemas.microsoft.com/office/drawing/2014/main" id="{432BE317-1EE9-54E1-EEB5-0B7B594E4182}"/>
              </a:ext>
            </a:extLst>
          </p:cNvPr>
          <p:cNvSpPr/>
          <p:nvPr userDrawn="1"/>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5" name="Agrupar 44">
            <a:extLst>
              <a:ext uri="{FF2B5EF4-FFF2-40B4-BE49-F238E27FC236}">
                <a16:creationId xmlns:a16="http://schemas.microsoft.com/office/drawing/2014/main" id="{963BC54B-CF6B-E20F-8BD4-B62CA044A84F}"/>
              </a:ext>
            </a:extLst>
          </p:cNvPr>
          <p:cNvGrpSpPr/>
          <p:nvPr userDrawn="1"/>
        </p:nvGrpSpPr>
        <p:grpSpPr>
          <a:xfrm>
            <a:off x="7564112" y="4531010"/>
            <a:ext cx="3129289" cy="2197390"/>
            <a:chOff x="-2397238" y="2937655"/>
            <a:chExt cx="10127824" cy="7111764"/>
          </a:xfrm>
          <a:gradFill>
            <a:gsLst>
              <a:gs pos="0">
                <a:schemeClr val="bg1">
                  <a:alpha val="3000"/>
                </a:schemeClr>
              </a:gs>
              <a:gs pos="100000">
                <a:srgbClr val="4BA3C7">
                  <a:alpha val="14000"/>
                </a:srgbClr>
              </a:gs>
            </a:gsLst>
          </a:gradFill>
        </p:grpSpPr>
        <p:sp>
          <p:nvSpPr>
            <p:cNvPr id="46" name="Forma Livre: Forma 45">
              <a:extLst>
                <a:ext uri="{FF2B5EF4-FFF2-40B4-BE49-F238E27FC236}">
                  <a16:creationId xmlns:a16="http://schemas.microsoft.com/office/drawing/2014/main" id="{5016AB37-40D4-075B-B8D8-13CEE1BD66FC}"/>
                </a:ext>
              </a:extLst>
            </p:cNvPr>
            <p:cNvSpPr/>
            <p:nvPr/>
          </p:nvSpPr>
          <p:spPr>
            <a:xfrm flipH="1">
              <a:off x="-1249453" y="2937655"/>
              <a:ext cx="8980039" cy="673066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7" name="Forma Livre: Forma 46">
              <a:extLst>
                <a:ext uri="{FF2B5EF4-FFF2-40B4-BE49-F238E27FC236}">
                  <a16:creationId xmlns:a16="http://schemas.microsoft.com/office/drawing/2014/main" id="{4D40EB62-BD0E-102C-3FB0-DF71C938A5F0}"/>
                </a:ext>
              </a:extLst>
            </p:cNvPr>
            <p:cNvSpPr/>
            <p:nvPr/>
          </p:nvSpPr>
          <p:spPr>
            <a:xfrm flipH="1">
              <a:off x="-2397238" y="3006681"/>
              <a:ext cx="9396419" cy="7042738"/>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sp>
        <p:nvSpPr>
          <p:cNvPr id="48" name="Forma Livre: Forma 47">
            <a:extLst>
              <a:ext uri="{FF2B5EF4-FFF2-40B4-BE49-F238E27FC236}">
                <a16:creationId xmlns:a16="http://schemas.microsoft.com/office/drawing/2014/main" id="{EA8299C6-A081-9D82-07AF-3DD67E5A307F}"/>
              </a:ext>
            </a:extLst>
          </p:cNvPr>
          <p:cNvSpPr/>
          <p:nvPr userDrawn="1"/>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sz="quarter"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lang="pt-B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sz="quarter"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lvl="0"/>
            <a:r>
              <a:rPr lang="pt-BR"/>
              <a:t>Clique para editar </a:t>
            </a:r>
            <a:br>
              <a:rPr lang="pt-BR"/>
            </a:br>
            <a:r>
              <a:rPr lang="pt-B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sz="quarter"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lvl="0"/>
            <a:r>
              <a:rPr lang="pt-BR"/>
              <a:t>Clique para editar </a:t>
            </a:r>
            <a:br>
              <a:rPr lang="pt-BR"/>
            </a:br>
            <a:r>
              <a:rPr lang="pt-BR"/>
              <a:t>os estilos de texto Mestres</a:t>
            </a:r>
          </a:p>
        </p:txBody>
      </p:sp>
      <p:sp>
        <p:nvSpPr>
          <p:cNvPr id="54" name="Retângulo 53">
            <a:extLst>
              <a:ext uri="{FF2B5EF4-FFF2-40B4-BE49-F238E27FC236}">
                <a16:creationId xmlns:a16="http://schemas.microsoft.com/office/drawing/2014/main" id="{80E344DB-15AA-C8B9-3FCC-A5F7361BFCD4}"/>
              </a:ext>
            </a:extLst>
          </p:cNvPr>
          <p:cNvSpPr/>
          <p:nvPr userDrawn="1"/>
        </p:nvSpPr>
        <p:spPr>
          <a:xfrm>
            <a:off x="739140" y="4473417"/>
            <a:ext cx="779827" cy="78000"/>
          </a:xfrm>
          <a:prstGeom prst="rect">
            <a:avLst/>
          </a:prstGeom>
          <a:solidFill>
            <a:srgbClr val="90A4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Imagem 1" descr="Logotipo&#10;&#10;Descrição gerada automaticamente">
            <a:extLst>
              <a:ext uri="{FF2B5EF4-FFF2-40B4-BE49-F238E27FC236}">
                <a16:creationId xmlns:a16="http://schemas.microsoft.com/office/drawing/2014/main" id="{3585905C-61D7-1DEF-8A87-015720FB75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 y="668426"/>
            <a:ext cx="1461600" cy="666662"/>
          </a:xfrm>
          <a:prstGeom prst="rect">
            <a:avLst/>
          </a:prstGeom>
        </p:spPr>
      </p:pic>
    </p:spTree>
    <p:extLst>
      <p:ext uri="{BB962C8B-B14F-4D97-AF65-F5344CB8AC3E}">
        <p14:creationId xmlns:p14="http://schemas.microsoft.com/office/powerpoint/2010/main" val="516260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0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p:nvPr userDrawn="1"/>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orma Livre: Forma 7">
            <a:extLst>
              <a:ext uri="{FF2B5EF4-FFF2-40B4-BE49-F238E27FC236}">
                <a16:creationId xmlns:a16="http://schemas.microsoft.com/office/drawing/2014/main" id="{E0898596-799D-DD65-4DE3-DA76EB1C53FB}"/>
              </a:ext>
            </a:extLst>
          </p:cNvPr>
          <p:cNvSpPr/>
          <p:nvPr userDrawn="1"/>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4E5886E6-71C6-094F-DA95-66CF57306627}"/>
              </a:ext>
            </a:extLst>
          </p:cNvPr>
          <p:cNvSpPr/>
          <p:nvPr userDrawn="1"/>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094218AF-5ED1-D3D9-7A78-DE2A97944136}"/>
              </a:ext>
            </a:extLst>
          </p:cNvPr>
          <p:cNvCxnSpPr/>
          <p:nvPr userDrawn="1"/>
        </p:nvCxn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F024C7AF-75F8-C273-05E2-CBFB7696D9A6}"/>
              </a:ext>
            </a:extLst>
          </p:cNvPr>
          <p:cNvCxnSpPr/>
          <p:nvPr userDrawn="1"/>
        </p:nvCxn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FFCC0137-2E7E-3D31-3254-67189500D8B7}"/>
              </a:ext>
            </a:extLst>
          </p:cNvPr>
          <p:cNvCxnSpPr>
            <a:cxnSpLocks/>
          </p:cNvCxnSpPr>
          <p:nvPr userDrawn="1"/>
        </p:nvCxn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EF544713-F8CD-C135-6C83-1C179528598A}"/>
              </a:ext>
            </a:extLst>
          </p:cNvPr>
          <p:cNvCxnSpPr/>
          <p:nvPr userDrawn="1"/>
        </p:nvCxn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4B84D9B0-7004-F8DD-7F2D-5CCFD6BE6B39}"/>
              </a:ext>
            </a:extLst>
          </p:cNvPr>
          <p:cNvCxnSpPr/>
          <p:nvPr userDrawn="1"/>
        </p:nvCxn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82F480A5-01B1-3A3F-0B76-7546250904E4}"/>
              </a:ext>
            </a:extLst>
          </p:cNvPr>
          <p:cNvGrpSpPr/>
          <p:nvPr userDrawn="1"/>
        </p:nvGrpSpPr>
        <p:grpSpPr>
          <a:xfrm>
            <a:off x="5483502" y="4480560"/>
            <a:ext cx="2804361" cy="2012317"/>
            <a:chOff x="2463555" y="2937655"/>
            <a:chExt cx="5525999" cy="3965274"/>
          </a:xfrm>
          <a:gradFill>
            <a:gsLst>
              <a:gs pos="0">
                <a:schemeClr val="bg1">
                  <a:alpha val="3000"/>
                </a:schemeClr>
              </a:gs>
              <a:gs pos="100000">
                <a:srgbClr val="4BA3C7">
                  <a:alpha val="14000"/>
                </a:srgbClr>
              </a:gs>
            </a:gsLst>
          </a:gradFill>
        </p:grpSpPr>
        <p:sp>
          <p:nvSpPr>
            <p:cNvPr id="37" name="Forma Livre: Forma 36">
              <a:extLst>
                <a:ext uri="{FF2B5EF4-FFF2-40B4-BE49-F238E27FC236}">
                  <a16:creationId xmlns:a16="http://schemas.microsoft.com/office/drawing/2014/main" id="{E112C766-A728-8457-D31F-3162319711E5}"/>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38" name="Forma Livre: Forma 37">
              <a:extLst>
                <a:ext uri="{FF2B5EF4-FFF2-40B4-BE49-F238E27FC236}">
                  <a16:creationId xmlns:a16="http://schemas.microsoft.com/office/drawing/2014/main" id="{37CE2F21-014B-E961-8F8A-8183B8B9898D}"/>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grpSp>
        <p:nvGrpSpPr>
          <p:cNvPr id="39" name="Agrupar 38">
            <a:extLst>
              <a:ext uri="{FF2B5EF4-FFF2-40B4-BE49-F238E27FC236}">
                <a16:creationId xmlns:a16="http://schemas.microsoft.com/office/drawing/2014/main" id="{941ECD50-A710-E5E7-4684-5653FD3303C2}"/>
              </a:ext>
            </a:extLst>
          </p:cNvPr>
          <p:cNvGrpSpPr/>
          <p:nvPr userDrawn="1"/>
        </p:nvGrpSpPr>
        <p:grpSpPr>
          <a:xfrm>
            <a:off x="2927560" y="365124"/>
            <a:ext cx="2804361" cy="2012317"/>
            <a:chOff x="2463555" y="2937655"/>
            <a:chExt cx="5525999" cy="3965274"/>
          </a:xfrm>
        </p:grpSpPr>
        <p:sp>
          <p:nvSpPr>
            <p:cNvPr id="40" name="Forma Livre: Forma 39">
              <a:extLst>
                <a:ext uri="{FF2B5EF4-FFF2-40B4-BE49-F238E27FC236}">
                  <a16:creationId xmlns:a16="http://schemas.microsoft.com/office/drawing/2014/main" id="{C3EE6132-A127-97F5-B324-C93AEFC9A8A0}"/>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1" name="Forma Livre: Forma 40">
              <a:extLst>
                <a:ext uri="{FF2B5EF4-FFF2-40B4-BE49-F238E27FC236}">
                  <a16:creationId xmlns:a16="http://schemas.microsoft.com/office/drawing/2014/main" id="{A26EB523-A67F-72BB-7711-F37EFDA1D98A}"/>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cxnSp>
        <p:nvCxnSpPr>
          <p:cNvPr id="42" name="Conector reto 41">
            <a:extLst>
              <a:ext uri="{FF2B5EF4-FFF2-40B4-BE49-F238E27FC236}">
                <a16:creationId xmlns:a16="http://schemas.microsoft.com/office/drawing/2014/main" id="{118498CF-A5BC-08CF-F54B-607584570A64}"/>
              </a:ext>
            </a:extLst>
          </p:cNvPr>
          <p:cNvCxnSpPr>
            <a:cxnSpLocks/>
          </p:cNvCxnSpPr>
          <p:nvPr userDrawn="1"/>
        </p:nvCxn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tângulo 42">
            <a:extLst>
              <a:ext uri="{FF2B5EF4-FFF2-40B4-BE49-F238E27FC236}">
                <a16:creationId xmlns:a16="http://schemas.microsoft.com/office/drawing/2014/main" id="{7CACF285-9527-458F-E910-F45BF1FE4CA0}"/>
              </a:ext>
            </a:extLst>
          </p:cNvPr>
          <p:cNvSpPr/>
          <p:nvPr userDrawn="1"/>
        </p:nvSpPr>
        <p:spPr>
          <a:xfrm>
            <a:off x="5912644" y="4473417"/>
            <a:ext cx="5914231" cy="78000"/>
          </a:xfrm>
          <a:prstGeom prst="rect">
            <a:avLst/>
          </a:prstGeom>
          <a:solidFill>
            <a:srgbClr val="CBBA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orma Livre: Forma 43">
            <a:extLst>
              <a:ext uri="{FF2B5EF4-FFF2-40B4-BE49-F238E27FC236}">
                <a16:creationId xmlns:a16="http://schemas.microsoft.com/office/drawing/2014/main" id="{432BE317-1EE9-54E1-EEB5-0B7B594E4182}"/>
              </a:ext>
            </a:extLst>
          </p:cNvPr>
          <p:cNvSpPr/>
          <p:nvPr userDrawn="1"/>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5" name="Agrupar 44">
            <a:extLst>
              <a:ext uri="{FF2B5EF4-FFF2-40B4-BE49-F238E27FC236}">
                <a16:creationId xmlns:a16="http://schemas.microsoft.com/office/drawing/2014/main" id="{963BC54B-CF6B-E20F-8BD4-B62CA044A84F}"/>
              </a:ext>
            </a:extLst>
          </p:cNvPr>
          <p:cNvGrpSpPr/>
          <p:nvPr userDrawn="1"/>
        </p:nvGrpSpPr>
        <p:grpSpPr>
          <a:xfrm>
            <a:off x="7564112" y="4531010"/>
            <a:ext cx="3129289" cy="2197390"/>
            <a:chOff x="-2397238" y="2937655"/>
            <a:chExt cx="10127824" cy="7111764"/>
          </a:xfrm>
          <a:gradFill>
            <a:gsLst>
              <a:gs pos="0">
                <a:schemeClr val="bg1">
                  <a:alpha val="3000"/>
                </a:schemeClr>
              </a:gs>
              <a:gs pos="100000">
                <a:srgbClr val="4BA3C7">
                  <a:alpha val="14000"/>
                </a:srgbClr>
              </a:gs>
            </a:gsLst>
          </a:gradFill>
        </p:grpSpPr>
        <p:sp>
          <p:nvSpPr>
            <p:cNvPr id="46" name="Forma Livre: Forma 45">
              <a:extLst>
                <a:ext uri="{FF2B5EF4-FFF2-40B4-BE49-F238E27FC236}">
                  <a16:creationId xmlns:a16="http://schemas.microsoft.com/office/drawing/2014/main" id="{5016AB37-40D4-075B-B8D8-13CEE1BD66FC}"/>
                </a:ext>
              </a:extLst>
            </p:cNvPr>
            <p:cNvSpPr/>
            <p:nvPr/>
          </p:nvSpPr>
          <p:spPr>
            <a:xfrm flipH="1">
              <a:off x="-1249453" y="2937655"/>
              <a:ext cx="8980039" cy="673066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7" name="Forma Livre: Forma 46">
              <a:extLst>
                <a:ext uri="{FF2B5EF4-FFF2-40B4-BE49-F238E27FC236}">
                  <a16:creationId xmlns:a16="http://schemas.microsoft.com/office/drawing/2014/main" id="{4D40EB62-BD0E-102C-3FB0-DF71C938A5F0}"/>
                </a:ext>
              </a:extLst>
            </p:cNvPr>
            <p:cNvSpPr/>
            <p:nvPr/>
          </p:nvSpPr>
          <p:spPr>
            <a:xfrm flipH="1">
              <a:off x="-2397238" y="3006681"/>
              <a:ext cx="9396419" cy="7042738"/>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sp>
        <p:nvSpPr>
          <p:cNvPr id="48" name="Forma Livre: Forma 47">
            <a:extLst>
              <a:ext uri="{FF2B5EF4-FFF2-40B4-BE49-F238E27FC236}">
                <a16:creationId xmlns:a16="http://schemas.microsoft.com/office/drawing/2014/main" id="{EA8299C6-A081-9D82-07AF-3DD67E5A307F}"/>
              </a:ext>
            </a:extLst>
          </p:cNvPr>
          <p:cNvSpPr/>
          <p:nvPr userDrawn="1"/>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sz="quarter"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lang="pt-B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sz="quarter"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lvl="0"/>
            <a:r>
              <a:rPr lang="pt-BR"/>
              <a:t>Clique para editar </a:t>
            </a:r>
            <a:br>
              <a:rPr lang="pt-BR"/>
            </a:br>
            <a:r>
              <a:rPr lang="pt-B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sz="quarter"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lvl="0"/>
            <a:r>
              <a:rPr lang="pt-BR"/>
              <a:t>Clique para editar </a:t>
            </a:r>
            <a:br>
              <a:rPr lang="pt-BR"/>
            </a:br>
            <a:r>
              <a:rPr lang="pt-BR"/>
              <a:t>os estilos de texto Mestres</a:t>
            </a:r>
          </a:p>
        </p:txBody>
      </p:sp>
      <p:sp>
        <p:nvSpPr>
          <p:cNvPr id="54" name="Retângulo 53">
            <a:extLst>
              <a:ext uri="{FF2B5EF4-FFF2-40B4-BE49-F238E27FC236}">
                <a16:creationId xmlns:a16="http://schemas.microsoft.com/office/drawing/2014/main" id="{80E344DB-15AA-C8B9-3FCC-A5F7361BFCD4}"/>
              </a:ext>
            </a:extLst>
          </p:cNvPr>
          <p:cNvSpPr/>
          <p:nvPr userDrawn="1"/>
        </p:nvSpPr>
        <p:spPr>
          <a:xfrm>
            <a:off x="739140" y="4473417"/>
            <a:ext cx="779827" cy="78000"/>
          </a:xfrm>
          <a:prstGeom prst="rect">
            <a:avLst/>
          </a:prstGeom>
          <a:solidFill>
            <a:srgbClr val="CBBA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Imagem 1" descr="Logotipo&#10;&#10;Descrição gerada automaticamente">
            <a:extLst>
              <a:ext uri="{FF2B5EF4-FFF2-40B4-BE49-F238E27FC236}">
                <a16:creationId xmlns:a16="http://schemas.microsoft.com/office/drawing/2014/main" id="{BCCE781B-AEF1-DBE2-04E6-55CABF8BFB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 y="668426"/>
            <a:ext cx="1461600" cy="666662"/>
          </a:xfrm>
          <a:prstGeom prst="rect">
            <a:avLst/>
          </a:prstGeom>
        </p:spPr>
      </p:pic>
    </p:spTree>
    <p:extLst>
      <p:ext uri="{BB962C8B-B14F-4D97-AF65-F5344CB8AC3E}">
        <p14:creationId xmlns:p14="http://schemas.microsoft.com/office/powerpoint/2010/main" val="2683186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1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p:nvPr userDrawn="1"/>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orma Livre: Forma 7">
            <a:extLst>
              <a:ext uri="{FF2B5EF4-FFF2-40B4-BE49-F238E27FC236}">
                <a16:creationId xmlns:a16="http://schemas.microsoft.com/office/drawing/2014/main" id="{E0898596-799D-DD65-4DE3-DA76EB1C53FB}"/>
              </a:ext>
            </a:extLst>
          </p:cNvPr>
          <p:cNvSpPr/>
          <p:nvPr userDrawn="1"/>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4E5886E6-71C6-094F-DA95-66CF57306627}"/>
              </a:ext>
            </a:extLst>
          </p:cNvPr>
          <p:cNvSpPr/>
          <p:nvPr userDrawn="1"/>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094218AF-5ED1-D3D9-7A78-DE2A97944136}"/>
              </a:ext>
            </a:extLst>
          </p:cNvPr>
          <p:cNvCxnSpPr/>
          <p:nvPr userDrawn="1"/>
        </p:nvCxn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F024C7AF-75F8-C273-05E2-CBFB7696D9A6}"/>
              </a:ext>
            </a:extLst>
          </p:cNvPr>
          <p:cNvCxnSpPr/>
          <p:nvPr userDrawn="1"/>
        </p:nvCxn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FFCC0137-2E7E-3D31-3254-67189500D8B7}"/>
              </a:ext>
            </a:extLst>
          </p:cNvPr>
          <p:cNvCxnSpPr>
            <a:cxnSpLocks/>
          </p:cNvCxnSpPr>
          <p:nvPr userDrawn="1"/>
        </p:nvCxn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EF544713-F8CD-C135-6C83-1C179528598A}"/>
              </a:ext>
            </a:extLst>
          </p:cNvPr>
          <p:cNvCxnSpPr/>
          <p:nvPr userDrawn="1"/>
        </p:nvCxn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4B84D9B0-7004-F8DD-7F2D-5CCFD6BE6B39}"/>
              </a:ext>
            </a:extLst>
          </p:cNvPr>
          <p:cNvCxnSpPr/>
          <p:nvPr userDrawn="1"/>
        </p:nvCxn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82F480A5-01B1-3A3F-0B76-7546250904E4}"/>
              </a:ext>
            </a:extLst>
          </p:cNvPr>
          <p:cNvGrpSpPr/>
          <p:nvPr userDrawn="1"/>
        </p:nvGrpSpPr>
        <p:grpSpPr>
          <a:xfrm>
            <a:off x="5483502" y="4480560"/>
            <a:ext cx="2804361" cy="2012317"/>
            <a:chOff x="2463555" y="2937655"/>
            <a:chExt cx="5525999" cy="3965274"/>
          </a:xfrm>
          <a:gradFill>
            <a:gsLst>
              <a:gs pos="0">
                <a:schemeClr val="bg1">
                  <a:alpha val="3000"/>
                </a:schemeClr>
              </a:gs>
              <a:gs pos="100000">
                <a:srgbClr val="5072A9">
                  <a:alpha val="25000"/>
                </a:srgbClr>
              </a:gs>
            </a:gsLst>
          </a:gradFill>
        </p:grpSpPr>
        <p:sp>
          <p:nvSpPr>
            <p:cNvPr id="37" name="Forma Livre: Forma 36">
              <a:extLst>
                <a:ext uri="{FF2B5EF4-FFF2-40B4-BE49-F238E27FC236}">
                  <a16:creationId xmlns:a16="http://schemas.microsoft.com/office/drawing/2014/main" id="{E112C766-A728-8457-D31F-3162319711E5}"/>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38" name="Forma Livre: Forma 37">
              <a:extLst>
                <a:ext uri="{FF2B5EF4-FFF2-40B4-BE49-F238E27FC236}">
                  <a16:creationId xmlns:a16="http://schemas.microsoft.com/office/drawing/2014/main" id="{37CE2F21-014B-E961-8F8A-8183B8B9898D}"/>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grpSp>
        <p:nvGrpSpPr>
          <p:cNvPr id="39" name="Agrupar 38">
            <a:extLst>
              <a:ext uri="{FF2B5EF4-FFF2-40B4-BE49-F238E27FC236}">
                <a16:creationId xmlns:a16="http://schemas.microsoft.com/office/drawing/2014/main" id="{941ECD50-A710-E5E7-4684-5653FD3303C2}"/>
              </a:ext>
            </a:extLst>
          </p:cNvPr>
          <p:cNvGrpSpPr/>
          <p:nvPr userDrawn="1"/>
        </p:nvGrpSpPr>
        <p:grpSpPr>
          <a:xfrm>
            <a:off x="2927560" y="365124"/>
            <a:ext cx="2804361" cy="2012317"/>
            <a:chOff x="2463555" y="2937655"/>
            <a:chExt cx="5525999" cy="3965274"/>
          </a:xfrm>
        </p:grpSpPr>
        <p:sp>
          <p:nvSpPr>
            <p:cNvPr id="40" name="Forma Livre: Forma 39">
              <a:extLst>
                <a:ext uri="{FF2B5EF4-FFF2-40B4-BE49-F238E27FC236}">
                  <a16:creationId xmlns:a16="http://schemas.microsoft.com/office/drawing/2014/main" id="{C3EE6132-A127-97F5-B324-C93AEFC9A8A0}"/>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5072A9">
                    <a:alpha val="23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1" name="Forma Livre: Forma 40">
              <a:extLst>
                <a:ext uri="{FF2B5EF4-FFF2-40B4-BE49-F238E27FC236}">
                  <a16:creationId xmlns:a16="http://schemas.microsoft.com/office/drawing/2014/main" id="{A26EB523-A67F-72BB-7711-F37EFDA1D98A}"/>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flip="none" rotWithShape="1">
              <a:gsLst>
                <a:gs pos="100000">
                  <a:schemeClr val="bg1">
                    <a:alpha val="3000"/>
                  </a:schemeClr>
                </a:gs>
                <a:gs pos="0">
                  <a:srgbClr val="5072A9">
                    <a:alpha val="23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cxnSp>
        <p:nvCxnSpPr>
          <p:cNvPr id="42" name="Conector reto 41">
            <a:extLst>
              <a:ext uri="{FF2B5EF4-FFF2-40B4-BE49-F238E27FC236}">
                <a16:creationId xmlns:a16="http://schemas.microsoft.com/office/drawing/2014/main" id="{118498CF-A5BC-08CF-F54B-607584570A64}"/>
              </a:ext>
            </a:extLst>
          </p:cNvPr>
          <p:cNvCxnSpPr>
            <a:cxnSpLocks/>
          </p:cNvCxnSpPr>
          <p:nvPr userDrawn="1"/>
        </p:nvCxn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tângulo 42">
            <a:extLst>
              <a:ext uri="{FF2B5EF4-FFF2-40B4-BE49-F238E27FC236}">
                <a16:creationId xmlns:a16="http://schemas.microsoft.com/office/drawing/2014/main" id="{7CACF285-9527-458F-E910-F45BF1FE4CA0}"/>
              </a:ext>
            </a:extLst>
          </p:cNvPr>
          <p:cNvSpPr/>
          <p:nvPr userDrawn="1"/>
        </p:nvSpPr>
        <p:spPr>
          <a:xfrm>
            <a:off x="5912644" y="4473417"/>
            <a:ext cx="5914231" cy="78000"/>
          </a:xfrm>
          <a:prstGeom prst="rect">
            <a:avLst/>
          </a:prstGeom>
          <a:solidFill>
            <a:srgbClr val="5072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orma Livre: Forma 43">
            <a:extLst>
              <a:ext uri="{FF2B5EF4-FFF2-40B4-BE49-F238E27FC236}">
                <a16:creationId xmlns:a16="http://schemas.microsoft.com/office/drawing/2014/main" id="{432BE317-1EE9-54E1-EEB5-0B7B594E4182}"/>
              </a:ext>
            </a:extLst>
          </p:cNvPr>
          <p:cNvSpPr/>
          <p:nvPr userDrawn="1"/>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5" name="Agrupar 44">
            <a:extLst>
              <a:ext uri="{FF2B5EF4-FFF2-40B4-BE49-F238E27FC236}">
                <a16:creationId xmlns:a16="http://schemas.microsoft.com/office/drawing/2014/main" id="{963BC54B-CF6B-E20F-8BD4-B62CA044A84F}"/>
              </a:ext>
            </a:extLst>
          </p:cNvPr>
          <p:cNvGrpSpPr/>
          <p:nvPr userDrawn="1"/>
        </p:nvGrpSpPr>
        <p:grpSpPr>
          <a:xfrm>
            <a:off x="7564112" y="4531010"/>
            <a:ext cx="3129289" cy="2197390"/>
            <a:chOff x="-2397238" y="2937655"/>
            <a:chExt cx="10127824" cy="7111764"/>
          </a:xfrm>
          <a:gradFill>
            <a:gsLst>
              <a:gs pos="0">
                <a:schemeClr val="bg1">
                  <a:alpha val="3000"/>
                </a:schemeClr>
              </a:gs>
              <a:gs pos="100000">
                <a:srgbClr val="5072A9">
                  <a:alpha val="19000"/>
                </a:srgbClr>
              </a:gs>
            </a:gsLst>
          </a:gradFill>
        </p:grpSpPr>
        <p:sp>
          <p:nvSpPr>
            <p:cNvPr id="46" name="Forma Livre: Forma 45">
              <a:extLst>
                <a:ext uri="{FF2B5EF4-FFF2-40B4-BE49-F238E27FC236}">
                  <a16:creationId xmlns:a16="http://schemas.microsoft.com/office/drawing/2014/main" id="{5016AB37-40D4-075B-B8D8-13CEE1BD66FC}"/>
                </a:ext>
              </a:extLst>
            </p:cNvPr>
            <p:cNvSpPr/>
            <p:nvPr/>
          </p:nvSpPr>
          <p:spPr>
            <a:xfrm flipH="1">
              <a:off x="-1249453" y="2937655"/>
              <a:ext cx="8980039" cy="673066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7" name="Forma Livre: Forma 46">
              <a:extLst>
                <a:ext uri="{FF2B5EF4-FFF2-40B4-BE49-F238E27FC236}">
                  <a16:creationId xmlns:a16="http://schemas.microsoft.com/office/drawing/2014/main" id="{4D40EB62-BD0E-102C-3FB0-DF71C938A5F0}"/>
                </a:ext>
              </a:extLst>
            </p:cNvPr>
            <p:cNvSpPr/>
            <p:nvPr/>
          </p:nvSpPr>
          <p:spPr>
            <a:xfrm flipH="1">
              <a:off x="-2397238" y="3006681"/>
              <a:ext cx="9396419" cy="7042738"/>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sp>
        <p:nvSpPr>
          <p:cNvPr id="48" name="Forma Livre: Forma 47">
            <a:extLst>
              <a:ext uri="{FF2B5EF4-FFF2-40B4-BE49-F238E27FC236}">
                <a16:creationId xmlns:a16="http://schemas.microsoft.com/office/drawing/2014/main" id="{EA8299C6-A081-9D82-07AF-3DD67E5A307F}"/>
              </a:ext>
            </a:extLst>
          </p:cNvPr>
          <p:cNvSpPr/>
          <p:nvPr userDrawn="1"/>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sz="quarter"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lang="pt-B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sz="quarter"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lvl="0"/>
            <a:r>
              <a:rPr lang="pt-BR"/>
              <a:t>Clique para editar </a:t>
            </a:r>
            <a:br>
              <a:rPr lang="pt-BR"/>
            </a:br>
            <a:r>
              <a:rPr lang="pt-B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sz="quarter"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lvl="0"/>
            <a:r>
              <a:rPr lang="pt-BR"/>
              <a:t>Clique para editar </a:t>
            </a:r>
            <a:br>
              <a:rPr lang="pt-BR"/>
            </a:br>
            <a:r>
              <a:rPr lang="pt-BR"/>
              <a:t>os estilos de texto Mestres</a:t>
            </a:r>
          </a:p>
        </p:txBody>
      </p:sp>
      <p:sp>
        <p:nvSpPr>
          <p:cNvPr id="54" name="Retângulo 53">
            <a:extLst>
              <a:ext uri="{FF2B5EF4-FFF2-40B4-BE49-F238E27FC236}">
                <a16:creationId xmlns:a16="http://schemas.microsoft.com/office/drawing/2014/main" id="{80E344DB-15AA-C8B9-3FCC-A5F7361BFCD4}"/>
              </a:ext>
            </a:extLst>
          </p:cNvPr>
          <p:cNvSpPr/>
          <p:nvPr userDrawn="1"/>
        </p:nvSpPr>
        <p:spPr>
          <a:xfrm>
            <a:off x="739140" y="4473417"/>
            <a:ext cx="779827" cy="78000"/>
          </a:xfrm>
          <a:prstGeom prst="rect">
            <a:avLst/>
          </a:prstGeom>
          <a:solidFill>
            <a:srgbClr val="5072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Imagem 1" descr="Logotipo&#10;&#10;Descrição gerada automaticamente">
            <a:extLst>
              <a:ext uri="{FF2B5EF4-FFF2-40B4-BE49-F238E27FC236}">
                <a16:creationId xmlns:a16="http://schemas.microsoft.com/office/drawing/2014/main" id="{E1E9923F-D58D-C1E4-4E66-1FBCE9D038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 y="668426"/>
            <a:ext cx="1461600" cy="666662"/>
          </a:xfrm>
          <a:prstGeom prst="rect">
            <a:avLst/>
          </a:prstGeom>
        </p:spPr>
      </p:pic>
    </p:spTree>
    <p:extLst>
      <p:ext uri="{BB962C8B-B14F-4D97-AF65-F5344CB8AC3E}">
        <p14:creationId xmlns:p14="http://schemas.microsoft.com/office/powerpoint/2010/main" val="1396978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5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p:nvPr userDrawn="1"/>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orma Livre: Forma 7">
            <a:extLst>
              <a:ext uri="{FF2B5EF4-FFF2-40B4-BE49-F238E27FC236}">
                <a16:creationId xmlns:a16="http://schemas.microsoft.com/office/drawing/2014/main" id="{E0898596-799D-DD65-4DE3-DA76EB1C53FB}"/>
              </a:ext>
            </a:extLst>
          </p:cNvPr>
          <p:cNvSpPr/>
          <p:nvPr userDrawn="1"/>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4E5886E6-71C6-094F-DA95-66CF57306627}"/>
              </a:ext>
            </a:extLst>
          </p:cNvPr>
          <p:cNvSpPr/>
          <p:nvPr userDrawn="1"/>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094218AF-5ED1-D3D9-7A78-DE2A97944136}"/>
              </a:ext>
            </a:extLst>
          </p:cNvPr>
          <p:cNvCxnSpPr/>
          <p:nvPr userDrawn="1"/>
        </p:nvCxn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F024C7AF-75F8-C273-05E2-CBFB7696D9A6}"/>
              </a:ext>
            </a:extLst>
          </p:cNvPr>
          <p:cNvCxnSpPr/>
          <p:nvPr userDrawn="1"/>
        </p:nvCxn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FFCC0137-2E7E-3D31-3254-67189500D8B7}"/>
              </a:ext>
            </a:extLst>
          </p:cNvPr>
          <p:cNvCxnSpPr>
            <a:cxnSpLocks/>
          </p:cNvCxnSpPr>
          <p:nvPr userDrawn="1"/>
        </p:nvCxn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EF544713-F8CD-C135-6C83-1C179528598A}"/>
              </a:ext>
            </a:extLst>
          </p:cNvPr>
          <p:cNvCxnSpPr/>
          <p:nvPr userDrawn="1"/>
        </p:nvCxn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4B84D9B0-7004-F8DD-7F2D-5CCFD6BE6B39}"/>
              </a:ext>
            </a:extLst>
          </p:cNvPr>
          <p:cNvCxnSpPr/>
          <p:nvPr userDrawn="1"/>
        </p:nvCxn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82F480A5-01B1-3A3F-0B76-7546250904E4}"/>
              </a:ext>
            </a:extLst>
          </p:cNvPr>
          <p:cNvGrpSpPr/>
          <p:nvPr userDrawn="1"/>
        </p:nvGrpSpPr>
        <p:grpSpPr>
          <a:xfrm>
            <a:off x="5483502" y="4480560"/>
            <a:ext cx="2804361" cy="2012317"/>
            <a:chOff x="2463555" y="2937655"/>
            <a:chExt cx="5525999" cy="3965274"/>
          </a:xfrm>
        </p:grpSpPr>
        <p:sp>
          <p:nvSpPr>
            <p:cNvPr id="37" name="Forma Livre: Forma 36">
              <a:extLst>
                <a:ext uri="{FF2B5EF4-FFF2-40B4-BE49-F238E27FC236}">
                  <a16:creationId xmlns:a16="http://schemas.microsoft.com/office/drawing/2014/main" id="{E112C766-A728-8457-D31F-3162319711E5}"/>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38" name="Forma Livre: Forma 37">
              <a:extLst>
                <a:ext uri="{FF2B5EF4-FFF2-40B4-BE49-F238E27FC236}">
                  <a16:creationId xmlns:a16="http://schemas.microsoft.com/office/drawing/2014/main" id="{37CE2F21-014B-E961-8F8A-8183B8B9898D}"/>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grpSp>
      <p:grpSp>
        <p:nvGrpSpPr>
          <p:cNvPr id="39" name="Agrupar 38">
            <a:extLst>
              <a:ext uri="{FF2B5EF4-FFF2-40B4-BE49-F238E27FC236}">
                <a16:creationId xmlns:a16="http://schemas.microsoft.com/office/drawing/2014/main" id="{941ECD50-A710-E5E7-4684-5653FD3303C2}"/>
              </a:ext>
            </a:extLst>
          </p:cNvPr>
          <p:cNvGrpSpPr/>
          <p:nvPr userDrawn="1"/>
        </p:nvGrpSpPr>
        <p:grpSpPr>
          <a:xfrm>
            <a:off x="2927560" y="365124"/>
            <a:ext cx="2804361" cy="2012317"/>
            <a:chOff x="2463555" y="2937655"/>
            <a:chExt cx="5525999" cy="3965274"/>
          </a:xfrm>
        </p:grpSpPr>
        <p:sp>
          <p:nvSpPr>
            <p:cNvPr id="40" name="Forma Livre: Forma 39">
              <a:extLst>
                <a:ext uri="{FF2B5EF4-FFF2-40B4-BE49-F238E27FC236}">
                  <a16:creationId xmlns:a16="http://schemas.microsoft.com/office/drawing/2014/main" id="{C3EE6132-A127-97F5-B324-C93AEFC9A8A0}"/>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41" name="Forma Livre: Forma 40">
              <a:extLst>
                <a:ext uri="{FF2B5EF4-FFF2-40B4-BE49-F238E27FC236}">
                  <a16:creationId xmlns:a16="http://schemas.microsoft.com/office/drawing/2014/main" id="{A26EB523-A67F-72BB-7711-F37EFDA1D98A}"/>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grpSp>
      <p:cxnSp>
        <p:nvCxnSpPr>
          <p:cNvPr id="42" name="Conector reto 41">
            <a:extLst>
              <a:ext uri="{FF2B5EF4-FFF2-40B4-BE49-F238E27FC236}">
                <a16:creationId xmlns:a16="http://schemas.microsoft.com/office/drawing/2014/main" id="{118498CF-A5BC-08CF-F54B-607584570A64}"/>
              </a:ext>
            </a:extLst>
          </p:cNvPr>
          <p:cNvCxnSpPr>
            <a:cxnSpLocks/>
          </p:cNvCxnSpPr>
          <p:nvPr userDrawn="1"/>
        </p:nvCxn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tângulo 42">
            <a:extLst>
              <a:ext uri="{FF2B5EF4-FFF2-40B4-BE49-F238E27FC236}">
                <a16:creationId xmlns:a16="http://schemas.microsoft.com/office/drawing/2014/main" id="{7CACF285-9527-458F-E910-F45BF1FE4CA0}"/>
              </a:ext>
            </a:extLst>
          </p:cNvPr>
          <p:cNvSpPr/>
          <p:nvPr userDrawn="1"/>
        </p:nvSpPr>
        <p:spPr>
          <a:xfrm>
            <a:off x="5912644" y="4473417"/>
            <a:ext cx="5914231" cy="78000"/>
          </a:xfrm>
          <a:prstGeom prst="rect">
            <a:avLst/>
          </a:prstGeom>
          <a:solidFill>
            <a:srgbClr val="BA6B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orma Livre: Forma 43">
            <a:extLst>
              <a:ext uri="{FF2B5EF4-FFF2-40B4-BE49-F238E27FC236}">
                <a16:creationId xmlns:a16="http://schemas.microsoft.com/office/drawing/2014/main" id="{432BE317-1EE9-54E1-EEB5-0B7B594E4182}"/>
              </a:ext>
            </a:extLst>
          </p:cNvPr>
          <p:cNvSpPr/>
          <p:nvPr userDrawn="1"/>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Forma Livre: Forma 47">
            <a:extLst>
              <a:ext uri="{FF2B5EF4-FFF2-40B4-BE49-F238E27FC236}">
                <a16:creationId xmlns:a16="http://schemas.microsoft.com/office/drawing/2014/main" id="{EA8299C6-A081-9D82-07AF-3DD67E5A307F}"/>
              </a:ext>
            </a:extLst>
          </p:cNvPr>
          <p:cNvSpPr/>
          <p:nvPr userDrawn="1"/>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sz="quarter"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lang="pt-BR"/>
          </a:p>
        </p:txBody>
      </p:sp>
      <p:sp>
        <p:nvSpPr>
          <p:cNvPr id="54" name="Retângulo 53">
            <a:extLst>
              <a:ext uri="{FF2B5EF4-FFF2-40B4-BE49-F238E27FC236}">
                <a16:creationId xmlns:a16="http://schemas.microsoft.com/office/drawing/2014/main" id="{80E344DB-15AA-C8B9-3FCC-A5F7361BFCD4}"/>
              </a:ext>
            </a:extLst>
          </p:cNvPr>
          <p:cNvSpPr/>
          <p:nvPr userDrawn="1"/>
        </p:nvSpPr>
        <p:spPr>
          <a:xfrm>
            <a:off x="739140" y="4473417"/>
            <a:ext cx="779827" cy="78000"/>
          </a:xfrm>
          <a:prstGeom prst="rect">
            <a:avLst/>
          </a:prstGeom>
          <a:solidFill>
            <a:srgbClr val="BA6B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 name="Agrupar 1">
            <a:extLst>
              <a:ext uri="{FF2B5EF4-FFF2-40B4-BE49-F238E27FC236}">
                <a16:creationId xmlns:a16="http://schemas.microsoft.com/office/drawing/2014/main" id="{D00EE7B4-9C2A-A573-9838-CDC16C8A6DCB}"/>
              </a:ext>
            </a:extLst>
          </p:cNvPr>
          <p:cNvGrpSpPr/>
          <p:nvPr userDrawn="1"/>
        </p:nvGrpSpPr>
        <p:grpSpPr>
          <a:xfrm>
            <a:off x="7564112" y="4531010"/>
            <a:ext cx="3129289" cy="2197390"/>
            <a:chOff x="-2397238" y="2937655"/>
            <a:chExt cx="10127824" cy="7111764"/>
          </a:xfrm>
          <a:gradFill>
            <a:gsLst>
              <a:gs pos="0">
                <a:schemeClr val="bg1">
                  <a:alpha val="3000"/>
                </a:schemeClr>
              </a:gs>
              <a:gs pos="100000">
                <a:srgbClr val="4BA3C7">
                  <a:alpha val="14000"/>
                </a:srgbClr>
              </a:gs>
            </a:gsLst>
          </a:gradFill>
        </p:grpSpPr>
        <p:sp>
          <p:nvSpPr>
            <p:cNvPr id="3" name="Forma Livre: Forma 2">
              <a:extLst>
                <a:ext uri="{FF2B5EF4-FFF2-40B4-BE49-F238E27FC236}">
                  <a16:creationId xmlns:a16="http://schemas.microsoft.com/office/drawing/2014/main" id="{8BCD414F-6375-0B5F-B17C-500E9221FD48}"/>
                </a:ext>
              </a:extLst>
            </p:cNvPr>
            <p:cNvSpPr/>
            <p:nvPr/>
          </p:nvSpPr>
          <p:spPr>
            <a:xfrm flipH="1">
              <a:off x="-1249453" y="2937655"/>
              <a:ext cx="8980039" cy="673066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 name="Forma Livre: Forma 3">
              <a:extLst>
                <a:ext uri="{FF2B5EF4-FFF2-40B4-BE49-F238E27FC236}">
                  <a16:creationId xmlns:a16="http://schemas.microsoft.com/office/drawing/2014/main" id="{5FA56CA4-24C3-E4D0-8F9F-37F01079150A}"/>
                </a:ext>
              </a:extLst>
            </p:cNvPr>
            <p:cNvSpPr/>
            <p:nvPr/>
          </p:nvSpPr>
          <p:spPr>
            <a:xfrm flipH="1">
              <a:off x="-2397238" y="3006681"/>
              <a:ext cx="9396419" cy="7042738"/>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sp>
        <p:nvSpPr>
          <p:cNvPr id="5" name="Espaço Reservado para Texto 29">
            <a:extLst>
              <a:ext uri="{FF2B5EF4-FFF2-40B4-BE49-F238E27FC236}">
                <a16:creationId xmlns:a16="http://schemas.microsoft.com/office/drawing/2014/main" id="{ED1DDD42-C875-A2C5-1CFE-6AEFFC332C88}"/>
              </a:ext>
            </a:extLst>
          </p:cNvPr>
          <p:cNvSpPr>
            <a:spLocks noGrp="1"/>
          </p:cNvSpPr>
          <p:nvPr>
            <p:ph type="body" sz="quarter"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lvl="0"/>
            <a:r>
              <a:rPr lang="pt-BR"/>
              <a:t>Clique para editar </a:t>
            </a:r>
            <a:br>
              <a:rPr lang="pt-BR"/>
            </a:br>
            <a:r>
              <a:rPr lang="pt-BR"/>
              <a:t>os estilos de texto Mestres</a:t>
            </a:r>
          </a:p>
        </p:txBody>
      </p:sp>
      <p:sp>
        <p:nvSpPr>
          <p:cNvPr id="7" name="Espaço Reservado para Texto 29">
            <a:extLst>
              <a:ext uri="{FF2B5EF4-FFF2-40B4-BE49-F238E27FC236}">
                <a16:creationId xmlns:a16="http://schemas.microsoft.com/office/drawing/2014/main" id="{B3BB94B8-4F5B-AE7F-1FCD-C791199FF48E}"/>
              </a:ext>
            </a:extLst>
          </p:cNvPr>
          <p:cNvSpPr>
            <a:spLocks noGrp="1"/>
          </p:cNvSpPr>
          <p:nvPr>
            <p:ph type="body" sz="quarter"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lvl="0"/>
            <a:r>
              <a:rPr lang="pt-BR"/>
              <a:t>Clique para editar </a:t>
            </a:r>
            <a:br>
              <a:rPr lang="pt-BR"/>
            </a:br>
            <a:r>
              <a:rPr lang="pt-BR"/>
              <a:t>os estilos de texto Mestres</a:t>
            </a:r>
          </a:p>
        </p:txBody>
      </p:sp>
      <p:pic>
        <p:nvPicPr>
          <p:cNvPr id="13" name="Imagem 12" descr="Logotipo&#10;&#10;Descrição gerada automaticamente">
            <a:extLst>
              <a:ext uri="{FF2B5EF4-FFF2-40B4-BE49-F238E27FC236}">
                <a16:creationId xmlns:a16="http://schemas.microsoft.com/office/drawing/2014/main" id="{0B068303-FDD3-4C87-9E8D-DA22CD8C25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 y="668426"/>
            <a:ext cx="1461600" cy="666662"/>
          </a:xfrm>
          <a:prstGeom prst="rect">
            <a:avLst/>
          </a:prstGeom>
        </p:spPr>
      </p:pic>
    </p:spTree>
    <p:extLst>
      <p:ext uri="{BB962C8B-B14F-4D97-AF65-F5344CB8AC3E}">
        <p14:creationId xmlns:p14="http://schemas.microsoft.com/office/powerpoint/2010/main" val="41942489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3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p:nvPr userDrawn="1"/>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orma Livre: Forma 7">
            <a:extLst>
              <a:ext uri="{FF2B5EF4-FFF2-40B4-BE49-F238E27FC236}">
                <a16:creationId xmlns:a16="http://schemas.microsoft.com/office/drawing/2014/main" id="{E0898596-799D-DD65-4DE3-DA76EB1C53FB}"/>
              </a:ext>
            </a:extLst>
          </p:cNvPr>
          <p:cNvSpPr/>
          <p:nvPr userDrawn="1"/>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orma Livre: Forma 8">
            <a:extLst>
              <a:ext uri="{FF2B5EF4-FFF2-40B4-BE49-F238E27FC236}">
                <a16:creationId xmlns:a16="http://schemas.microsoft.com/office/drawing/2014/main" id="{4E5886E6-71C6-094F-DA95-66CF57306627}"/>
              </a:ext>
            </a:extLst>
          </p:cNvPr>
          <p:cNvSpPr/>
          <p:nvPr userDrawn="1"/>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094218AF-5ED1-D3D9-7A78-DE2A97944136}"/>
              </a:ext>
            </a:extLst>
          </p:cNvPr>
          <p:cNvCxnSpPr/>
          <p:nvPr userDrawn="1"/>
        </p:nvCxn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ector reto 10">
            <a:extLst>
              <a:ext uri="{FF2B5EF4-FFF2-40B4-BE49-F238E27FC236}">
                <a16:creationId xmlns:a16="http://schemas.microsoft.com/office/drawing/2014/main" id="{F024C7AF-75F8-C273-05E2-CBFB7696D9A6}"/>
              </a:ext>
            </a:extLst>
          </p:cNvPr>
          <p:cNvCxnSpPr/>
          <p:nvPr userDrawn="1"/>
        </p:nvCxn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FFCC0137-2E7E-3D31-3254-67189500D8B7}"/>
              </a:ext>
            </a:extLst>
          </p:cNvPr>
          <p:cNvCxnSpPr>
            <a:cxnSpLocks/>
          </p:cNvCxnSpPr>
          <p:nvPr userDrawn="1"/>
        </p:nvCxn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EF544713-F8CD-C135-6C83-1C179528598A}"/>
              </a:ext>
            </a:extLst>
          </p:cNvPr>
          <p:cNvCxnSpPr/>
          <p:nvPr userDrawn="1"/>
        </p:nvCxn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4B84D9B0-7004-F8DD-7F2D-5CCFD6BE6B39}"/>
              </a:ext>
            </a:extLst>
          </p:cNvPr>
          <p:cNvCxnSpPr/>
          <p:nvPr userDrawn="1"/>
        </p:nvCxn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82F480A5-01B1-3A3F-0B76-7546250904E4}"/>
              </a:ext>
            </a:extLst>
          </p:cNvPr>
          <p:cNvGrpSpPr/>
          <p:nvPr userDrawn="1"/>
        </p:nvGrpSpPr>
        <p:grpSpPr>
          <a:xfrm>
            <a:off x="5483502" y="4480560"/>
            <a:ext cx="2804361" cy="2012317"/>
            <a:chOff x="2463555" y="2937655"/>
            <a:chExt cx="5525999" cy="3965274"/>
          </a:xfrm>
        </p:grpSpPr>
        <p:sp>
          <p:nvSpPr>
            <p:cNvPr id="37" name="Forma Livre: Forma 36">
              <a:extLst>
                <a:ext uri="{FF2B5EF4-FFF2-40B4-BE49-F238E27FC236}">
                  <a16:creationId xmlns:a16="http://schemas.microsoft.com/office/drawing/2014/main" id="{E112C766-A728-8457-D31F-3162319711E5}"/>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38" name="Forma Livre: Forma 37">
              <a:extLst>
                <a:ext uri="{FF2B5EF4-FFF2-40B4-BE49-F238E27FC236}">
                  <a16:creationId xmlns:a16="http://schemas.microsoft.com/office/drawing/2014/main" id="{37CE2F21-014B-E961-8F8A-8183B8B9898D}"/>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grpSp>
        <p:nvGrpSpPr>
          <p:cNvPr id="39" name="Agrupar 38">
            <a:extLst>
              <a:ext uri="{FF2B5EF4-FFF2-40B4-BE49-F238E27FC236}">
                <a16:creationId xmlns:a16="http://schemas.microsoft.com/office/drawing/2014/main" id="{941ECD50-A710-E5E7-4684-5653FD3303C2}"/>
              </a:ext>
            </a:extLst>
          </p:cNvPr>
          <p:cNvGrpSpPr/>
          <p:nvPr userDrawn="1"/>
        </p:nvGrpSpPr>
        <p:grpSpPr>
          <a:xfrm>
            <a:off x="2927560" y="365124"/>
            <a:ext cx="2804361" cy="2012317"/>
            <a:chOff x="2463555" y="2937655"/>
            <a:chExt cx="5525999" cy="3965274"/>
          </a:xfrm>
        </p:grpSpPr>
        <p:sp>
          <p:nvSpPr>
            <p:cNvPr id="40" name="Forma Livre: Forma 39">
              <a:extLst>
                <a:ext uri="{FF2B5EF4-FFF2-40B4-BE49-F238E27FC236}">
                  <a16:creationId xmlns:a16="http://schemas.microsoft.com/office/drawing/2014/main" id="{C3EE6132-A127-97F5-B324-C93AEFC9A8A0}"/>
                </a:ext>
              </a:extLst>
            </p:cNvPr>
            <p:cNvSpPr/>
            <p:nvPr/>
          </p:nvSpPr>
          <p:spPr>
            <a:xfrm flipH="1">
              <a:off x="2463555" y="2937655"/>
              <a:ext cx="5267034" cy="394771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41" name="Forma Livre: Forma 40">
              <a:extLst>
                <a:ext uri="{FF2B5EF4-FFF2-40B4-BE49-F238E27FC236}">
                  <a16:creationId xmlns:a16="http://schemas.microsoft.com/office/drawing/2014/main" id="{A26EB523-A67F-72BB-7711-F37EFDA1D98A}"/>
                </a:ext>
              </a:extLst>
            </p:cNvPr>
            <p:cNvSpPr/>
            <p:nvPr/>
          </p:nvSpPr>
          <p:spPr>
            <a:xfrm flipH="1">
              <a:off x="3317001" y="3400788"/>
              <a:ext cx="4672553" cy="350214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cxnSp>
        <p:nvCxnSpPr>
          <p:cNvPr id="42" name="Conector reto 41">
            <a:extLst>
              <a:ext uri="{FF2B5EF4-FFF2-40B4-BE49-F238E27FC236}">
                <a16:creationId xmlns:a16="http://schemas.microsoft.com/office/drawing/2014/main" id="{118498CF-A5BC-08CF-F54B-607584570A64}"/>
              </a:ext>
            </a:extLst>
          </p:cNvPr>
          <p:cNvCxnSpPr>
            <a:cxnSpLocks/>
          </p:cNvCxnSpPr>
          <p:nvPr userDrawn="1"/>
        </p:nvCxn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tângulo 42">
            <a:extLst>
              <a:ext uri="{FF2B5EF4-FFF2-40B4-BE49-F238E27FC236}">
                <a16:creationId xmlns:a16="http://schemas.microsoft.com/office/drawing/2014/main" id="{7CACF285-9527-458F-E910-F45BF1FE4CA0}"/>
              </a:ext>
            </a:extLst>
          </p:cNvPr>
          <p:cNvSpPr/>
          <p:nvPr userDrawn="1"/>
        </p:nvSpPr>
        <p:spPr>
          <a:xfrm>
            <a:off x="5912644" y="4473417"/>
            <a:ext cx="5914231" cy="78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orma Livre: Forma 43">
            <a:extLst>
              <a:ext uri="{FF2B5EF4-FFF2-40B4-BE49-F238E27FC236}">
                <a16:creationId xmlns:a16="http://schemas.microsoft.com/office/drawing/2014/main" id="{432BE317-1EE9-54E1-EEB5-0B7B594E4182}"/>
              </a:ext>
            </a:extLst>
          </p:cNvPr>
          <p:cNvSpPr/>
          <p:nvPr userDrawn="1"/>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Forma Livre: Forma 47">
            <a:extLst>
              <a:ext uri="{FF2B5EF4-FFF2-40B4-BE49-F238E27FC236}">
                <a16:creationId xmlns:a16="http://schemas.microsoft.com/office/drawing/2014/main" id="{EA8299C6-A081-9D82-07AF-3DD67E5A307F}"/>
              </a:ext>
            </a:extLst>
          </p:cNvPr>
          <p:cNvSpPr/>
          <p:nvPr userDrawn="1"/>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cxn ang="0">
                <a:pos x="connsiteX0" y="connsiteY0"/>
              </a:cxn>
              <a:cxn ang="0">
                <a:pos x="connsiteX1" y="connsiteY1"/>
              </a:cxn>
              <a:cxn ang="0">
                <a:pos x="connsiteX2" y="connsiteY2"/>
              </a:cxn>
              <a:cxn ang="0">
                <a:pos x="connsiteX3" y="connsiteY3"/>
              </a:cxn>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sz="quarter"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lang="pt-BR"/>
          </a:p>
        </p:txBody>
      </p:sp>
      <p:sp>
        <p:nvSpPr>
          <p:cNvPr id="54" name="Retângulo 53">
            <a:extLst>
              <a:ext uri="{FF2B5EF4-FFF2-40B4-BE49-F238E27FC236}">
                <a16:creationId xmlns:a16="http://schemas.microsoft.com/office/drawing/2014/main" id="{80E344DB-15AA-C8B9-3FCC-A5F7361BFCD4}"/>
              </a:ext>
            </a:extLst>
          </p:cNvPr>
          <p:cNvSpPr/>
          <p:nvPr userDrawn="1"/>
        </p:nvSpPr>
        <p:spPr>
          <a:xfrm>
            <a:off x="739140" y="4473417"/>
            <a:ext cx="779827" cy="78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 name="Agrupar 1">
            <a:extLst>
              <a:ext uri="{FF2B5EF4-FFF2-40B4-BE49-F238E27FC236}">
                <a16:creationId xmlns:a16="http://schemas.microsoft.com/office/drawing/2014/main" id="{D00EE7B4-9C2A-A573-9838-CDC16C8A6DCB}"/>
              </a:ext>
            </a:extLst>
          </p:cNvPr>
          <p:cNvGrpSpPr/>
          <p:nvPr userDrawn="1"/>
        </p:nvGrpSpPr>
        <p:grpSpPr>
          <a:xfrm>
            <a:off x="7564112" y="4531010"/>
            <a:ext cx="3129289" cy="2197390"/>
            <a:chOff x="-2397238" y="2937655"/>
            <a:chExt cx="10127824" cy="7111764"/>
          </a:xfrm>
          <a:gradFill>
            <a:gsLst>
              <a:gs pos="0">
                <a:schemeClr val="bg1">
                  <a:alpha val="3000"/>
                </a:schemeClr>
              </a:gs>
              <a:gs pos="100000">
                <a:srgbClr val="4BA3C7">
                  <a:alpha val="14000"/>
                </a:srgbClr>
              </a:gs>
            </a:gsLst>
          </a:gradFill>
        </p:grpSpPr>
        <p:sp>
          <p:nvSpPr>
            <p:cNvPr id="3" name="Forma Livre: Forma 2">
              <a:extLst>
                <a:ext uri="{FF2B5EF4-FFF2-40B4-BE49-F238E27FC236}">
                  <a16:creationId xmlns:a16="http://schemas.microsoft.com/office/drawing/2014/main" id="{8BCD414F-6375-0B5F-B17C-500E9221FD48}"/>
                </a:ext>
              </a:extLst>
            </p:cNvPr>
            <p:cNvSpPr/>
            <p:nvPr/>
          </p:nvSpPr>
          <p:spPr>
            <a:xfrm flipH="1">
              <a:off x="-1249453" y="2937655"/>
              <a:ext cx="8980039" cy="6730661"/>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sp>
          <p:nvSpPr>
            <p:cNvPr id="4" name="Forma Livre: Forma 3">
              <a:extLst>
                <a:ext uri="{FF2B5EF4-FFF2-40B4-BE49-F238E27FC236}">
                  <a16:creationId xmlns:a16="http://schemas.microsoft.com/office/drawing/2014/main" id="{5FA56CA4-24C3-E4D0-8F9F-37F01079150A}"/>
                </a:ext>
              </a:extLst>
            </p:cNvPr>
            <p:cNvSpPr/>
            <p:nvPr/>
          </p:nvSpPr>
          <p:spPr>
            <a:xfrm flipH="1">
              <a:off x="-2397238" y="3006681"/>
              <a:ext cx="9396419" cy="7042738"/>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cxn ang="0">
                  <a:pos x="connsiteX0" y="connsiteY0"/>
                </a:cxn>
                <a:cxn ang="0">
                  <a:pos x="connsiteX1" y="connsiteY1"/>
                </a:cxn>
                <a:cxn ang="0">
                  <a:pos x="connsiteX2" y="connsiteY2"/>
                </a:cxn>
                <a:cxn ang="0">
                  <a:pos x="connsiteX3" y="connsiteY3"/>
                </a:cxn>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pt-BR"/>
            </a:p>
          </p:txBody>
        </p:sp>
      </p:grpSp>
      <p:sp>
        <p:nvSpPr>
          <p:cNvPr id="5" name="Espaço Reservado para Texto 29">
            <a:extLst>
              <a:ext uri="{FF2B5EF4-FFF2-40B4-BE49-F238E27FC236}">
                <a16:creationId xmlns:a16="http://schemas.microsoft.com/office/drawing/2014/main" id="{ED1DDD42-C875-A2C5-1CFE-6AEFFC332C88}"/>
              </a:ext>
            </a:extLst>
          </p:cNvPr>
          <p:cNvSpPr>
            <a:spLocks noGrp="1"/>
          </p:cNvSpPr>
          <p:nvPr>
            <p:ph type="body" sz="quarter"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lvl="0"/>
            <a:r>
              <a:rPr lang="pt-BR"/>
              <a:t>Clique para editar </a:t>
            </a:r>
            <a:br>
              <a:rPr lang="pt-BR"/>
            </a:br>
            <a:r>
              <a:rPr lang="pt-BR"/>
              <a:t>os estilos de texto Mestres</a:t>
            </a:r>
          </a:p>
        </p:txBody>
      </p:sp>
      <p:sp>
        <p:nvSpPr>
          <p:cNvPr id="7" name="Espaço Reservado para Texto 29">
            <a:extLst>
              <a:ext uri="{FF2B5EF4-FFF2-40B4-BE49-F238E27FC236}">
                <a16:creationId xmlns:a16="http://schemas.microsoft.com/office/drawing/2014/main" id="{B3BB94B8-4F5B-AE7F-1FCD-C791199FF48E}"/>
              </a:ext>
            </a:extLst>
          </p:cNvPr>
          <p:cNvSpPr>
            <a:spLocks noGrp="1"/>
          </p:cNvSpPr>
          <p:nvPr>
            <p:ph type="body" sz="quarter"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lvl="0"/>
            <a:r>
              <a:rPr lang="pt-BR"/>
              <a:t>Clique para editar </a:t>
            </a:r>
            <a:br>
              <a:rPr lang="pt-BR"/>
            </a:br>
            <a:r>
              <a:rPr lang="pt-BR"/>
              <a:t>os estilos de texto Mestres</a:t>
            </a:r>
          </a:p>
        </p:txBody>
      </p:sp>
      <p:pic>
        <p:nvPicPr>
          <p:cNvPr id="13" name="Imagem 12" descr="Logotipo&#10;&#10;Descrição gerada automaticamente">
            <a:extLst>
              <a:ext uri="{FF2B5EF4-FFF2-40B4-BE49-F238E27FC236}">
                <a16:creationId xmlns:a16="http://schemas.microsoft.com/office/drawing/2014/main" id="{F7563FB7-D132-FA22-2E28-56BF805A59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 y="668426"/>
            <a:ext cx="1461600" cy="666662"/>
          </a:xfrm>
          <a:prstGeom prst="rect">
            <a:avLst/>
          </a:prstGeom>
        </p:spPr>
      </p:pic>
    </p:spTree>
    <p:extLst>
      <p:ext uri="{BB962C8B-B14F-4D97-AF65-F5344CB8AC3E}">
        <p14:creationId xmlns:p14="http://schemas.microsoft.com/office/powerpoint/2010/main" val="2614958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AFF4EF4D-D056-FC19-D12E-7C12D038C4CB}"/>
              </a:ext>
            </a:extLst>
          </p:cNvPr>
          <p:cNvSpPr/>
          <p:nvPr userDrawn="1"/>
        </p:nvSpPr>
        <p:spPr>
          <a:xfrm>
            <a:off x="365125" y="365124"/>
            <a:ext cx="11455400" cy="4704741"/>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131CF41C-100A-0DE0-56AF-A84C34A4F2C5}"/>
              </a:ext>
            </a:extLst>
          </p:cNvPr>
          <p:cNvSpPr/>
          <p:nvPr userDrawn="1"/>
        </p:nvSpPr>
        <p:spPr>
          <a:xfrm>
            <a:off x="365124" y="5059680"/>
            <a:ext cx="11461751" cy="1396851"/>
          </a:xfrm>
          <a:prstGeom prst="rect">
            <a:avLst/>
          </a:prstGeom>
          <a:solidFill>
            <a:srgbClr val="0F18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CaixaDeTexto 26">
            <a:extLst>
              <a:ext uri="{FF2B5EF4-FFF2-40B4-BE49-F238E27FC236}">
                <a16:creationId xmlns:a16="http://schemas.microsoft.com/office/drawing/2014/main" id="{F502D45A-D6E7-91BE-EB74-08CD07060E97}"/>
              </a:ext>
            </a:extLst>
          </p:cNvPr>
          <p:cNvSpPr txBox="1"/>
          <p:nvPr userDrawn="1"/>
        </p:nvSpPr>
        <p:spPr>
          <a:xfrm>
            <a:off x="368301" y="6097784"/>
            <a:ext cx="11455398" cy="253916"/>
          </a:xfrm>
          <a:prstGeom prst="rect">
            <a:avLst/>
          </a:prstGeom>
          <a:noFill/>
        </p:spPr>
        <p:txBody>
          <a:bodyPr wrap="square" lIns="0" tIns="0" rIns="0" bIns="0">
            <a:spAutoFit/>
          </a:bodyPr>
          <a:lstStyle/>
          <a:p>
            <a:pPr algn="ctr">
              <a:lnSpc>
                <a:spcPct val="150000"/>
              </a:lnSpc>
            </a:pPr>
            <a:r>
              <a:rPr lang="pt-BR" sz="1200" b="0" i="0">
                <a:solidFill>
                  <a:schemeClr val="bg1"/>
                </a:solidFill>
                <a:effectLst/>
                <a:latin typeface="Titillium Web ExtraLight" panose="00000300000000000000" pitchFamily="2" charset="0"/>
              </a:rPr>
              <a:t>www.kinea.com.br</a:t>
            </a:r>
            <a:endParaRPr lang="pt-BR" sz="1200">
              <a:solidFill>
                <a:schemeClr val="bg1"/>
              </a:solidFill>
              <a:latin typeface="Titillium Web ExtraLight" panose="00000300000000000000" pitchFamily="2" charset="0"/>
            </a:endParaRPr>
          </a:p>
        </p:txBody>
      </p:sp>
      <p:cxnSp>
        <p:nvCxnSpPr>
          <p:cNvPr id="28" name="Conector de Seta Reta 27">
            <a:extLst>
              <a:ext uri="{FF2B5EF4-FFF2-40B4-BE49-F238E27FC236}">
                <a16:creationId xmlns:a16="http://schemas.microsoft.com/office/drawing/2014/main" id="{F51EDD6D-2875-FE2F-4051-BCA9EFC85761}"/>
              </a:ext>
            </a:extLst>
          </p:cNvPr>
          <p:cNvCxnSpPr>
            <a:cxnSpLocks/>
          </p:cNvCxnSpPr>
          <p:nvPr userDrawn="1"/>
        </p:nvCxnSpPr>
        <p:spPr>
          <a:xfrm flipH="1">
            <a:off x="7461250" y="365125"/>
            <a:ext cx="323677" cy="323677"/>
          </a:xfrm>
          <a:prstGeom prst="straightConnector1">
            <a:avLst/>
          </a:prstGeom>
          <a:ln>
            <a:solidFill>
              <a:srgbClr val="061844"/>
            </a:solidFill>
            <a:tailEnd type="none"/>
          </a:ln>
        </p:spPr>
        <p:style>
          <a:lnRef idx="1">
            <a:schemeClr val="accent1"/>
          </a:lnRef>
          <a:fillRef idx="0">
            <a:schemeClr val="accent1"/>
          </a:fillRef>
          <a:effectRef idx="0">
            <a:schemeClr val="accent1"/>
          </a:effectRef>
          <a:fontRef idx="minor">
            <a:schemeClr val="tx1"/>
          </a:fontRef>
        </p:style>
      </p:cxnSp>
      <p:cxnSp>
        <p:nvCxnSpPr>
          <p:cNvPr id="29" name="Conector de Seta Reta 28">
            <a:extLst>
              <a:ext uri="{FF2B5EF4-FFF2-40B4-BE49-F238E27FC236}">
                <a16:creationId xmlns:a16="http://schemas.microsoft.com/office/drawing/2014/main" id="{68E27910-B97F-98DB-2864-AB096A32DC87}"/>
              </a:ext>
            </a:extLst>
          </p:cNvPr>
          <p:cNvCxnSpPr>
            <a:cxnSpLocks/>
          </p:cNvCxnSpPr>
          <p:nvPr userDrawn="1"/>
        </p:nvCxnSpPr>
        <p:spPr>
          <a:xfrm flipH="1">
            <a:off x="5659751" y="361852"/>
            <a:ext cx="1116860" cy="1116860"/>
          </a:xfrm>
          <a:prstGeom prst="straightConnector1">
            <a:avLst/>
          </a:prstGeom>
          <a:ln>
            <a:solidFill>
              <a:srgbClr val="9BBDBA"/>
            </a:solidFill>
            <a:tailEnd type="none"/>
          </a:ln>
        </p:spPr>
        <p:style>
          <a:lnRef idx="1">
            <a:schemeClr val="accent1"/>
          </a:lnRef>
          <a:fillRef idx="0">
            <a:schemeClr val="accent1"/>
          </a:fillRef>
          <a:effectRef idx="0">
            <a:schemeClr val="accent1"/>
          </a:effectRef>
          <a:fontRef idx="minor">
            <a:schemeClr val="tx1"/>
          </a:fontRef>
        </p:style>
      </p:cxnSp>
      <p:cxnSp>
        <p:nvCxnSpPr>
          <p:cNvPr id="30" name="Conector de Seta Reta 29">
            <a:extLst>
              <a:ext uri="{FF2B5EF4-FFF2-40B4-BE49-F238E27FC236}">
                <a16:creationId xmlns:a16="http://schemas.microsoft.com/office/drawing/2014/main" id="{9EAD6012-D218-9ADC-C325-18E7CC40BFB0}"/>
              </a:ext>
            </a:extLst>
          </p:cNvPr>
          <p:cNvCxnSpPr>
            <a:cxnSpLocks/>
          </p:cNvCxnSpPr>
          <p:nvPr userDrawn="1"/>
        </p:nvCxnSpPr>
        <p:spPr>
          <a:xfrm flipH="1">
            <a:off x="365125" y="598242"/>
            <a:ext cx="1127097" cy="1127097"/>
          </a:xfrm>
          <a:prstGeom prst="straightConnector1">
            <a:avLst/>
          </a:prstGeom>
          <a:ln>
            <a:solidFill>
              <a:srgbClr val="CFD1D4"/>
            </a:solidFill>
            <a:tailEnd type="none"/>
          </a:ln>
        </p:spPr>
        <p:style>
          <a:lnRef idx="1">
            <a:schemeClr val="accent1"/>
          </a:lnRef>
          <a:fillRef idx="0">
            <a:schemeClr val="accent1"/>
          </a:fillRef>
          <a:effectRef idx="0">
            <a:schemeClr val="accent1"/>
          </a:effectRef>
          <a:fontRef idx="minor">
            <a:schemeClr val="tx1"/>
          </a:fontRef>
        </p:style>
      </p:cxnSp>
      <p:cxnSp>
        <p:nvCxnSpPr>
          <p:cNvPr id="31" name="Conector reto 30">
            <a:extLst>
              <a:ext uri="{FF2B5EF4-FFF2-40B4-BE49-F238E27FC236}">
                <a16:creationId xmlns:a16="http://schemas.microsoft.com/office/drawing/2014/main" id="{7A666AF1-94F4-8092-163C-308B3B3B70F8}"/>
              </a:ext>
            </a:extLst>
          </p:cNvPr>
          <p:cNvCxnSpPr/>
          <p:nvPr userDrawn="1"/>
        </p:nvCxnSpPr>
        <p:spPr>
          <a:xfrm>
            <a:off x="365125" y="6456532"/>
            <a:ext cx="11455400" cy="0"/>
          </a:xfrm>
          <a:prstGeom prst="line">
            <a:avLst/>
          </a:prstGeom>
          <a:ln>
            <a:solidFill>
              <a:srgbClr val="9BBDBA"/>
            </a:solidFill>
          </a:ln>
        </p:spPr>
        <p:style>
          <a:lnRef idx="1">
            <a:schemeClr val="accent1"/>
          </a:lnRef>
          <a:fillRef idx="0">
            <a:schemeClr val="accent1"/>
          </a:fillRef>
          <a:effectRef idx="0">
            <a:schemeClr val="accent1"/>
          </a:effectRef>
          <a:fontRef idx="minor">
            <a:schemeClr val="tx1"/>
          </a:fontRef>
        </p:style>
      </p:cxnSp>
      <p:grpSp>
        <p:nvGrpSpPr>
          <p:cNvPr id="32" name="Agrupar 31">
            <a:extLst>
              <a:ext uri="{FF2B5EF4-FFF2-40B4-BE49-F238E27FC236}">
                <a16:creationId xmlns:a16="http://schemas.microsoft.com/office/drawing/2014/main" id="{BAF5F213-C096-DA7A-C3E7-E76F85829C0E}"/>
              </a:ext>
            </a:extLst>
          </p:cNvPr>
          <p:cNvGrpSpPr/>
          <p:nvPr userDrawn="1"/>
        </p:nvGrpSpPr>
        <p:grpSpPr>
          <a:xfrm>
            <a:off x="10401796" y="5350319"/>
            <a:ext cx="1247775" cy="715671"/>
            <a:chOff x="9213850" y="-1849438"/>
            <a:chExt cx="3302000" cy="1893888"/>
          </a:xfrm>
          <a:solidFill>
            <a:schemeClr val="bg1"/>
          </a:solidFill>
        </p:grpSpPr>
        <p:sp>
          <p:nvSpPr>
            <p:cNvPr id="33" name="Freeform 5">
              <a:extLst>
                <a:ext uri="{FF2B5EF4-FFF2-40B4-BE49-F238E27FC236}">
                  <a16:creationId xmlns:a16="http://schemas.microsoft.com/office/drawing/2014/main" id="{D71287D9-3DB5-98CC-8474-02F77BEB236F}"/>
                </a:ext>
              </a:extLst>
            </p:cNvPr>
            <p:cNvSpPr>
              <a:spLocks/>
            </p:cNvSpPr>
            <p:nvPr/>
          </p:nvSpPr>
          <p:spPr bwMode="auto">
            <a:xfrm>
              <a:off x="9480550" y="-1601788"/>
              <a:ext cx="941388" cy="590550"/>
            </a:xfrm>
            <a:custGeom>
              <a:avLst/>
              <a:gdLst>
                <a:gd name="T0" fmla="*/ 3210 w 4718"/>
                <a:gd name="T1" fmla="*/ 438 h 2961"/>
                <a:gd name="T2" fmla="*/ 2703 w 4718"/>
                <a:gd name="T3" fmla="*/ 1204 h 2961"/>
                <a:gd name="T4" fmla="*/ 2357 w 4718"/>
                <a:gd name="T5" fmla="*/ 670 h 2961"/>
                <a:gd name="T6" fmla="*/ 2010 w 4718"/>
                <a:gd name="T7" fmla="*/ 1204 h 2961"/>
                <a:gd name="T8" fmla="*/ 1504 w 4718"/>
                <a:gd name="T9" fmla="*/ 439 h 2961"/>
                <a:gd name="T10" fmla="*/ 1199 w 4718"/>
                <a:gd name="T11" fmla="*/ 1281 h 2961"/>
                <a:gd name="T12" fmla="*/ 896 w 4718"/>
                <a:gd name="T13" fmla="*/ 2121 h 2961"/>
                <a:gd name="T14" fmla="*/ 593 w 4718"/>
                <a:gd name="T15" fmla="*/ 2961 h 2961"/>
                <a:gd name="T16" fmla="*/ 4 w 4718"/>
                <a:gd name="T17" fmla="*/ 2961 h 2961"/>
                <a:gd name="T18" fmla="*/ 1 w 4718"/>
                <a:gd name="T19" fmla="*/ 2957 h 2961"/>
                <a:gd name="T20" fmla="*/ 0 w 4718"/>
                <a:gd name="T21" fmla="*/ 2953 h 2961"/>
                <a:gd name="T22" fmla="*/ 5 w 4718"/>
                <a:gd name="T23" fmla="*/ 2934 h 2961"/>
                <a:gd name="T24" fmla="*/ 1023 w 4718"/>
                <a:gd name="T25" fmla="*/ 0 h 2961"/>
                <a:gd name="T26" fmla="*/ 1066 w 4718"/>
                <a:gd name="T27" fmla="*/ 0 h 2961"/>
                <a:gd name="T28" fmla="*/ 1883 w 4718"/>
                <a:gd name="T29" fmla="*/ 0 h 2961"/>
                <a:gd name="T30" fmla="*/ 1946 w 4718"/>
                <a:gd name="T31" fmla="*/ 34 h 2961"/>
                <a:gd name="T32" fmla="*/ 2328 w 4718"/>
                <a:gd name="T33" fmla="*/ 625 h 2961"/>
                <a:gd name="T34" fmla="*/ 2357 w 4718"/>
                <a:gd name="T35" fmla="*/ 668 h 2961"/>
                <a:gd name="T36" fmla="*/ 2385 w 4718"/>
                <a:gd name="T37" fmla="*/ 626 h 2961"/>
                <a:gd name="T38" fmla="*/ 2772 w 4718"/>
                <a:gd name="T39" fmla="*/ 28 h 2961"/>
                <a:gd name="T40" fmla="*/ 2823 w 4718"/>
                <a:gd name="T41" fmla="*/ 0 h 2961"/>
                <a:gd name="T42" fmla="*/ 3659 w 4718"/>
                <a:gd name="T43" fmla="*/ 0 h 2961"/>
                <a:gd name="T44" fmla="*/ 3690 w 4718"/>
                <a:gd name="T45" fmla="*/ 0 h 2961"/>
                <a:gd name="T46" fmla="*/ 4718 w 4718"/>
                <a:gd name="T47" fmla="*/ 2960 h 2961"/>
                <a:gd name="T48" fmla="*/ 4121 w 4718"/>
                <a:gd name="T49" fmla="*/ 2960 h 2961"/>
                <a:gd name="T50" fmla="*/ 3210 w 4718"/>
                <a:gd name="T51" fmla="*/ 438 h 29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18" h="2961">
                  <a:moveTo>
                    <a:pt x="3210" y="438"/>
                  </a:moveTo>
                  <a:cubicBezTo>
                    <a:pt x="3039" y="696"/>
                    <a:pt x="2873" y="947"/>
                    <a:pt x="2703" y="1204"/>
                  </a:cubicBezTo>
                  <a:cubicBezTo>
                    <a:pt x="2588" y="1025"/>
                    <a:pt x="2474" y="850"/>
                    <a:pt x="2357" y="670"/>
                  </a:cubicBezTo>
                  <a:cubicBezTo>
                    <a:pt x="2241" y="849"/>
                    <a:pt x="2127" y="1024"/>
                    <a:pt x="2010" y="1204"/>
                  </a:cubicBezTo>
                  <a:cubicBezTo>
                    <a:pt x="1841" y="948"/>
                    <a:pt x="1675" y="697"/>
                    <a:pt x="1504" y="439"/>
                  </a:cubicBezTo>
                  <a:cubicBezTo>
                    <a:pt x="1399" y="723"/>
                    <a:pt x="1300" y="1002"/>
                    <a:pt x="1199" y="1281"/>
                  </a:cubicBezTo>
                  <a:cubicBezTo>
                    <a:pt x="1098" y="1561"/>
                    <a:pt x="997" y="1841"/>
                    <a:pt x="896" y="2121"/>
                  </a:cubicBezTo>
                  <a:cubicBezTo>
                    <a:pt x="795" y="2401"/>
                    <a:pt x="694" y="2681"/>
                    <a:pt x="593" y="2961"/>
                  </a:cubicBezTo>
                  <a:cubicBezTo>
                    <a:pt x="394" y="2961"/>
                    <a:pt x="199" y="2961"/>
                    <a:pt x="4" y="2961"/>
                  </a:cubicBezTo>
                  <a:cubicBezTo>
                    <a:pt x="2" y="2959"/>
                    <a:pt x="1" y="2958"/>
                    <a:pt x="1" y="2957"/>
                  </a:cubicBezTo>
                  <a:cubicBezTo>
                    <a:pt x="0" y="2956"/>
                    <a:pt x="0" y="2954"/>
                    <a:pt x="0" y="2953"/>
                  </a:cubicBezTo>
                  <a:cubicBezTo>
                    <a:pt x="1" y="2947"/>
                    <a:pt x="2" y="2940"/>
                    <a:pt x="5" y="2934"/>
                  </a:cubicBezTo>
                  <a:cubicBezTo>
                    <a:pt x="344" y="1957"/>
                    <a:pt x="683" y="980"/>
                    <a:pt x="1023" y="0"/>
                  </a:cubicBezTo>
                  <a:cubicBezTo>
                    <a:pt x="1038" y="0"/>
                    <a:pt x="1052" y="0"/>
                    <a:pt x="1066" y="0"/>
                  </a:cubicBezTo>
                  <a:cubicBezTo>
                    <a:pt x="1338" y="0"/>
                    <a:pt x="1610" y="1"/>
                    <a:pt x="1883" y="0"/>
                  </a:cubicBezTo>
                  <a:cubicBezTo>
                    <a:pt x="1912" y="0"/>
                    <a:pt x="1929" y="8"/>
                    <a:pt x="1946" y="34"/>
                  </a:cubicBezTo>
                  <a:cubicBezTo>
                    <a:pt x="2072" y="232"/>
                    <a:pt x="2201" y="428"/>
                    <a:pt x="2328" y="625"/>
                  </a:cubicBezTo>
                  <a:cubicBezTo>
                    <a:pt x="2337" y="639"/>
                    <a:pt x="2346" y="652"/>
                    <a:pt x="2357" y="668"/>
                  </a:cubicBezTo>
                  <a:cubicBezTo>
                    <a:pt x="2367" y="652"/>
                    <a:pt x="2376" y="639"/>
                    <a:pt x="2385" y="626"/>
                  </a:cubicBezTo>
                  <a:cubicBezTo>
                    <a:pt x="2514" y="427"/>
                    <a:pt x="2644" y="228"/>
                    <a:pt x="2772" y="28"/>
                  </a:cubicBezTo>
                  <a:cubicBezTo>
                    <a:pt x="2785" y="8"/>
                    <a:pt x="2799" y="0"/>
                    <a:pt x="2823" y="0"/>
                  </a:cubicBezTo>
                  <a:cubicBezTo>
                    <a:pt x="3101" y="1"/>
                    <a:pt x="3380" y="0"/>
                    <a:pt x="3659" y="0"/>
                  </a:cubicBezTo>
                  <a:cubicBezTo>
                    <a:pt x="3668" y="0"/>
                    <a:pt x="3677" y="0"/>
                    <a:pt x="3690" y="0"/>
                  </a:cubicBezTo>
                  <a:cubicBezTo>
                    <a:pt x="4032" y="986"/>
                    <a:pt x="4375" y="1971"/>
                    <a:pt x="4718" y="2960"/>
                  </a:cubicBezTo>
                  <a:cubicBezTo>
                    <a:pt x="4518" y="2960"/>
                    <a:pt x="4321" y="2960"/>
                    <a:pt x="4121" y="2960"/>
                  </a:cubicBezTo>
                  <a:cubicBezTo>
                    <a:pt x="3819" y="2123"/>
                    <a:pt x="3516" y="1285"/>
                    <a:pt x="3210"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34" name="Freeform 6">
              <a:extLst>
                <a:ext uri="{FF2B5EF4-FFF2-40B4-BE49-F238E27FC236}">
                  <a16:creationId xmlns:a16="http://schemas.microsoft.com/office/drawing/2014/main" id="{E2376529-70CD-C384-7C1E-1411C072453F}"/>
                </a:ext>
              </a:extLst>
            </p:cNvPr>
            <p:cNvSpPr>
              <a:spLocks/>
            </p:cNvSpPr>
            <p:nvPr/>
          </p:nvSpPr>
          <p:spPr bwMode="auto">
            <a:xfrm>
              <a:off x="11653838" y="-1266825"/>
              <a:ext cx="295275" cy="258763"/>
            </a:xfrm>
            <a:custGeom>
              <a:avLst/>
              <a:gdLst>
                <a:gd name="T0" fmla="*/ 1225 w 1479"/>
                <a:gd name="T1" fmla="*/ 238 h 1302"/>
                <a:gd name="T2" fmla="*/ 1122 w 1479"/>
                <a:gd name="T3" fmla="*/ 531 h 1302"/>
                <a:gd name="T4" fmla="*/ 876 w 1479"/>
                <a:gd name="T5" fmla="*/ 1230 h 1302"/>
                <a:gd name="T6" fmla="*/ 793 w 1479"/>
                <a:gd name="T7" fmla="*/ 1294 h 1302"/>
                <a:gd name="T8" fmla="*/ 675 w 1479"/>
                <a:gd name="T9" fmla="*/ 1293 h 1302"/>
                <a:gd name="T10" fmla="*/ 593 w 1479"/>
                <a:gd name="T11" fmla="*/ 1229 h 1302"/>
                <a:gd name="T12" fmla="*/ 270 w 1479"/>
                <a:gd name="T13" fmla="*/ 274 h 1302"/>
                <a:gd name="T14" fmla="*/ 248 w 1479"/>
                <a:gd name="T15" fmla="*/ 235 h 1302"/>
                <a:gd name="T16" fmla="*/ 248 w 1479"/>
                <a:gd name="T17" fmla="*/ 276 h 1302"/>
                <a:gd name="T18" fmla="*/ 246 w 1479"/>
                <a:gd name="T19" fmla="*/ 1216 h 1302"/>
                <a:gd name="T20" fmla="*/ 246 w 1479"/>
                <a:gd name="T21" fmla="*/ 1244 h 1302"/>
                <a:gd name="T22" fmla="*/ 215 w 1479"/>
                <a:gd name="T23" fmla="*/ 1288 h 1302"/>
                <a:gd name="T24" fmla="*/ 31 w 1479"/>
                <a:gd name="T25" fmla="*/ 1288 h 1302"/>
                <a:gd name="T26" fmla="*/ 2 w 1479"/>
                <a:gd name="T27" fmla="*/ 1247 h 1302"/>
                <a:gd name="T28" fmla="*/ 2 w 1479"/>
                <a:gd name="T29" fmla="*/ 1223 h 1302"/>
                <a:gd name="T30" fmla="*/ 1 w 1479"/>
                <a:gd name="T31" fmla="*/ 132 h 1302"/>
                <a:gd name="T32" fmla="*/ 127 w 1479"/>
                <a:gd name="T33" fmla="*/ 5 h 1302"/>
                <a:gd name="T34" fmla="*/ 269 w 1479"/>
                <a:gd name="T35" fmla="*/ 6 h 1302"/>
                <a:gd name="T36" fmla="*/ 343 w 1479"/>
                <a:gd name="T37" fmla="*/ 14 h 1302"/>
                <a:gd name="T38" fmla="*/ 443 w 1479"/>
                <a:gd name="T39" fmla="*/ 90 h 1302"/>
                <a:gd name="T40" fmla="*/ 470 w 1479"/>
                <a:gd name="T41" fmla="*/ 161 h 1302"/>
                <a:gd name="T42" fmla="*/ 729 w 1479"/>
                <a:gd name="T43" fmla="*/ 885 h 1302"/>
                <a:gd name="T44" fmla="*/ 741 w 1479"/>
                <a:gd name="T45" fmla="*/ 912 h 1302"/>
                <a:gd name="T46" fmla="*/ 757 w 1479"/>
                <a:gd name="T47" fmla="*/ 877 h 1302"/>
                <a:gd name="T48" fmla="*/ 1039 w 1479"/>
                <a:gd name="T49" fmla="*/ 127 h 1302"/>
                <a:gd name="T50" fmla="*/ 1051 w 1479"/>
                <a:gd name="T51" fmla="*/ 98 h 1302"/>
                <a:gd name="T52" fmla="*/ 1183 w 1479"/>
                <a:gd name="T53" fmla="*/ 7 h 1302"/>
                <a:gd name="T54" fmla="*/ 1388 w 1479"/>
                <a:gd name="T55" fmla="*/ 7 h 1302"/>
                <a:gd name="T56" fmla="*/ 1478 w 1479"/>
                <a:gd name="T57" fmla="*/ 97 h 1302"/>
                <a:gd name="T58" fmla="*/ 1479 w 1479"/>
                <a:gd name="T59" fmla="*/ 141 h 1302"/>
                <a:gd name="T60" fmla="*/ 1479 w 1479"/>
                <a:gd name="T61" fmla="*/ 1221 h 1302"/>
                <a:gd name="T62" fmla="*/ 1479 w 1479"/>
                <a:gd name="T63" fmla="*/ 1237 h 1302"/>
                <a:gd name="T64" fmla="*/ 1432 w 1479"/>
                <a:gd name="T65" fmla="*/ 1291 h 1302"/>
                <a:gd name="T66" fmla="*/ 1295 w 1479"/>
                <a:gd name="T67" fmla="*/ 1292 h 1302"/>
                <a:gd name="T68" fmla="*/ 1234 w 1479"/>
                <a:gd name="T69" fmla="*/ 1225 h 1302"/>
                <a:gd name="T70" fmla="*/ 1234 w 1479"/>
                <a:gd name="T71" fmla="*/ 282 h 1302"/>
                <a:gd name="T72" fmla="*/ 1234 w 1479"/>
                <a:gd name="T73" fmla="*/ 239 h 1302"/>
                <a:gd name="T74" fmla="*/ 1225 w 1479"/>
                <a:gd name="T75" fmla="*/ 238 h 1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79" h="1302">
                  <a:moveTo>
                    <a:pt x="1225" y="238"/>
                  </a:moveTo>
                  <a:cubicBezTo>
                    <a:pt x="1191" y="336"/>
                    <a:pt x="1156" y="434"/>
                    <a:pt x="1122" y="531"/>
                  </a:cubicBezTo>
                  <a:cubicBezTo>
                    <a:pt x="1039" y="764"/>
                    <a:pt x="956" y="997"/>
                    <a:pt x="876" y="1230"/>
                  </a:cubicBezTo>
                  <a:cubicBezTo>
                    <a:pt x="861" y="1273"/>
                    <a:pt x="838" y="1295"/>
                    <a:pt x="793" y="1294"/>
                  </a:cubicBezTo>
                  <a:cubicBezTo>
                    <a:pt x="754" y="1293"/>
                    <a:pt x="715" y="1294"/>
                    <a:pt x="675" y="1293"/>
                  </a:cubicBezTo>
                  <a:cubicBezTo>
                    <a:pt x="632" y="1293"/>
                    <a:pt x="607" y="1273"/>
                    <a:pt x="593" y="1229"/>
                  </a:cubicBezTo>
                  <a:cubicBezTo>
                    <a:pt x="486" y="910"/>
                    <a:pt x="378" y="592"/>
                    <a:pt x="270" y="274"/>
                  </a:cubicBezTo>
                  <a:cubicBezTo>
                    <a:pt x="265" y="260"/>
                    <a:pt x="260" y="247"/>
                    <a:pt x="248" y="235"/>
                  </a:cubicBezTo>
                  <a:cubicBezTo>
                    <a:pt x="248" y="249"/>
                    <a:pt x="248" y="263"/>
                    <a:pt x="248" y="276"/>
                  </a:cubicBezTo>
                  <a:cubicBezTo>
                    <a:pt x="247" y="590"/>
                    <a:pt x="247" y="903"/>
                    <a:pt x="246" y="1216"/>
                  </a:cubicBezTo>
                  <a:cubicBezTo>
                    <a:pt x="246" y="1225"/>
                    <a:pt x="247" y="1235"/>
                    <a:pt x="246" y="1244"/>
                  </a:cubicBezTo>
                  <a:cubicBezTo>
                    <a:pt x="245" y="1271"/>
                    <a:pt x="240" y="1281"/>
                    <a:pt x="215" y="1288"/>
                  </a:cubicBezTo>
                  <a:cubicBezTo>
                    <a:pt x="154" y="1302"/>
                    <a:pt x="93" y="1302"/>
                    <a:pt x="31" y="1288"/>
                  </a:cubicBezTo>
                  <a:cubicBezTo>
                    <a:pt x="11" y="1283"/>
                    <a:pt x="0" y="1269"/>
                    <a:pt x="2" y="1247"/>
                  </a:cubicBezTo>
                  <a:cubicBezTo>
                    <a:pt x="3" y="1239"/>
                    <a:pt x="2" y="1231"/>
                    <a:pt x="2" y="1223"/>
                  </a:cubicBezTo>
                  <a:cubicBezTo>
                    <a:pt x="2" y="859"/>
                    <a:pt x="3" y="495"/>
                    <a:pt x="1" y="132"/>
                  </a:cubicBezTo>
                  <a:cubicBezTo>
                    <a:pt x="1" y="42"/>
                    <a:pt x="39" y="0"/>
                    <a:pt x="127" y="5"/>
                  </a:cubicBezTo>
                  <a:cubicBezTo>
                    <a:pt x="174" y="8"/>
                    <a:pt x="221" y="5"/>
                    <a:pt x="269" y="6"/>
                  </a:cubicBezTo>
                  <a:cubicBezTo>
                    <a:pt x="293" y="7"/>
                    <a:pt x="318" y="9"/>
                    <a:pt x="343" y="14"/>
                  </a:cubicBezTo>
                  <a:cubicBezTo>
                    <a:pt x="388" y="22"/>
                    <a:pt x="423" y="48"/>
                    <a:pt x="443" y="90"/>
                  </a:cubicBezTo>
                  <a:cubicBezTo>
                    <a:pt x="453" y="113"/>
                    <a:pt x="461" y="137"/>
                    <a:pt x="470" y="161"/>
                  </a:cubicBezTo>
                  <a:cubicBezTo>
                    <a:pt x="556" y="402"/>
                    <a:pt x="643" y="644"/>
                    <a:pt x="729" y="885"/>
                  </a:cubicBezTo>
                  <a:cubicBezTo>
                    <a:pt x="732" y="893"/>
                    <a:pt x="735" y="900"/>
                    <a:pt x="741" y="912"/>
                  </a:cubicBezTo>
                  <a:cubicBezTo>
                    <a:pt x="748" y="898"/>
                    <a:pt x="753" y="888"/>
                    <a:pt x="757" y="877"/>
                  </a:cubicBezTo>
                  <a:cubicBezTo>
                    <a:pt x="851" y="627"/>
                    <a:pt x="945" y="377"/>
                    <a:pt x="1039" y="127"/>
                  </a:cubicBezTo>
                  <a:cubicBezTo>
                    <a:pt x="1042" y="117"/>
                    <a:pt x="1047" y="108"/>
                    <a:pt x="1051" y="98"/>
                  </a:cubicBezTo>
                  <a:cubicBezTo>
                    <a:pt x="1075" y="39"/>
                    <a:pt x="1121" y="9"/>
                    <a:pt x="1183" y="7"/>
                  </a:cubicBezTo>
                  <a:cubicBezTo>
                    <a:pt x="1251" y="5"/>
                    <a:pt x="1319" y="5"/>
                    <a:pt x="1388" y="7"/>
                  </a:cubicBezTo>
                  <a:cubicBezTo>
                    <a:pt x="1443" y="8"/>
                    <a:pt x="1473" y="41"/>
                    <a:pt x="1478" y="97"/>
                  </a:cubicBezTo>
                  <a:cubicBezTo>
                    <a:pt x="1479" y="112"/>
                    <a:pt x="1479" y="127"/>
                    <a:pt x="1479" y="141"/>
                  </a:cubicBezTo>
                  <a:cubicBezTo>
                    <a:pt x="1479" y="501"/>
                    <a:pt x="1479" y="861"/>
                    <a:pt x="1479" y="1221"/>
                  </a:cubicBezTo>
                  <a:cubicBezTo>
                    <a:pt x="1479" y="1226"/>
                    <a:pt x="1479" y="1231"/>
                    <a:pt x="1479" y="1237"/>
                  </a:cubicBezTo>
                  <a:cubicBezTo>
                    <a:pt x="1478" y="1275"/>
                    <a:pt x="1470" y="1288"/>
                    <a:pt x="1432" y="1291"/>
                  </a:cubicBezTo>
                  <a:cubicBezTo>
                    <a:pt x="1386" y="1295"/>
                    <a:pt x="1340" y="1295"/>
                    <a:pt x="1295" y="1292"/>
                  </a:cubicBezTo>
                  <a:cubicBezTo>
                    <a:pt x="1242" y="1289"/>
                    <a:pt x="1234" y="1278"/>
                    <a:pt x="1234" y="1225"/>
                  </a:cubicBezTo>
                  <a:cubicBezTo>
                    <a:pt x="1234" y="911"/>
                    <a:pt x="1234" y="596"/>
                    <a:pt x="1234" y="282"/>
                  </a:cubicBezTo>
                  <a:cubicBezTo>
                    <a:pt x="1234" y="268"/>
                    <a:pt x="1234" y="253"/>
                    <a:pt x="1234" y="239"/>
                  </a:cubicBezTo>
                  <a:cubicBezTo>
                    <a:pt x="1231" y="239"/>
                    <a:pt x="1228" y="239"/>
                    <a:pt x="1225" y="2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35" name="Freeform 7">
              <a:extLst>
                <a:ext uri="{FF2B5EF4-FFF2-40B4-BE49-F238E27FC236}">
                  <a16:creationId xmlns:a16="http://schemas.microsoft.com/office/drawing/2014/main" id="{831CB5EA-B471-4683-4D7A-2942568ED994}"/>
                </a:ext>
              </a:extLst>
            </p:cNvPr>
            <p:cNvSpPr>
              <a:spLocks/>
            </p:cNvSpPr>
            <p:nvPr/>
          </p:nvSpPr>
          <p:spPr bwMode="auto">
            <a:xfrm>
              <a:off x="9655175" y="-1362075"/>
              <a:ext cx="295275" cy="354013"/>
            </a:xfrm>
            <a:custGeom>
              <a:avLst/>
              <a:gdLst>
                <a:gd name="T0" fmla="*/ 0 w 1482"/>
                <a:gd name="T1" fmla="*/ 1751 h 1771"/>
                <a:gd name="T2" fmla="*/ 1136 w 1482"/>
                <a:gd name="T3" fmla="*/ 0 h 1771"/>
                <a:gd name="T4" fmla="*/ 1482 w 1482"/>
                <a:gd name="T5" fmla="*/ 525 h 1771"/>
                <a:gd name="T6" fmla="*/ 1411 w 1482"/>
                <a:gd name="T7" fmla="*/ 634 h 1771"/>
                <a:gd name="T8" fmla="*/ 906 w 1482"/>
                <a:gd name="T9" fmla="*/ 1401 h 1771"/>
                <a:gd name="T10" fmla="*/ 367 w 1482"/>
                <a:gd name="T11" fmla="*/ 1749 h 1771"/>
                <a:gd name="T12" fmla="*/ 10 w 1482"/>
                <a:gd name="T13" fmla="*/ 1758 h 1771"/>
                <a:gd name="T14" fmla="*/ 0 w 1482"/>
                <a:gd name="T15" fmla="*/ 175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2" h="1771">
                  <a:moveTo>
                    <a:pt x="0" y="1751"/>
                  </a:moveTo>
                  <a:cubicBezTo>
                    <a:pt x="377" y="1169"/>
                    <a:pt x="755" y="587"/>
                    <a:pt x="1136" y="0"/>
                  </a:cubicBezTo>
                  <a:cubicBezTo>
                    <a:pt x="1253" y="178"/>
                    <a:pt x="1367" y="352"/>
                    <a:pt x="1482" y="525"/>
                  </a:cubicBezTo>
                  <a:cubicBezTo>
                    <a:pt x="1458" y="563"/>
                    <a:pt x="1434" y="598"/>
                    <a:pt x="1411" y="634"/>
                  </a:cubicBezTo>
                  <a:cubicBezTo>
                    <a:pt x="1243" y="889"/>
                    <a:pt x="1076" y="1146"/>
                    <a:pt x="906" y="1401"/>
                  </a:cubicBezTo>
                  <a:cubicBezTo>
                    <a:pt x="777" y="1596"/>
                    <a:pt x="594" y="1708"/>
                    <a:pt x="367" y="1749"/>
                  </a:cubicBezTo>
                  <a:cubicBezTo>
                    <a:pt x="248" y="1771"/>
                    <a:pt x="129" y="1755"/>
                    <a:pt x="10" y="1758"/>
                  </a:cubicBezTo>
                  <a:cubicBezTo>
                    <a:pt x="8" y="1758"/>
                    <a:pt x="6" y="1755"/>
                    <a:pt x="0" y="17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36" name="Freeform 8">
              <a:extLst>
                <a:ext uri="{FF2B5EF4-FFF2-40B4-BE49-F238E27FC236}">
                  <a16:creationId xmlns:a16="http://schemas.microsoft.com/office/drawing/2014/main" id="{A1695394-FF23-56DF-AFB8-03DEDFC45724}"/>
                </a:ext>
              </a:extLst>
            </p:cNvPr>
            <p:cNvSpPr>
              <a:spLocks/>
            </p:cNvSpPr>
            <p:nvPr/>
          </p:nvSpPr>
          <p:spPr bwMode="auto">
            <a:xfrm>
              <a:off x="9952038" y="-1362075"/>
              <a:ext cx="295275" cy="354013"/>
            </a:xfrm>
            <a:custGeom>
              <a:avLst/>
              <a:gdLst>
                <a:gd name="T0" fmla="*/ 1482 w 1482"/>
                <a:gd name="T1" fmla="*/ 1752 h 1771"/>
                <a:gd name="T2" fmla="*/ 840 w 1482"/>
                <a:gd name="T3" fmla="*/ 1651 h 1771"/>
                <a:gd name="T4" fmla="*/ 581 w 1482"/>
                <a:gd name="T5" fmla="*/ 1409 h 1771"/>
                <a:gd name="T6" fmla="*/ 0 w 1482"/>
                <a:gd name="T7" fmla="*/ 524 h 1771"/>
                <a:gd name="T8" fmla="*/ 346 w 1482"/>
                <a:gd name="T9" fmla="*/ 0 h 1771"/>
                <a:gd name="T10" fmla="*/ 1482 w 1482"/>
                <a:gd name="T11" fmla="*/ 1752 h 1771"/>
              </a:gdLst>
              <a:ahLst/>
              <a:cxnLst>
                <a:cxn ang="0">
                  <a:pos x="T0" y="T1"/>
                </a:cxn>
                <a:cxn ang="0">
                  <a:pos x="T2" y="T3"/>
                </a:cxn>
                <a:cxn ang="0">
                  <a:pos x="T4" y="T5"/>
                </a:cxn>
                <a:cxn ang="0">
                  <a:pos x="T6" y="T7"/>
                </a:cxn>
                <a:cxn ang="0">
                  <a:pos x="T8" y="T9"/>
                </a:cxn>
                <a:cxn ang="0">
                  <a:pos x="T10" y="T11"/>
                </a:cxn>
              </a:cxnLst>
              <a:rect l="0" t="0" r="r" b="b"/>
              <a:pathLst>
                <a:path w="1482" h="1771">
                  <a:moveTo>
                    <a:pt x="1482" y="1752"/>
                  </a:moveTo>
                  <a:cubicBezTo>
                    <a:pt x="1257" y="1771"/>
                    <a:pt x="1040" y="1767"/>
                    <a:pt x="840" y="1651"/>
                  </a:cubicBezTo>
                  <a:cubicBezTo>
                    <a:pt x="736" y="1590"/>
                    <a:pt x="648" y="1510"/>
                    <a:pt x="581" y="1409"/>
                  </a:cubicBezTo>
                  <a:cubicBezTo>
                    <a:pt x="388" y="1116"/>
                    <a:pt x="195" y="821"/>
                    <a:pt x="0" y="524"/>
                  </a:cubicBezTo>
                  <a:cubicBezTo>
                    <a:pt x="113" y="352"/>
                    <a:pt x="228" y="179"/>
                    <a:pt x="346" y="0"/>
                  </a:cubicBezTo>
                  <a:cubicBezTo>
                    <a:pt x="726" y="586"/>
                    <a:pt x="1104" y="1168"/>
                    <a:pt x="1482" y="17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37" name="Freeform 9">
              <a:extLst>
                <a:ext uri="{FF2B5EF4-FFF2-40B4-BE49-F238E27FC236}">
                  <a16:creationId xmlns:a16="http://schemas.microsoft.com/office/drawing/2014/main" id="{CE6FBC93-BAE5-5401-1AC7-A3B2696AA5AA}"/>
                </a:ext>
              </a:extLst>
            </p:cNvPr>
            <p:cNvSpPr>
              <a:spLocks/>
            </p:cNvSpPr>
            <p:nvPr/>
          </p:nvSpPr>
          <p:spPr bwMode="auto">
            <a:xfrm>
              <a:off x="10972800" y="-1266825"/>
              <a:ext cx="209550" cy="258763"/>
            </a:xfrm>
            <a:custGeom>
              <a:avLst/>
              <a:gdLst>
                <a:gd name="T0" fmla="*/ 818 w 1047"/>
                <a:gd name="T1" fmla="*/ 909 h 1292"/>
                <a:gd name="T2" fmla="*/ 818 w 1047"/>
                <a:gd name="T3" fmla="*/ 878 h 1292"/>
                <a:gd name="T4" fmla="*/ 813 w 1047"/>
                <a:gd name="T5" fmla="*/ 63 h 1292"/>
                <a:gd name="T6" fmla="*/ 865 w 1047"/>
                <a:gd name="T7" fmla="*/ 3 h 1292"/>
                <a:gd name="T8" fmla="*/ 983 w 1047"/>
                <a:gd name="T9" fmla="*/ 1 h 1292"/>
                <a:gd name="T10" fmla="*/ 1047 w 1047"/>
                <a:gd name="T11" fmla="*/ 69 h 1292"/>
                <a:gd name="T12" fmla="*/ 1047 w 1047"/>
                <a:gd name="T13" fmla="*/ 881 h 1292"/>
                <a:gd name="T14" fmla="*/ 1047 w 1047"/>
                <a:gd name="T15" fmla="*/ 1177 h 1292"/>
                <a:gd name="T16" fmla="*/ 1043 w 1047"/>
                <a:gd name="T17" fmla="*/ 1220 h 1292"/>
                <a:gd name="T18" fmla="*/ 965 w 1047"/>
                <a:gd name="T19" fmla="*/ 1288 h 1292"/>
                <a:gd name="T20" fmla="*/ 808 w 1047"/>
                <a:gd name="T21" fmla="*/ 1287 h 1292"/>
                <a:gd name="T22" fmla="*/ 719 w 1047"/>
                <a:gd name="T23" fmla="*/ 1242 h 1292"/>
                <a:gd name="T24" fmla="*/ 677 w 1047"/>
                <a:gd name="T25" fmla="*/ 1179 h 1292"/>
                <a:gd name="T26" fmla="*/ 310 w 1047"/>
                <a:gd name="T27" fmla="*/ 477 h 1292"/>
                <a:gd name="T28" fmla="*/ 249 w 1047"/>
                <a:gd name="T29" fmla="*/ 343 h 1292"/>
                <a:gd name="T30" fmla="*/ 228 w 1047"/>
                <a:gd name="T31" fmla="*/ 315 h 1292"/>
                <a:gd name="T32" fmla="*/ 228 w 1047"/>
                <a:gd name="T33" fmla="*/ 344 h 1292"/>
                <a:gd name="T34" fmla="*/ 234 w 1047"/>
                <a:gd name="T35" fmla="*/ 1223 h 1292"/>
                <a:gd name="T36" fmla="*/ 176 w 1047"/>
                <a:gd name="T37" fmla="*/ 1288 h 1292"/>
                <a:gd name="T38" fmla="*/ 50 w 1047"/>
                <a:gd name="T39" fmla="*/ 1288 h 1292"/>
                <a:gd name="T40" fmla="*/ 0 w 1047"/>
                <a:gd name="T41" fmla="*/ 1232 h 1292"/>
                <a:gd name="T42" fmla="*/ 0 w 1047"/>
                <a:gd name="T43" fmla="*/ 104 h 1292"/>
                <a:gd name="T44" fmla="*/ 103 w 1047"/>
                <a:gd name="T45" fmla="*/ 2 h 1292"/>
                <a:gd name="T46" fmla="*/ 233 w 1047"/>
                <a:gd name="T47" fmla="*/ 2 h 1292"/>
                <a:gd name="T48" fmla="*/ 396 w 1047"/>
                <a:gd name="T49" fmla="*/ 99 h 1292"/>
                <a:gd name="T50" fmla="*/ 551 w 1047"/>
                <a:gd name="T51" fmla="*/ 395 h 1292"/>
                <a:gd name="T52" fmla="*/ 802 w 1047"/>
                <a:gd name="T53" fmla="*/ 893 h 1292"/>
                <a:gd name="T54" fmla="*/ 811 w 1047"/>
                <a:gd name="T55" fmla="*/ 910 h 1292"/>
                <a:gd name="T56" fmla="*/ 818 w 1047"/>
                <a:gd name="T57" fmla="*/ 909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47" h="1292">
                  <a:moveTo>
                    <a:pt x="818" y="909"/>
                  </a:moveTo>
                  <a:cubicBezTo>
                    <a:pt x="818" y="899"/>
                    <a:pt x="818" y="888"/>
                    <a:pt x="818" y="878"/>
                  </a:cubicBezTo>
                  <a:cubicBezTo>
                    <a:pt x="816" y="606"/>
                    <a:pt x="815" y="334"/>
                    <a:pt x="813" y="63"/>
                  </a:cubicBezTo>
                  <a:cubicBezTo>
                    <a:pt x="813" y="21"/>
                    <a:pt x="825" y="6"/>
                    <a:pt x="865" y="3"/>
                  </a:cubicBezTo>
                  <a:cubicBezTo>
                    <a:pt x="904" y="0"/>
                    <a:pt x="944" y="0"/>
                    <a:pt x="983" y="1"/>
                  </a:cubicBezTo>
                  <a:cubicBezTo>
                    <a:pt x="1037" y="3"/>
                    <a:pt x="1047" y="16"/>
                    <a:pt x="1047" y="69"/>
                  </a:cubicBezTo>
                  <a:cubicBezTo>
                    <a:pt x="1047" y="340"/>
                    <a:pt x="1047" y="610"/>
                    <a:pt x="1047" y="881"/>
                  </a:cubicBezTo>
                  <a:cubicBezTo>
                    <a:pt x="1047" y="979"/>
                    <a:pt x="1047" y="1078"/>
                    <a:pt x="1047" y="1177"/>
                  </a:cubicBezTo>
                  <a:cubicBezTo>
                    <a:pt x="1047" y="1191"/>
                    <a:pt x="1047" y="1206"/>
                    <a:pt x="1043" y="1220"/>
                  </a:cubicBezTo>
                  <a:cubicBezTo>
                    <a:pt x="1034" y="1260"/>
                    <a:pt x="1006" y="1286"/>
                    <a:pt x="965" y="1288"/>
                  </a:cubicBezTo>
                  <a:cubicBezTo>
                    <a:pt x="913" y="1289"/>
                    <a:pt x="860" y="1289"/>
                    <a:pt x="808" y="1287"/>
                  </a:cubicBezTo>
                  <a:cubicBezTo>
                    <a:pt x="772" y="1286"/>
                    <a:pt x="741" y="1270"/>
                    <a:pt x="719" y="1242"/>
                  </a:cubicBezTo>
                  <a:cubicBezTo>
                    <a:pt x="703" y="1222"/>
                    <a:pt x="689" y="1201"/>
                    <a:pt x="677" y="1179"/>
                  </a:cubicBezTo>
                  <a:cubicBezTo>
                    <a:pt x="554" y="945"/>
                    <a:pt x="432" y="711"/>
                    <a:pt x="310" y="477"/>
                  </a:cubicBezTo>
                  <a:cubicBezTo>
                    <a:pt x="287" y="433"/>
                    <a:pt x="269" y="387"/>
                    <a:pt x="249" y="343"/>
                  </a:cubicBezTo>
                  <a:cubicBezTo>
                    <a:pt x="244" y="333"/>
                    <a:pt x="240" y="324"/>
                    <a:pt x="228" y="315"/>
                  </a:cubicBezTo>
                  <a:cubicBezTo>
                    <a:pt x="228" y="325"/>
                    <a:pt x="228" y="334"/>
                    <a:pt x="228" y="344"/>
                  </a:cubicBezTo>
                  <a:cubicBezTo>
                    <a:pt x="230" y="637"/>
                    <a:pt x="232" y="930"/>
                    <a:pt x="234" y="1223"/>
                  </a:cubicBezTo>
                  <a:cubicBezTo>
                    <a:pt x="234" y="1273"/>
                    <a:pt x="225" y="1285"/>
                    <a:pt x="176" y="1288"/>
                  </a:cubicBezTo>
                  <a:cubicBezTo>
                    <a:pt x="134" y="1292"/>
                    <a:pt x="92" y="1291"/>
                    <a:pt x="50" y="1288"/>
                  </a:cubicBezTo>
                  <a:cubicBezTo>
                    <a:pt x="10" y="1285"/>
                    <a:pt x="0" y="1271"/>
                    <a:pt x="0" y="1232"/>
                  </a:cubicBezTo>
                  <a:cubicBezTo>
                    <a:pt x="0" y="856"/>
                    <a:pt x="0" y="480"/>
                    <a:pt x="0" y="104"/>
                  </a:cubicBezTo>
                  <a:cubicBezTo>
                    <a:pt x="0" y="34"/>
                    <a:pt x="33" y="3"/>
                    <a:pt x="103" y="2"/>
                  </a:cubicBezTo>
                  <a:cubicBezTo>
                    <a:pt x="146" y="1"/>
                    <a:pt x="190" y="3"/>
                    <a:pt x="233" y="2"/>
                  </a:cubicBezTo>
                  <a:cubicBezTo>
                    <a:pt x="308" y="0"/>
                    <a:pt x="361" y="32"/>
                    <a:pt x="396" y="99"/>
                  </a:cubicBezTo>
                  <a:cubicBezTo>
                    <a:pt x="446" y="198"/>
                    <a:pt x="500" y="296"/>
                    <a:pt x="551" y="395"/>
                  </a:cubicBezTo>
                  <a:cubicBezTo>
                    <a:pt x="635" y="561"/>
                    <a:pt x="718" y="727"/>
                    <a:pt x="802" y="893"/>
                  </a:cubicBezTo>
                  <a:cubicBezTo>
                    <a:pt x="805" y="899"/>
                    <a:pt x="808" y="904"/>
                    <a:pt x="811" y="910"/>
                  </a:cubicBezTo>
                  <a:cubicBezTo>
                    <a:pt x="813" y="910"/>
                    <a:pt x="816" y="909"/>
                    <a:pt x="818" y="9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38" name="Freeform 10">
              <a:extLst>
                <a:ext uri="{FF2B5EF4-FFF2-40B4-BE49-F238E27FC236}">
                  <a16:creationId xmlns:a16="http://schemas.microsoft.com/office/drawing/2014/main" id="{783BA70C-9D2D-D83F-D4E3-3B2559D6E102}"/>
                </a:ext>
              </a:extLst>
            </p:cNvPr>
            <p:cNvSpPr>
              <a:spLocks noEditPoints="1"/>
            </p:cNvSpPr>
            <p:nvPr/>
          </p:nvSpPr>
          <p:spPr bwMode="auto">
            <a:xfrm>
              <a:off x="11268075" y="-1266825"/>
              <a:ext cx="185738" cy="257175"/>
            </a:xfrm>
            <a:custGeom>
              <a:avLst/>
              <a:gdLst>
                <a:gd name="T0" fmla="*/ 676 w 933"/>
                <a:gd name="T1" fmla="*/ 590 h 1288"/>
                <a:gd name="T2" fmla="*/ 719 w 933"/>
                <a:gd name="T3" fmla="*/ 606 h 1288"/>
                <a:gd name="T4" fmla="*/ 917 w 933"/>
                <a:gd name="T5" fmla="*/ 865 h 1288"/>
                <a:gd name="T6" fmla="*/ 693 w 933"/>
                <a:gd name="T7" fmla="*/ 1238 h 1288"/>
                <a:gd name="T8" fmla="*/ 459 w 933"/>
                <a:gd name="T9" fmla="*/ 1286 h 1288"/>
                <a:gd name="T10" fmla="*/ 84 w 933"/>
                <a:gd name="T11" fmla="*/ 1286 h 1288"/>
                <a:gd name="T12" fmla="*/ 1 w 933"/>
                <a:gd name="T13" fmla="*/ 1200 h 1288"/>
                <a:gd name="T14" fmla="*/ 1 w 933"/>
                <a:gd name="T15" fmla="*/ 89 h 1288"/>
                <a:gd name="T16" fmla="*/ 87 w 933"/>
                <a:gd name="T17" fmla="*/ 1 h 1288"/>
                <a:gd name="T18" fmla="*/ 430 w 933"/>
                <a:gd name="T19" fmla="*/ 1 h 1288"/>
                <a:gd name="T20" fmla="*/ 639 w 933"/>
                <a:gd name="T21" fmla="*/ 34 h 1288"/>
                <a:gd name="T22" fmla="*/ 833 w 933"/>
                <a:gd name="T23" fmla="*/ 411 h 1288"/>
                <a:gd name="T24" fmla="*/ 714 w 933"/>
                <a:gd name="T25" fmla="*/ 569 h 1288"/>
                <a:gd name="T26" fmla="*/ 676 w 933"/>
                <a:gd name="T27" fmla="*/ 590 h 1288"/>
                <a:gd name="T28" fmla="*/ 255 w 933"/>
                <a:gd name="T29" fmla="*/ 1087 h 1288"/>
                <a:gd name="T30" fmla="*/ 427 w 933"/>
                <a:gd name="T31" fmla="*/ 1087 h 1288"/>
                <a:gd name="T32" fmla="*/ 509 w 933"/>
                <a:gd name="T33" fmla="*/ 1080 h 1288"/>
                <a:gd name="T34" fmla="*/ 646 w 933"/>
                <a:gd name="T35" fmla="*/ 954 h 1288"/>
                <a:gd name="T36" fmla="*/ 494 w 933"/>
                <a:gd name="T37" fmla="*/ 729 h 1288"/>
                <a:gd name="T38" fmla="*/ 263 w 933"/>
                <a:gd name="T39" fmla="*/ 722 h 1288"/>
                <a:gd name="T40" fmla="*/ 255 w 933"/>
                <a:gd name="T41" fmla="*/ 728 h 1288"/>
                <a:gd name="T42" fmla="*/ 255 w 933"/>
                <a:gd name="T43" fmla="*/ 1087 h 1288"/>
                <a:gd name="T44" fmla="*/ 255 w 933"/>
                <a:gd name="T45" fmla="*/ 528 h 1288"/>
                <a:gd name="T46" fmla="*/ 436 w 933"/>
                <a:gd name="T47" fmla="*/ 528 h 1288"/>
                <a:gd name="T48" fmla="*/ 585 w 933"/>
                <a:gd name="T49" fmla="*/ 372 h 1288"/>
                <a:gd name="T50" fmla="*/ 447 w 933"/>
                <a:gd name="T51" fmla="*/ 201 h 1288"/>
                <a:gd name="T52" fmla="*/ 262 w 933"/>
                <a:gd name="T53" fmla="*/ 200 h 1288"/>
                <a:gd name="T54" fmla="*/ 255 w 933"/>
                <a:gd name="T55" fmla="*/ 206 h 1288"/>
                <a:gd name="T56" fmla="*/ 255 w 933"/>
                <a:gd name="T57" fmla="*/ 528 h 1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3" h="1288">
                  <a:moveTo>
                    <a:pt x="676" y="590"/>
                  </a:moveTo>
                  <a:cubicBezTo>
                    <a:pt x="695" y="597"/>
                    <a:pt x="707" y="601"/>
                    <a:pt x="719" y="606"/>
                  </a:cubicBezTo>
                  <a:cubicBezTo>
                    <a:pt x="837" y="651"/>
                    <a:pt x="905" y="737"/>
                    <a:pt x="917" y="865"/>
                  </a:cubicBezTo>
                  <a:cubicBezTo>
                    <a:pt x="933" y="1038"/>
                    <a:pt x="851" y="1172"/>
                    <a:pt x="693" y="1238"/>
                  </a:cubicBezTo>
                  <a:cubicBezTo>
                    <a:pt x="618" y="1270"/>
                    <a:pt x="539" y="1284"/>
                    <a:pt x="459" y="1286"/>
                  </a:cubicBezTo>
                  <a:cubicBezTo>
                    <a:pt x="334" y="1288"/>
                    <a:pt x="209" y="1287"/>
                    <a:pt x="84" y="1286"/>
                  </a:cubicBezTo>
                  <a:cubicBezTo>
                    <a:pt x="26" y="1286"/>
                    <a:pt x="1" y="1260"/>
                    <a:pt x="1" y="1200"/>
                  </a:cubicBezTo>
                  <a:cubicBezTo>
                    <a:pt x="0" y="830"/>
                    <a:pt x="0" y="459"/>
                    <a:pt x="1" y="89"/>
                  </a:cubicBezTo>
                  <a:cubicBezTo>
                    <a:pt x="1" y="27"/>
                    <a:pt x="27" y="1"/>
                    <a:pt x="87" y="1"/>
                  </a:cubicBezTo>
                  <a:cubicBezTo>
                    <a:pt x="201" y="0"/>
                    <a:pt x="316" y="0"/>
                    <a:pt x="430" y="1"/>
                  </a:cubicBezTo>
                  <a:cubicBezTo>
                    <a:pt x="501" y="2"/>
                    <a:pt x="572" y="11"/>
                    <a:pt x="639" y="34"/>
                  </a:cubicBezTo>
                  <a:cubicBezTo>
                    <a:pt x="833" y="103"/>
                    <a:pt x="866" y="274"/>
                    <a:pt x="833" y="411"/>
                  </a:cubicBezTo>
                  <a:cubicBezTo>
                    <a:pt x="816" y="480"/>
                    <a:pt x="774" y="533"/>
                    <a:pt x="714" y="569"/>
                  </a:cubicBezTo>
                  <a:cubicBezTo>
                    <a:pt x="704" y="575"/>
                    <a:pt x="693" y="581"/>
                    <a:pt x="676" y="590"/>
                  </a:cubicBezTo>
                  <a:close/>
                  <a:moveTo>
                    <a:pt x="255" y="1087"/>
                  </a:moveTo>
                  <a:cubicBezTo>
                    <a:pt x="315" y="1087"/>
                    <a:pt x="371" y="1088"/>
                    <a:pt x="427" y="1087"/>
                  </a:cubicBezTo>
                  <a:cubicBezTo>
                    <a:pt x="455" y="1086"/>
                    <a:pt x="482" y="1084"/>
                    <a:pt x="509" y="1080"/>
                  </a:cubicBezTo>
                  <a:cubicBezTo>
                    <a:pt x="579" y="1069"/>
                    <a:pt x="635" y="1018"/>
                    <a:pt x="646" y="954"/>
                  </a:cubicBezTo>
                  <a:cubicBezTo>
                    <a:pt x="664" y="848"/>
                    <a:pt x="628" y="748"/>
                    <a:pt x="494" y="729"/>
                  </a:cubicBezTo>
                  <a:cubicBezTo>
                    <a:pt x="418" y="719"/>
                    <a:pt x="340" y="724"/>
                    <a:pt x="263" y="722"/>
                  </a:cubicBezTo>
                  <a:cubicBezTo>
                    <a:pt x="261" y="722"/>
                    <a:pt x="259" y="725"/>
                    <a:pt x="255" y="728"/>
                  </a:cubicBezTo>
                  <a:cubicBezTo>
                    <a:pt x="255" y="845"/>
                    <a:pt x="255" y="962"/>
                    <a:pt x="255" y="1087"/>
                  </a:cubicBezTo>
                  <a:close/>
                  <a:moveTo>
                    <a:pt x="255" y="528"/>
                  </a:moveTo>
                  <a:cubicBezTo>
                    <a:pt x="318" y="528"/>
                    <a:pt x="378" y="531"/>
                    <a:pt x="436" y="528"/>
                  </a:cubicBezTo>
                  <a:cubicBezTo>
                    <a:pt x="523" y="523"/>
                    <a:pt x="582" y="459"/>
                    <a:pt x="585" y="372"/>
                  </a:cubicBezTo>
                  <a:cubicBezTo>
                    <a:pt x="588" y="272"/>
                    <a:pt x="541" y="210"/>
                    <a:pt x="447" y="201"/>
                  </a:cubicBezTo>
                  <a:cubicBezTo>
                    <a:pt x="386" y="195"/>
                    <a:pt x="324" y="200"/>
                    <a:pt x="262" y="200"/>
                  </a:cubicBezTo>
                  <a:cubicBezTo>
                    <a:pt x="260" y="200"/>
                    <a:pt x="258" y="203"/>
                    <a:pt x="255" y="206"/>
                  </a:cubicBezTo>
                  <a:cubicBezTo>
                    <a:pt x="255" y="311"/>
                    <a:pt x="255" y="417"/>
                    <a:pt x="255"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39" name="Freeform 11">
              <a:extLst>
                <a:ext uri="{FF2B5EF4-FFF2-40B4-BE49-F238E27FC236}">
                  <a16:creationId xmlns:a16="http://schemas.microsoft.com/office/drawing/2014/main" id="{AC3790AA-8946-91E7-8BA9-F5E3AC9C2F1B}"/>
                </a:ext>
              </a:extLst>
            </p:cNvPr>
            <p:cNvSpPr>
              <a:spLocks noEditPoints="1"/>
            </p:cNvSpPr>
            <p:nvPr/>
          </p:nvSpPr>
          <p:spPr bwMode="auto">
            <a:xfrm>
              <a:off x="10679113" y="-1266825"/>
              <a:ext cx="234950" cy="258763"/>
            </a:xfrm>
            <a:custGeom>
              <a:avLst/>
              <a:gdLst>
                <a:gd name="T0" fmla="*/ 815 w 1176"/>
                <a:gd name="T1" fmla="*/ 997 h 1300"/>
                <a:gd name="T2" fmla="*/ 341 w 1176"/>
                <a:gd name="T3" fmla="*/ 997 h 1300"/>
                <a:gd name="T4" fmla="*/ 324 w 1176"/>
                <a:gd name="T5" fmla="*/ 1046 h 1300"/>
                <a:gd name="T6" fmla="*/ 261 w 1176"/>
                <a:gd name="T7" fmla="*/ 1243 h 1300"/>
                <a:gd name="T8" fmla="*/ 201 w 1176"/>
                <a:gd name="T9" fmla="*/ 1291 h 1300"/>
                <a:gd name="T10" fmla="*/ 52 w 1176"/>
                <a:gd name="T11" fmla="*/ 1291 h 1300"/>
                <a:gd name="T12" fmla="*/ 10 w 1176"/>
                <a:gd name="T13" fmla="*/ 1230 h 1300"/>
                <a:gd name="T14" fmla="*/ 42 w 1176"/>
                <a:gd name="T15" fmla="*/ 1131 h 1300"/>
                <a:gd name="T16" fmla="*/ 402 w 1176"/>
                <a:gd name="T17" fmla="*/ 79 h 1300"/>
                <a:gd name="T18" fmla="*/ 411 w 1176"/>
                <a:gd name="T19" fmla="*/ 53 h 1300"/>
                <a:gd name="T20" fmla="*/ 478 w 1176"/>
                <a:gd name="T21" fmla="*/ 2 h 1300"/>
                <a:gd name="T22" fmla="*/ 683 w 1176"/>
                <a:gd name="T23" fmla="*/ 1 h 1300"/>
                <a:gd name="T24" fmla="*/ 774 w 1176"/>
                <a:gd name="T25" fmla="*/ 70 h 1300"/>
                <a:gd name="T26" fmla="*/ 1063 w 1176"/>
                <a:gd name="T27" fmla="*/ 915 h 1300"/>
                <a:gd name="T28" fmla="*/ 1158 w 1176"/>
                <a:gd name="T29" fmla="*/ 1194 h 1300"/>
                <a:gd name="T30" fmla="*/ 1172 w 1176"/>
                <a:gd name="T31" fmla="*/ 1248 h 1300"/>
                <a:gd name="T32" fmla="*/ 1142 w 1176"/>
                <a:gd name="T33" fmla="*/ 1290 h 1300"/>
                <a:gd name="T34" fmla="*/ 938 w 1176"/>
                <a:gd name="T35" fmla="*/ 1289 h 1300"/>
                <a:gd name="T36" fmla="*/ 899 w 1176"/>
                <a:gd name="T37" fmla="*/ 1249 h 1300"/>
                <a:gd name="T38" fmla="*/ 828 w 1176"/>
                <a:gd name="T39" fmla="*/ 1037 h 1300"/>
                <a:gd name="T40" fmla="*/ 815 w 1176"/>
                <a:gd name="T41" fmla="*/ 997 h 1300"/>
                <a:gd name="T42" fmla="*/ 581 w 1176"/>
                <a:gd name="T43" fmla="*/ 263 h 1300"/>
                <a:gd name="T44" fmla="*/ 572 w 1176"/>
                <a:gd name="T45" fmla="*/ 264 h 1300"/>
                <a:gd name="T46" fmla="*/ 397 w 1176"/>
                <a:gd name="T47" fmla="*/ 792 h 1300"/>
                <a:gd name="T48" fmla="*/ 754 w 1176"/>
                <a:gd name="T49" fmla="*/ 792 h 1300"/>
                <a:gd name="T50" fmla="*/ 581 w 1176"/>
                <a:gd name="T51" fmla="*/ 263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76" h="1300">
                  <a:moveTo>
                    <a:pt x="815" y="997"/>
                  </a:moveTo>
                  <a:cubicBezTo>
                    <a:pt x="655" y="997"/>
                    <a:pt x="499" y="997"/>
                    <a:pt x="341" y="997"/>
                  </a:cubicBezTo>
                  <a:cubicBezTo>
                    <a:pt x="335" y="1014"/>
                    <a:pt x="329" y="1030"/>
                    <a:pt x="324" y="1046"/>
                  </a:cubicBezTo>
                  <a:cubicBezTo>
                    <a:pt x="302" y="1111"/>
                    <a:pt x="281" y="1177"/>
                    <a:pt x="261" y="1243"/>
                  </a:cubicBezTo>
                  <a:cubicBezTo>
                    <a:pt x="252" y="1274"/>
                    <a:pt x="233" y="1291"/>
                    <a:pt x="201" y="1291"/>
                  </a:cubicBezTo>
                  <a:cubicBezTo>
                    <a:pt x="152" y="1291"/>
                    <a:pt x="102" y="1294"/>
                    <a:pt x="52" y="1291"/>
                  </a:cubicBezTo>
                  <a:cubicBezTo>
                    <a:pt x="10" y="1289"/>
                    <a:pt x="0" y="1271"/>
                    <a:pt x="10" y="1230"/>
                  </a:cubicBezTo>
                  <a:cubicBezTo>
                    <a:pt x="19" y="1196"/>
                    <a:pt x="31" y="1164"/>
                    <a:pt x="42" y="1131"/>
                  </a:cubicBezTo>
                  <a:cubicBezTo>
                    <a:pt x="162" y="780"/>
                    <a:pt x="282" y="430"/>
                    <a:pt x="402" y="79"/>
                  </a:cubicBezTo>
                  <a:cubicBezTo>
                    <a:pt x="405" y="70"/>
                    <a:pt x="409" y="62"/>
                    <a:pt x="411" y="53"/>
                  </a:cubicBezTo>
                  <a:cubicBezTo>
                    <a:pt x="422" y="20"/>
                    <a:pt x="443" y="2"/>
                    <a:pt x="478" y="2"/>
                  </a:cubicBezTo>
                  <a:cubicBezTo>
                    <a:pt x="546" y="2"/>
                    <a:pt x="615" y="2"/>
                    <a:pt x="683" y="1"/>
                  </a:cubicBezTo>
                  <a:cubicBezTo>
                    <a:pt x="732" y="0"/>
                    <a:pt x="757" y="22"/>
                    <a:pt x="774" y="70"/>
                  </a:cubicBezTo>
                  <a:cubicBezTo>
                    <a:pt x="868" y="353"/>
                    <a:pt x="966" y="634"/>
                    <a:pt x="1063" y="915"/>
                  </a:cubicBezTo>
                  <a:cubicBezTo>
                    <a:pt x="1095" y="1008"/>
                    <a:pt x="1127" y="1101"/>
                    <a:pt x="1158" y="1194"/>
                  </a:cubicBezTo>
                  <a:cubicBezTo>
                    <a:pt x="1164" y="1211"/>
                    <a:pt x="1170" y="1229"/>
                    <a:pt x="1172" y="1248"/>
                  </a:cubicBezTo>
                  <a:cubicBezTo>
                    <a:pt x="1176" y="1273"/>
                    <a:pt x="1167" y="1286"/>
                    <a:pt x="1142" y="1290"/>
                  </a:cubicBezTo>
                  <a:cubicBezTo>
                    <a:pt x="1074" y="1300"/>
                    <a:pt x="1006" y="1297"/>
                    <a:pt x="938" y="1289"/>
                  </a:cubicBezTo>
                  <a:cubicBezTo>
                    <a:pt x="915" y="1287"/>
                    <a:pt x="905" y="1270"/>
                    <a:pt x="899" y="1249"/>
                  </a:cubicBezTo>
                  <a:cubicBezTo>
                    <a:pt x="876" y="1179"/>
                    <a:pt x="852" y="1108"/>
                    <a:pt x="828" y="1037"/>
                  </a:cubicBezTo>
                  <a:cubicBezTo>
                    <a:pt x="824" y="1025"/>
                    <a:pt x="820" y="1012"/>
                    <a:pt x="815" y="997"/>
                  </a:cubicBezTo>
                  <a:close/>
                  <a:moveTo>
                    <a:pt x="581" y="263"/>
                  </a:moveTo>
                  <a:cubicBezTo>
                    <a:pt x="578" y="264"/>
                    <a:pt x="575" y="264"/>
                    <a:pt x="572" y="264"/>
                  </a:cubicBezTo>
                  <a:cubicBezTo>
                    <a:pt x="514" y="440"/>
                    <a:pt x="456" y="615"/>
                    <a:pt x="397" y="792"/>
                  </a:cubicBezTo>
                  <a:cubicBezTo>
                    <a:pt x="519" y="792"/>
                    <a:pt x="634" y="792"/>
                    <a:pt x="754" y="792"/>
                  </a:cubicBezTo>
                  <a:cubicBezTo>
                    <a:pt x="695" y="613"/>
                    <a:pt x="638" y="438"/>
                    <a:pt x="581" y="2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0" name="Freeform 12">
              <a:extLst>
                <a:ext uri="{FF2B5EF4-FFF2-40B4-BE49-F238E27FC236}">
                  <a16:creationId xmlns:a16="http://schemas.microsoft.com/office/drawing/2014/main" id="{D5C7026C-B3BF-D8BF-EA56-BADA5CDC099F}"/>
                </a:ext>
              </a:extLst>
            </p:cNvPr>
            <p:cNvSpPr>
              <a:spLocks noEditPoints="1"/>
            </p:cNvSpPr>
            <p:nvPr/>
          </p:nvSpPr>
          <p:spPr bwMode="auto">
            <a:xfrm>
              <a:off x="12007850" y="-1268413"/>
              <a:ext cx="234950" cy="260350"/>
            </a:xfrm>
            <a:custGeom>
              <a:avLst/>
              <a:gdLst>
                <a:gd name="T0" fmla="*/ 812 w 1175"/>
                <a:gd name="T1" fmla="*/ 1003 h 1306"/>
                <a:gd name="T2" fmla="*/ 338 w 1175"/>
                <a:gd name="T3" fmla="*/ 1003 h 1306"/>
                <a:gd name="T4" fmla="*/ 323 w 1175"/>
                <a:gd name="T5" fmla="*/ 1046 h 1306"/>
                <a:gd name="T6" fmla="*/ 260 w 1175"/>
                <a:gd name="T7" fmla="*/ 1244 h 1306"/>
                <a:gd name="T8" fmla="*/ 193 w 1175"/>
                <a:gd name="T9" fmla="*/ 1298 h 1306"/>
                <a:gd name="T10" fmla="*/ 48 w 1175"/>
                <a:gd name="T11" fmla="*/ 1297 h 1306"/>
                <a:gd name="T12" fmla="*/ 7 w 1175"/>
                <a:gd name="T13" fmla="*/ 1241 h 1306"/>
                <a:gd name="T14" fmla="*/ 26 w 1175"/>
                <a:gd name="T15" fmla="*/ 1176 h 1306"/>
                <a:gd name="T16" fmla="*/ 402 w 1175"/>
                <a:gd name="T17" fmla="*/ 79 h 1306"/>
                <a:gd name="T18" fmla="*/ 413 w 1175"/>
                <a:gd name="T19" fmla="*/ 49 h 1306"/>
                <a:gd name="T20" fmla="*/ 463 w 1175"/>
                <a:gd name="T21" fmla="*/ 9 h 1306"/>
                <a:gd name="T22" fmla="*/ 711 w 1175"/>
                <a:gd name="T23" fmla="*/ 10 h 1306"/>
                <a:gd name="T24" fmla="*/ 767 w 1175"/>
                <a:gd name="T25" fmla="*/ 64 h 1306"/>
                <a:gd name="T26" fmla="*/ 886 w 1175"/>
                <a:gd name="T27" fmla="*/ 411 h 1306"/>
                <a:gd name="T28" fmla="*/ 1151 w 1175"/>
                <a:gd name="T29" fmla="*/ 1183 h 1306"/>
                <a:gd name="T30" fmla="*/ 1169 w 1175"/>
                <a:gd name="T31" fmla="*/ 1249 h 1306"/>
                <a:gd name="T32" fmla="*/ 1137 w 1175"/>
                <a:gd name="T33" fmla="*/ 1296 h 1306"/>
                <a:gd name="T34" fmla="*/ 937 w 1175"/>
                <a:gd name="T35" fmla="*/ 1296 h 1306"/>
                <a:gd name="T36" fmla="*/ 896 w 1175"/>
                <a:gd name="T37" fmla="*/ 1253 h 1306"/>
                <a:gd name="T38" fmla="*/ 827 w 1175"/>
                <a:gd name="T39" fmla="*/ 1045 h 1306"/>
                <a:gd name="T40" fmla="*/ 812 w 1175"/>
                <a:gd name="T41" fmla="*/ 1003 h 1306"/>
                <a:gd name="T42" fmla="*/ 748 w 1175"/>
                <a:gd name="T43" fmla="*/ 799 h 1306"/>
                <a:gd name="T44" fmla="*/ 570 w 1175"/>
                <a:gd name="T45" fmla="*/ 271 h 1306"/>
                <a:gd name="T46" fmla="*/ 395 w 1175"/>
                <a:gd name="T47" fmla="*/ 799 h 1306"/>
                <a:gd name="T48" fmla="*/ 748 w 1175"/>
                <a:gd name="T49" fmla="*/ 799 h 1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75" h="1306">
                  <a:moveTo>
                    <a:pt x="812" y="1003"/>
                  </a:moveTo>
                  <a:cubicBezTo>
                    <a:pt x="654" y="1003"/>
                    <a:pt x="498" y="1003"/>
                    <a:pt x="338" y="1003"/>
                  </a:cubicBezTo>
                  <a:cubicBezTo>
                    <a:pt x="333" y="1017"/>
                    <a:pt x="328" y="1031"/>
                    <a:pt x="323" y="1046"/>
                  </a:cubicBezTo>
                  <a:cubicBezTo>
                    <a:pt x="302" y="1112"/>
                    <a:pt x="280" y="1178"/>
                    <a:pt x="260" y="1244"/>
                  </a:cubicBezTo>
                  <a:cubicBezTo>
                    <a:pt x="250" y="1280"/>
                    <a:pt x="230" y="1298"/>
                    <a:pt x="193" y="1298"/>
                  </a:cubicBezTo>
                  <a:cubicBezTo>
                    <a:pt x="144" y="1297"/>
                    <a:pt x="96" y="1300"/>
                    <a:pt x="48" y="1297"/>
                  </a:cubicBezTo>
                  <a:cubicBezTo>
                    <a:pt x="10" y="1294"/>
                    <a:pt x="0" y="1279"/>
                    <a:pt x="7" y="1241"/>
                  </a:cubicBezTo>
                  <a:cubicBezTo>
                    <a:pt x="12" y="1218"/>
                    <a:pt x="19" y="1197"/>
                    <a:pt x="26" y="1176"/>
                  </a:cubicBezTo>
                  <a:cubicBezTo>
                    <a:pt x="152" y="810"/>
                    <a:pt x="277" y="444"/>
                    <a:pt x="402" y="79"/>
                  </a:cubicBezTo>
                  <a:cubicBezTo>
                    <a:pt x="406" y="69"/>
                    <a:pt x="409" y="59"/>
                    <a:pt x="413" y="49"/>
                  </a:cubicBezTo>
                  <a:cubicBezTo>
                    <a:pt x="422" y="26"/>
                    <a:pt x="439" y="12"/>
                    <a:pt x="463" y="9"/>
                  </a:cubicBezTo>
                  <a:cubicBezTo>
                    <a:pt x="546" y="0"/>
                    <a:pt x="628" y="1"/>
                    <a:pt x="711" y="10"/>
                  </a:cubicBezTo>
                  <a:cubicBezTo>
                    <a:pt x="743" y="14"/>
                    <a:pt x="757" y="36"/>
                    <a:pt x="767" y="64"/>
                  </a:cubicBezTo>
                  <a:cubicBezTo>
                    <a:pt x="806" y="180"/>
                    <a:pt x="846" y="295"/>
                    <a:pt x="886" y="411"/>
                  </a:cubicBezTo>
                  <a:cubicBezTo>
                    <a:pt x="974" y="668"/>
                    <a:pt x="1063" y="926"/>
                    <a:pt x="1151" y="1183"/>
                  </a:cubicBezTo>
                  <a:cubicBezTo>
                    <a:pt x="1159" y="1205"/>
                    <a:pt x="1165" y="1227"/>
                    <a:pt x="1169" y="1249"/>
                  </a:cubicBezTo>
                  <a:cubicBezTo>
                    <a:pt x="1175" y="1277"/>
                    <a:pt x="1165" y="1292"/>
                    <a:pt x="1137" y="1296"/>
                  </a:cubicBezTo>
                  <a:cubicBezTo>
                    <a:pt x="1070" y="1306"/>
                    <a:pt x="1003" y="1303"/>
                    <a:pt x="937" y="1296"/>
                  </a:cubicBezTo>
                  <a:cubicBezTo>
                    <a:pt x="912" y="1293"/>
                    <a:pt x="903" y="1275"/>
                    <a:pt x="896" y="1253"/>
                  </a:cubicBezTo>
                  <a:cubicBezTo>
                    <a:pt x="873" y="1183"/>
                    <a:pt x="850" y="1114"/>
                    <a:pt x="827" y="1045"/>
                  </a:cubicBezTo>
                  <a:cubicBezTo>
                    <a:pt x="822" y="1031"/>
                    <a:pt x="817" y="1018"/>
                    <a:pt x="812" y="1003"/>
                  </a:cubicBezTo>
                  <a:close/>
                  <a:moveTo>
                    <a:pt x="748" y="799"/>
                  </a:moveTo>
                  <a:cubicBezTo>
                    <a:pt x="737" y="736"/>
                    <a:pt x="588" y="291"/>
                    <a:pt x="570" y="271"/>
                  </a:cubicBezTo>
                  <a:cubicBezTo>
                    <a:pt x="511" y="447"/>
                    <a:pt x="454" y="622"/>
                    <a:pt x="395" y="799"/>
                  </a:cubicBezTo>
                  <a:cubicBezTo>
                    <a:pt x="515" y="799"/>
                    <a:pt x="630" y="799"/>
                    <a:pt x="748" y="7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1" name="Freeform 13">
              <a:extLst>
                <a:ext uri="{FF2B5EF4-FFF2-40B4-BE49-F238E27FC236}">
                  <a16:creationId xmlns:a16="http://schemas.microsoft.com/office/drawing/2014/main" id="{EFDA2EAC-514C-D568-22BF-E95328D4D12C}"/>
                </a:ext>
              </a:extLst>
            </p:cNvPr>
            <p:cNvSpPr>
              <a:spLocks/>
            </p:cNvSpPr>
            <p:nvPr/>
          </p:nvSpPr>
          <p:spPr bwMode="auto">
            <a:xfrm>
              <a:off x="11518900" y="-1268413"/>
              <a:ext cx="50800" cy="258763"/>
            </a:xfrm>
            <a:custGeom>
              <a:avLst/>
              <a:gdLst>
                <a:gd name="T0" fmla="*/ 259 w 259"/>
                <a:gd name="T1" fmla="*/ 651 h 1298"/>
                <a:gd name="T2" fmla="*/ 259 w 259"/>
                <a:gd name="T3" fmla="*/ 1231 h 1298"/>
                <a:gd name="T4" fmla="*/ 201 w 259"/>
                <a:gd name="T5" fmla="*/ 1295 h 1298"/>
                <a:gd name="T6" fmla="*/ 52 w 259"/>
                <a:gd name="T7" fmla="*/ 1294 h 1298"/>
                <a:gd name="T8" fmla="*/ 0 w 259"/>
                <a:gd name="T9" fmla="*/ 1235 h 1298"/>
                <a:gd name="T10" fmla="*/ 0 w 259"/>
                <a:gd name="T11" fmla="*/ 68 h 1298"/>
                <a:gd name="T12" fmla="*/ 51 w 259"/>
                <a:gd name="T13" fmla="*/ 9 h 1298"/>
                <a:gd name="T14" fmla="*/ 208 w 259"/>
                <a:gd name="T15" fmla="*/ 8 h 1298"/>
                <a:gd name="T16" fmla="*/ 259 w 259"/>
                <a:gd name="T17" fmla="*/ 68 h 1298"/>
                <a:gd name="T18" fmla="*/ 259 w 259"/>
                <a:gd name="T19" fmla="*/ 651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9" h="1298">
                  <a:moveTo>
                    <a:pt x="259" y="651"/>
                  </a:moveTo>
                  <a:cubicBezTo>
                    <a:pt x="259" y="844"/>
                    <a:pt x="259" y="1038"/>
                    <a:pt x="259" y="1231"/>
                  </a:cubicBezTo>
                  <a:cubicBezTo>
                    <a:pt x="259" y="1281"/>
                    <a:pt x="251" y="1292"/>
                    <a:pt x="201" y="1295"/>
                  </a:cubicBezTo>
                  <a:cubicBezTo>
                    <a:pt x="151" y="1298"/>
                    <a:pt x="101" y="1298"/>
                    <a:pt x="52" y="1294"/>
                  </a:cubicBezTo>
                  <a:cubicBezTo>
                    <a:pt x="10" y="1291"/>
                    <a:pt x="0" y="1278"/>
                    <a:pt x="0" y="1235"/>
                  </a:cubicBezTo>
                  <a:cubicBezTo>
                    <a:pt x="0" y="846"/>
                    <a:pt x="0" y="457"/>
                    <a:pt x="0" y="68"/>
                  </a:cubicBezTo>
                  <a:cubicBezTo>
                    <a:pt x="0" y="25"/>
                    <a:pt x="9" y="15"/>
                    <a:pt x="51" y="9"/>
                  </a:cubicBezTo>
                  <a:cubicBezTo>
                    <a:pt x="104" y="0"/>
                    <a:pt x="156" y="0"/>
                    <a:pt x="208" y="8"/>
                  </a:cubicBezTo>
                  <a:cubicBezTo>
                    <a:pt x="250" y="15"/>
                    <a:pt x="259" y="24"/>
                    <a:pt x="259" y="68"/>
                  </a:cubicBezTo>
                  <a:cubicBezTo>
                    <a:pt x="259" y="263"/>
                    <a:pt x="259" y="457"/>
                    <a:pt x="259" y="6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2" name="Freeform 14">
              <a:extLst>
                <a:ext uri="{FF2B5EF4-FFF2-40B4-BE49-F238E27FC236}">
                  <a16:creationId xmlns:a16="http://schemas.microsoft.com/office/drawing/2014/main" id="{8A9156F2-712C-C02F-8D22-4FFFB2E4931F}"/>
                </a:ext>
              </a:extLst>
            </p:cNvPr>
            <p:cNvSpPr>
              <a:spLocks noEditPoints="1"/>
            </p:cNvSpPr>
            <p:nvPr/>
          </p:nvSpPr>
          <p:spPr bwMode="auto">
            <a:xfrm>
              <a:off x="11458575" y="-1550988"/>
              <a:ext cx="106363" cy="182563"/>
            </a:xfrm>
            <a:custGeom>
              <a:avLst/>
              <a:gdLst>
                <a:gd name="T0" fmla="*/ 65 w 533"/>
                <a:gd name="T1" fmla="*/ 881 h 912"/>
                <a:gd name="T2" fmla="*/ 65 w 533"/>
                <a:gd name="T3" fmla="*/ 815 h 912"/>
                <a:gd name="T4" fmla="*/ 110 w 533"/>
                <a:gd name="T5" fmla="*/ 815 h 912"/>
                <a:gd name="T6" fmla="*/ 291 w 533"/>
                <a:gd name="T7" fmla="*/ 812 h 912"/>
                <a:gd name="T8" fmla="*/ 408 w 533"/>
                <a:gd name="T9" fmla="*/ 725 h 912"/>
                <a:gd name="T10" fmla="*/ 430 w 533"/>
                <a:gd name="T11" fmla="*/ 567 h 912"/>
                <a:gd name="T12" fmla="*/ 406 w 533"/>
                <a:gd name="T13" fmla="*/ 589 h 912"/>
                <a:gd name="T14" fmla="*/ 43 w 533"/>
                <a:gd name="T15" fmla="*/ 513 h 912"/>
                <a:gd name="T16" fmla="*/ 35 w 533"/>
                <a:gd name="T17" fmla="*/ 175 h 912"/>
                <a:gd name="T18" fmla="*/ 255 w 533"/>
                <a:gd name="T19" fmla="*/ 6 h 912"/>
                <a:gd name="T20" fmla="*/ 529 w 533"/>
                <a:gd name="T21" fmla="*/ 5 h 912"/>
                <a:gd name="T22" fmla="*/ 532 w 533"/>
                <a:gd name="T23" fmla="*/ 36 h 912"/>
                <a:gd name="T24" fmla="*/ 531 w 533"/>
                <a:gd name="T25" fmla="*/ 599 h 912"/>
                <a:gd name="T26" fmla="*/ 512 w 533"/>
                <a:gd name="T27" fmla="*/ 725 h 912"/>
                <a:gd name="T28" fmla="*/ 315 w 533"/>
                <a:gd name="T29" fmla="*/ 899 h 912"/>
                <a:gd name="T30" fmla="*/ 65 w 533"/>
                <a:gd name="T31" fmla="*/ 881 h 912"/>
                <a:gd name="T32" fmla="*/ 431 w 533"/>
                <a:gd name="T33" fmla="*/ 90 h 912"/>
                <a:gd name="T34" fmla="*/ 289 w 533"/>
                <a:gd name="T35" fmla="*/ 90 h 912"/>
                <a:gd name="T36" fmla="*/ 137 w 533"/>
                <a:gd name="T37" fmla="*/ 200 h 912"/>
                <a:gd name="T38" fmla="*/ 140 w 533"/>
                <a:gd name="T39" fmla="*/ 470 h 912"/>
                <a:gd name="T40" fmla="*/ 315 w 533"/>
                <a:gd name="T41" fmla="*/ 563 h 912"/>
                <a:gd name="T42" fmla="*/ 431 w 533"/>
                <a:gd name="T43" fmla="*/ 418 h 912"/>
                <a:gd name="T44" fmla="*/ 431 w 533"/>
                <a:gd name="T45" fmla="*/ 127 h 912"/>
                <a:gd name="T46" fmla="*/ 431 w 533"/>
                <a:gd name="T47" fmla="*/ 9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33" h="912">
                  <a:moveTo>
                    <a:pt x="65" y="881"/>
                  </a:moveTo>
                  <a:cubicBezTo>
                    <a:pt x="65" y="859"/>
                    <a:pt x="65" y="839"/>
                    <a:pt x="65" y="815"/>
                  </a:cubicBezTo>
                  <a:cubicBezTo>
                    <a:pt x="82" y="815"/>
                    <a:pt x="96" y="815"/>
                    <a:pt x="110" y="815"/>
                  </a:cubicBezTo>
                  <a:cubicBezTo>
                    <a:pt x="170" y="814"/>
                    <a:pt x="231" y="815"/>
                    <a:pt x="291" y="812"/>
                  </a:cubicBezTo>
                  <a:cubicBezTo>
                    <a:pt x="347" y="809"/>
                    <a:pt x="386" y="777"/>
                    <a:pt x="408" y="725"/>
                  </a:cubicBezTo>
                  <a:cubicBezTo>
                    <a:pt x="429" y="676"/>
                    <a:pt x="434" y="625"/>
                    <a:pt x="430" y="567"/>
                  </a:cubicBezTo>
                  <a:cubicBezTo>
                    <a:pt x="420" y="576"/>
                    <a:pt x="412" y="582"/>
                    <a:pt x="406" y="589"/>
                  </a:cubicBezTo>
                  <a:cubicBezTo>
                    <a:pt x="326" y="682"/>
                    <a:pt x="102" y="682"/>
                    <a:pt x="43" y="513"/>
                  </a:cubicBezTo>
                  <a:cubicBezTo>
                    <a:pt x="5" y="401"/>
                    <a:pt x="0" y="288"/>
                    <a:pt x="35" y="175"/>
                  </a:cubicBezTo>
                  <a:cubicBezTo>
                    <a:pt x="68" y="67"/>
                    <a:pt x="147" y="13"/>
                    <a:pt x="255" y="6"/>
                  </a:cubicBezTo>
                  <a:cubicBezTo>
                    <a:pt x="345" y="0"/>
                    <a:pt x="435" y="5"/>
                    <a:pt x="529" y="5"/>
                  </a:cubicBezTo>
                  <a:cubicBezTo>
                    <a:pt x="530" y="16"/>
                    <a:pt x="532" y="26"/>
                    <a:pt x="532" y="36"/>
                  </a:cubicBezTo>
                  <a:cubicBezTo>
                    <a:pt x="532" y="224"/>
                    <a:pt x="533" y="412"/>
                    <a:pt x="531" y="599"/>
                  </a:cubicBezTo>
                  <a:cubicBezTo>
                    <a:pt x="531" y="641"/>
                    <a:pt x="524" y="684"/>
                    <a:pt x="512" y="725"/>
                  </a:cubicBezTo>
                  <a:cubicBezTo>
                    <a:pt x="485" y="826"/>
                    <a:pt x="419" y="885"/>
                    <a:pt x="315" y="899"/>
                  </a:cubicBezTo>
                  <a:cubicBezTo>
                    <a:pt x="230" y="912"/>
                    <a:pt x="148" y="897"/>
                    <a:pt x="65" y="881"/>
                  </a:cubicBezTo>
                  <a:close/>
                  <a:moveTo>
                    <a:pt x="431" y="90"/>
                  </a:moveTo>
                  <a:cubicBezTo>
                    <a:pt x="380" y="90"/>
                    <a:pt x="334" y="89"/>
                    <a:pt x="289" y="90"/>
                  </a:cubicBezTo>
                  <a:cubicBezTo>
                    <a:pt x="213" y="91"/>
                    <a:pt x="161" y="127"/>
                    <a:pt x="137" y="200"/>
                  </a:cubicBezTo>
                  <a:cubicBezTo>
                    <a:pt x="108" y="290"/>
                    <a:pt x="111" y="381"/>
                    <a:pt x="140" y="470"/>
                  </a:cubicBezTo>
                  <a:cubicBezTo>
                    <a:pt x="165" y="545"/>
                    <a:pt x="231" y="578"/>
                    <a:pt x="315" y="563"/>
                  </a:cubicBezTo>
                  <a:cubicBezTo>
                    <a:pt x="383" y="551"/>
                    <a:pt x="431" y="493"/>
                    <a:pt x="431" y="418"/>
                  </a:cubicBezTo>
                  <a:cubicBezTo>
                    <a:pt x="432" y="321"/>
                    <a:pt x="431" y="224"/>
                    <a:pt x="431" y="127"/>
                  </a:cubicBezTo>
                  <a:cubicBezTo>
                    <a:pt x="431" y="116"/>
                    <a:pt x="431" y="106"/>
                    <a:pt x="431"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3" name="Freeform 15">
              <a:extLst>
                <a:ext uri="{FF2B5EF4-FFF2-40B4-BE49-F238E27FC236}">
                  <a16:creationId xmlns:a16="http://schemas.microsoft.com/office/drawing/2014/main" id="{B3DB7B42-1B34-E1E9-08DA-6EF76E81D16F}"/>
                </a:ext>
              </a:extLst>
            </p:cNvPr>
            <p:cNvSpPr>
              <a:spLocks noEditPoints="1"/>
            </p:cNvSpPr>
            <p:nvPr/>
          </p:nvSpPr>
          <p:spPr bwMode="auto">
            <a:xfrm>
              <a:off x="10680700" y="-1597025"/>
              <a:ext cx="136525" cy="173038"/>
            </a:xfrm>
            <a:custGeom>
              <a:avLst/>
              <a:gdLst>
                <a:gd name="T0" fmla="*/ 415 w 682"/>
                <a:gd name="T1" fmla="*/ 0 h 864"/>
                <a:gd name="T2" fmla="*/ 682 w 682"/>
                <a:gd name="T3" fmla="*/ 863 h 864"/>
                <a:gd name="T4" fmla="*/ 564 w 682"/>
                <a:gd name="T5" fmla="*/ 863 h 864"/>
                <a:gd name="T6" fmla="*/ 494 w 682"/>
                <a:gd name="T7" fmla="*/ 640 h 864"/>
                <a:gd name="T8" fmla="*/ 187 w 682"/>
                <a:gd name="T9" fmla="*/ 640 h 864"/>
                <a:gd name="T10" fmla="*/ 118 w 682"/>
                <a:gd name="T11" fmla="*/ 864 h 864"/>
                <a:gd name="T12" fmla="*/ 0 w 682"/>
                <a:gd name="T13" fmla="*/ 864 h 864"/>
                <a:gd name="T14" fmla="*/ 266 w 682"/>
                <a:gd name="T15" fmla="*/ 0 h 864"/>
                <a:gd name="T16" fmla="*/ 415 w 682"/>
                <a:gd name="T17" fmla="*/ 0 h 864"/>
                <a:gd name="T18" fmla="*/ 345 w 682"/>
                <a:gd name="T19" fmla="*/ 142 h 864"/>
                <a:gd name="T20" fmla="*/ 336 w 682"/>
                <a:gd name="T21" fmla="*/ 141 h 864"/>
                <a:gd name="T22" fmla="*/ 210 w 682"/>
                <a:gd name="T23" fmla="*/ 548 h 864"/>
                <a:gd name="T24" fmla="*/ 471 w 682"/>
                <a:gd name="T25" fmla="*/ 548 h 864"/>
                <a:gd name="T26" fmla="*/ 345 w 682"/>
                <a:gd name="T27" fmla="*/ 142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82" h="864">
                  <a:moveTo>
                    <a:pt x="415" y="0"/>
                  </a:moveTo>
                  <a:cubicBezTo>
                    <a:pt x="504" y="286"/>
                    <a:pt x="592" y="573"/>
                    <a:pt x="682" y="863"/>
                  </a:cubicBezTo>
                  <a:cubicBezTo>
                    <a:pt x="640" y="863"/>
                    <a:pt x="604" y="863"/>
                    <a:pt x="564" y="863"/>
                  </a:cubicBezTo>
                  <a:cubicBezTo>
                    <a:pt x="541" y="790"/>
                    <a:pt x="518" y="716"/>
                    <a:pt x="494" y="640"/>
                  </a:cubicBezTo>
                  <a:cubicBezTo>
                    <a:pt x="393" y="640"/>
                    <a:pt x="292" y="640"/>
                    <a:pt x="187" y="640"/>
                  </a:cubicBezTo>
                  <a:cubicBezTo>
                    <a:pt x="164" y="713"/>
                    <a:pt x="142" y="787"/>
                    <a:pt x="118" y="864"/>
                  </a:cubicBezTo>
                  <a:cubicBezTo>
                    <a:pt x="79" y="864"/>
                    <a:pt x="42" y="864"/>
                    <a:pt x="0" y="864"/>
                  </a:cubicBezTo>
                  <a:cubicBezTo>
                    <a:pt x="89" y="574"/>
                    <a:pt x="177" y="287"/>
                    <a:pt x="266" y="0"/>
                  </a:cubicBezTo>
                  <a:cubicBezTo>
                    <a:pt x="316" y="0"/>
                    <a:pt x="364" y="0"/>
                    <a:pt x="415" y="0"/>
                  </a:cubicBezTo>
                  <a:close/>
                  <a:moveTo>
                    <a:pt x="345" y="142"/>
                  </a:moveTo>
                  <a:cubicBezTo>
                    <a:pt x="342" y="142"/>
                    <a:pt x="339" y="141"/>
                    <a:pt x="336" y="141"/>
                  </a:cubicBezTo>
                  <a:cubicBezTo>
                    <a:pt x="294" y="276"/>
                    <a:pt x="252" y="411"/>
                    <a:pt x="210" y="548"/>
                  </a:cubicBezTo>
                  <a:cubicBezTo>
                    <a:pt x="299" y="548"/>
                    <a:pt x="382" y="548"/>
                    <a:pt x="471" y="548"/>
                  </a:cubicBezTo>
                  <a:cubicBezTo>
                    <a:pt x="428" y="410"/>
                    <a:pt x="386" y="276"/>
                    <a:pt x="345" y="1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4" name="Freeform 16">
              <a:extLst>
                <a:ext uri="{FF2B5EF4-FFF2-40B4-BE49-F238E27FC236}">
                  <a16:creationId xmlns:a16="http://schemas.microsoft.com/office/drawing/2014/main" id="{B60937FA-8EBA-7787-70CE-A62B4C0CD27D}"/>
                </a:ext>
              </a:extLst>
            </p:cNvPr>
            <p:cNvSpPr>
              <a:spLocks noEditPoints="1"/>
            </p:cNvSpPr>
            <p:nvPr/>
          </p:nvSpPr>
          <p:spPr bwMode="auto">
            <a:xfrm>
              <a:off x="12130088" y="-1552575"/>
              <a:ext cx="111125" cy="131763"/>
            </a:xfrm>
            <a:custGeom>
              <a:avLst/>
              <a:gdLst>
                <a:gd name="T0" fmla="*/ 553 w 553"/>
                <a:gd name="T1" fmla="*/ 341 h 659"/>
                <a:gd name="T2" fmla="*/ 530 w 553"/>
                <a:gd name="T3" fmla="*/ 481 h 659"/>
                <a:gd name="T4" fmla="*/ 320 w 553"/>
                <a:gd name="T5" fmla="*/ 656 h 659"/>
                <a:gd name="T6" fmla="*/ 198 w 553"/>
                <a:gd name="T7" fmla="*/ 649 h 659"/>
                <a:gd name="T8" fmla="*/ 36 w 553"/>
                <a:gd name="T9" fmla="*/ 512 h 659"/>
                <a:gd name="T10" fmla="*/ 8 w 553"/>
                <a:gd name="T11" fmla="*/ 273 h 659"/>
                <a:gd name="T12" fmla="*/ 34 w 553"/>
                <a:gd name="T13" fmla="*/ 153 h 659"/>
                <a:gd name="T14" fmla="*/ 234 w 553"/>
                <a:gd name="T15" fmla="*/ 3 h 659"/>
                <a:gd name="T16" fmla="*/ 351 w 553"/>
                <a:gd name="T17" fmla="*/ 7 h 659"/>
                <a:gd name="T18" fmla="*/ 540 w 553"/>
                <a:gd name="T19" fmla="*/ 216 h 659"/>
                <a:gd name="T20" fmla="*/ 553 w 553"/>
                <a:gd name="T21" fmla="*/ 341 h 659"/>
                <a:gd name="T22" fmla="*/ 106 w 553"/>
                <a:gd name="T23" fmla="*/ 330 h 659"/>
                <a:gd name="T24" fmla="*/ 130 w 553"/>
                <a:gd name="T25" fmla="*/ 464 h 659"/>
                <a:gd name="T26" fmla="*/ 277 w 553"/>
                <a:gd name="T27" fmla="*/ 571 h 659"/>
                <a:gd name="T28" fmla="*/ 425 w 553"/>
                <a:gd name="T29" fmla="*/ 465 h 659"/>
                <a:gd name="T30" fmla="*/ 426 w 553"/>
                <a:gd name="T31" fmla="*/ 193 h 659"/>
                <a:gd name="T32" fmla="*/ 278 w 553"/>
                <a:gd name="T33" fmla="*/ 86 h 659"/>
                <a:gd name="T34" fmla="*/ 130 w 553"/>
                <a:gd name="T35" fmla="*/ 193 h 659"/>
                <a:gd name="T36" fmla="*/ 106 w 553"/>
                <a:gd name="T37" fmla="*/ 330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53" h="659">
                  <a:moveTo>
                    <a:pt x="553" y="341"/>
                  </a:moveTo>
                  <a:cubicBezTo>
                    <a:pt x="547" y="382"/>
                    <a:pt x="543" y="433"/>
                    <a:pt x="530" y="481"/>
                  </a:cubicBezTo>
                  <a:cubicBezTo>
                    <a:pt x="501" y="586"/>
                    <a:pt x="427" y="647"/>
                    <a:pt x="320" y="656"/>
                  </a:cubicBezTo>
                  <a:cubicBezTo>
                    <a:pt x="280" y="659"/>
                    <a:pt x="238" y="656"/>
                    <a:pt x="198" y="649"/>
                  </a:cubicBezTo>
                  <a:cubicBezTo>
                    <a:pt x="121" y="635"/>
                    <a:pt x="66" y="587"/>
                    <a:pt x="36" y="512"/>
                  </a:cubicBezTo>
                  <a:cubicBezTo>
                    <a:pt x="5" y="435"/>
                    <a:pt x="0" y="354"/>
                    <a:pt x="8" y="273"/>
                  </a:cubicBezTo>
                  <a:cubicBezTo>
                    <a:pt x="13" y="232"/>
                    <a:pt x="21" y="191"/>
                    <a:pt x="34" y="153"/>
                  </a:cubicBezTo>
                  <a:cubicBezTo>
                    <a:pt x="68" y="60"/>
                    <a:pt x="137" y="10"/>
                    <a:pt x="234" y="3"/>
                  </a:cubicBezTo>
                  <a:cubicBezTo>
                    <a:pt x="273" y="0"/>
                    <a:pt x="313" y="0"/>
                    <a:pt x="351" y="7"/>
                  </a:cubicBezTo>
                  <a:cubicBezTo>
                    <a:pt x="455" y="28"/>
                    <a:pt x="520" y="101"/>
                    <a:pt x="540" y="216"/>
                  </a:cubicBezTo>
                  <a:cubicBezTo>
                    <a:pt x="546" y="254"/>
                    <a:pt x="548" y="293"/>
                    <a:pt x="553" y="341"/>
                  </a:cubicBezTo>
                  <a:close/>
                  <a:moveTo>
                    <a:pt x="106" y="330"/>
                  </a:moveTo>
                  <a:cubicBezTo>
                    <a:pt x="114" y="376"/>
                    <a:pt x="118" y="421"/>
                    <a:pt x="130" y="464"/>
                  </a:cubicBezTo>
                  <a:cubicBezTo>
                    <a:pt x="152" y="538"/>
                    <a:pt x="201" y="571"/>
                    <a:pt x="277" y="571"/>
                  </a:cubicBezTo>
                  <a:cubicBezTo>
                    <a:pt x="353" y="571"/>
                    <a:pt x="403" y="538"/>
                    <a:pt x="425" y="465"/>
                  </a:cubicBezTo>
                  <a:cubicBezTo>
                    <a:pt x="453" y="375"/>
                    <a:pt x="453" y="283"/>
                    <a:pt x="426" y="193"/>
                  </a:cubicBezTo>
                  <a:cubicBezTo>
                    <a:pt x="404" y="121"/>
                    <a:pt x="353" y="86"/>
                    <a:pt x="278" y="86"/>
                  </a:cubicBezTo>
                  <a:cubicBezTo>
                    <a:pt x="203" y="85"/>
                    <a:pt x="152" y="120"/>
                    <a:pt x="130" y="193"/>
                  </a:cubicBezTo>
                  <a:cubicBezTo>
                    <a:pt x="118" y="237"/>
                    <a:pt x="114" y="284"/>
                    <a:pt x="106" y="3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5" name="Freeform 17">
              <a:extLst>
                <a:ext uri="{FF2B5EF4-FFF2-40B4-BE49-F238E27FC236}">
                  <a16:creationId xmlns:a16="http://schemas.microsoft.com/office/drawing/2014/main" id="{A7AE87A3-63D5-A301-57F5-E04D61AFE9F8}"/>
                </a:ext>
              </a:extLst>
            </p:cNvPr>
            <p:cNvSpPr>
              <a:spLocks noEditPoints="1"/>
            </p:cNvSpPr>
            <p:nvPr/>
          </p:nvSpPr>
          <p:spPr bwMode="auto">
            <a:xfrm>
              <a:off x="11041063" y="-1552575"/>
              <a:ext cx="111125" cy="131763"/>
            </a:xfrm>
            <a:custGeom>
              <a:avLst/>
              <a:gdLst>
                <a:gd name="T0" fmla="*/ 1 w 556"/>
                <a:gd name="T1" fmla="*/ 326 h 662"/>
                <a:gd name="T2" fmla="*/ 24 w 556"/>
                <a:gd name="T3" fmla="*/ 167 h 662"/>
                <a:gd name="T4" fmla="*/ 234 w 556"/>
                <a:gd name="T5" fmla="*/ 3 h 662"/>
                <a:gd name="T6" fmla="*/ 351 w 556"/>
                <a:gd name="T7" fmla="*/ 9 h 662"/>
                <a:gd name="T8" fmla="*/ 519 w 556"/>
                <a:gd name="T9" fmla="*/ 159 h 662"/>
                <a:gd name="T10" fmla="*/ 520 w 556"/>
                <a:gd name="T11" fmla="*/ 497 h 662"/>
                <a:gd name="T12" fmla="*/ 326 w 556"/>
                <a:gd name="T13" fmla="*/ 655 h 662"/>
                <a:gd name="T14" fmla="*/ 177 w 556"/>
                <a:gd name="T15" fmla="*/ 646 h 662"/>
                <a:gd name="T16" fmla="*/ 33 w 556"/>
                <a:gd name="T17" fmla="*/ 515 h 662"/>
                <a:gd name="T18" fmla="*/ 1 w 556"/>
                <a:gd name="T19" fmla="*/ 326 h 662"/>
                <a:gd name="T20" fmla="*/ 445 w 556"/>
                <a:gd name="T21" fmla="*/ 328 h 662"/>
                <a:gd name="T22" fmla="*/ 420 w 556"/>
                <a:gd name="T23" fmla="*/ 192 h 662"/>
                <a:gd name="T24" fmla="*/ 271 w 556"/>
                <a:gd name="T25" fmla="*/ 86 h 662"/>
                <a:gd name="T26" fmla="*/ 126 w 556"/>
                <a:gd name="T27" fmla="*/ 191 h 662"/>
                <a:gd name="T28" fmla="*/ 124 w 556"/>
                <a:gd name="T29" fmla="*/ 462 h 662"/>
                <a:gd name="T30" fmla="*/ 271 w 556"/>
                <a:gd name="T31" fmla="*/ 571 h 662"/>
                <a:gd name="T32" fmla="*/ 421 w 556"/>
                <a:gd name="T33" fmla="*/ 463 h 662"/>
                <a:gd name="T34" fmla="*/ 445 w 556"/>
                <a:gd name="T35" fmla="*/ 328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6" h="662">
                  <a:moveTo>
                    <a:pt x="1" y="326"/>
                  </a:moveTo>
                  <a:cubicBezTo>
                    <a:pt x="0" y="273"/>
                    <a:pt x="6" y="219"/>
                    <a:pt x="24" y="167"/>
                  </a:cubicBezTo>
                  <a:cubicBezTo>
                    <a:pt x="58" y="65"/>
                    <a:pt x="128" y="9"/>
                    <a:pt x="234" y="3"/>
                  </a:cubicBezTo>
                  <a:cubicBezTo>
                    <a:pt x="273" y="0"/>
                    <a:pt x="313" y="1"/>
                    <a:pt x="351" y="9"/>
                  </a:cubicBezTo>
                  <a:cubicBezTo>
                    <a:pt x="436" y="24"/>
                    <a:pt x="492" y="78"/>
                    <a:pt x="519" y="159"/>
                  </a:cubicBezTo>
                  <a:cubicBezTo>
                    <a:pt x="556" y="271"/>
                    <a:pt x="556" y="385"/>
                    <a:pt x="520" y="497"/>
                  </a:cubicBezTo>
                  <a:cubicBezTo>
                    <a:pt x="490" y="591"/>
                    <a:pt x="421" y="642"/>
                    <a:pt x="326" y="655"/>
                  </a:cubicBezTo>
                  <a:cubicBezTo>
                    <a:pt x="276" y="662"/>
                    <a:pt x="226" y="660"/>
                    <a:pt x="177" y="646"/>
                  </a:cubicBezTo>
                  <a:cubicBezTo>
                    <a:pt x="109" y="626"/>
                    <a:pt x="61" y="582"/>
                    <a:pt x="33" y="515"/>
                  </a:cubicBezTo>
                  <a:cubicBezTo>
                    <a:pt x="8" y="455"/>
                    <a:pt x="0" y="392"/>
                    <a:pt x="1" y="326"/>
                  </a:cubicBezTo>
                  <a:close/>
                  <a:moveTo>
                    <a:pt x="445" y="328"/>
                  </a:moveTo>
                  <a:cubicBezTo>
                    <a:pt x="437" y="283"/>
                    <a:pt x="433" y="236"/>
                    <a:pt x="420" y="192"/>
                  </a:cubicBezTo>
                  <a:cubicBezTo>
                    <a:pt x="398" y="119"/>
                    <a:pt x="346" y="85"/>
                    <a:pt x="271" y="86"/>
                  </a:cubicBezTo>
                  <a:cubicBezTo>
                    <a:pt x="197" y="86"/>
                    <a:pt x="148" y="120"/>
                    <a:pt x="126" y="191"/>
                  </a:cubicBezTo>
                  <a:cubicBezTo>
                    <a:pt x="98" y="281"/>
                    <a:pt x="98" y="372"/>
                    <a:pt x="124" y="462"/>
                  </a:cubicBezTo>
                  <a:cubicBezTo>
                    <a:pt x="146" y="537"/>
                    <a:pt x="196" y="571"/>
                    <a:pt x="271" y="571"/>
                  </a:cubicBezTo>
                  <a:cubicBezTo>
                    <a:pt x="349" y="572"/>
                    <a:pt x="399" y="538"/>
                    <a:pt x="421" y="463"/>
                  </a:cubicBezTo>
                  <a:cubicBezTo>
                    <a:pt x="433" y="420"/>
                    <a:pt x="437" y="374"/>
                    <a:pt x="445" y="3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6" name="Freeform 18">
              <a:extLst>
                <a:ext uri="{FF2B5EF4-FFF2-40B4-BE49-F238E27FC236}">
                  <a16:creationId xmlns:a16="http://schemas.microsoft.com/office/drawing/2014/main" id="{850F9E57-49B2-1C09-AAB0-DF7D2C31F3EA}"/>
                </a:ext>
              </a:extLst>
            </p:cNvPr>
            <p:cNvSpPr>
              <a:spLocks noEditPoints="1"/>
            </p:cNvSpPr>
            <p:nvPr/>
          </p:nvSpPr>
          <p:spPr bwMode="auto">
            <a:xfrm>
              <a:off x="11774488" y="-1554163"/>
              <a:ext cx="98425" cy="134938"/>
            </a:xfrm>
            <a:custGeom>
              <a:avLst/>
              <a:gdLst>
                <a:gd name="T0" fmla="*/ 491 w 492"/>
                <a:gd name="T1" fmla="*/ 651 h 678"/>
                <a:gd name="T2" fmla="*/ 400 w 492"/>
                <a:gd name="T3" fmla="*/ 651 h 678"/>
                <a:gd name="T4" fmla="*/ 390 w 492"/>
                <a:gd name="T5" fmla="*/ 582 h 678"/>
                <a:gd name="T6" fmla="*/ 374 w 492"/>
                <a:gd name="T7" fmla="*/ 594 h 678"/>
                <a:gd name="T8" fmla="*/ 134 w 492"/>
                <a:gd name="T9" fmla="*/ 657 h 678"/>
                <a:gd name="T10" fmla="*/ 8 w 492"/>
                <a:gd name="T11" fmla="*/ 520 h 678"/>
                <a:gd name="T12" fmla="*/ 14 w 492"/>
                <a:gd name="T13" fmla="*/ 409 h 678"/>
                <a:gd name="T14" fmla="*/ 147 w 492"/>
                <a:gd name="T15" fmla="*/ 299 h 678"/>
                <a:gd name="T16" fmla="*/ 233 w 492"/>
                <a:gd name="T17" fmla="*/ 291 h 678"/>
                <a:gd name="T18" fmla="*/ 388 w 492"/>
                <a:gd name="T19" fmla="*/ 291 h 678"/>
                <a:gd name="T20" fmla="*/ 387 w 492"/>
                <a:gd name="T21" fmla="*/ 173 h 678"/>
                <a:gd name="T22" fmla="*/ 290 w 492"/>
                <a:gd name="T23" fmla="*/ 97 h 678"/>
                <a:gd name="T24" fmla="*/ 124 w 492"/>
                <a:gd name="T25" fmla="*/ 96 h 678"/>
                <a:gd name="T26" fmla="*/ 50 w 492"/>
                <a:gd name="T27" fmla="*/ 96 h 678"/>
                <a:gd name="T28" fmla="*/ 50 w 492"/>
                <a:gd name="T29" fmla="*/ 29 h 678"/>
                <a:gd name="T30" fmla="*/ 340 w 492"/>
                <a:gd name="T31" fmla="*/ 11 h 678"/>
                <a:gd name="T32" fmla="*/ 490 w 492"/>
                <a:gd name="T33" fmla="*/ 177 h 678"/>
                <a:gd name="T34" fmla="*/ 491 w 492"/>
                <a:gd name="T35" fmla="*/ 265 h 678"/>
                <a:gd name="T36" fmla="*/ 491 w 492"/>
                <a:gd name="T37" fmla="*/ 605 h 678"/>
                <a:gd name="T38" fmla="*/ 491 w 492"/>
                <a:gd name="T39" fmla="*/ 651 h 678"/>
                <a:gd name="T40" fmla="*/ 389 w 492"/>
                <a:gd name="T41" fmla="*/ 363 h 678"/>
                <a:gd name="T42" fmla="*/ 284 w 492"/>
                <a:gd name="T43" fmla="*/ 363 h 678"/>
                <a:gd name="T44" fmla="*/ 190 w 492"/>
                <a:gd name="T45" fmla="*/ 369 h 678"/>
                <a:gd name="T46" fmla="*/ 105 w 492"/>
                <a:gd name="T47" fmla="*/ 464 h 678"/>
                <a:gd name="T48" fmla="*/ 173 w 492"/>
                <a:gd name="T49" fmla="*/ 573 h 678"/>
                <a:gd name="T50" fmla="*/ 324 w 492"/>
                <a:gd name="T51" fmla="*/ 557 h 678"/>
                <a:gd name="T52" fmla="*/ 389 w 492"/>
                <a:gd name="T53" fmla="*/ 457 h 678"/>
                <a:gd name="T54" fmla="*/ 389 w 492"/>
                <a:gd name="T55" fmla="*/ 363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92" h="678">
                  <a:moveTo>
                    <a:pt x="491" y="651"/>
                  </a:moveTo>
                  <a:cubicBezTo>
                    <a:pt x="459" y="651"/>
                    <a:pt x="431" y="651"/>
                    <a:pt x="400" y="651"/>
                  </a:cubicBezTo>
                  <a:cubicBezTo>
                    <a:pt x="397" y="628"/>
                    <a:pt x="394" y="607"/>
                    <a:pt x="390" y="582"/>
                  </a:cubicBezTo>
                  <a:cubicBezTo>
                    <a:pt x="382" y="588"/>
                    <a:pt x="377" y="591"/>
                    <a:pt x="374" y="594"/>
                  </a:cubicBezTo>
                  <a:cubicBezTo>
                    <a:pt x="307" y="667"/>
                    <a:pt x="224" y="678"/>
                    <a:pt x="134" y="657"/>
                  </a:cubicBezTo>
                  <a:cubicBezTo>
                    <a:pt x="64" y="640"/>
                    <a:pt x="22" y="592"/>
                    <a:pt x="8" y="520"/>
                  </a:cubicBezTo>
                  <a:cubicBezTo>
                    <a:pt x="0" y="482"/>
                    <a:pt x="3" y="445"/>
                    <a:pt x="14" y="409"/>
                  </a:cubicBezTo>
                  <a:cubicBezTo>
                    <a:pt x="35" y="344"/>
                    <a:pt x="83" y="311"/>
                    <a:pt x="147" y="299"/>
                  </a:cubicBezTo>
                  <a:cubicBezTo>
                    <a:pt x="175" y="293"/>
                    <a:pt x="204" y="292"/>
                    <a:pt x="233" y="291"/>
                  </a:cubicBezTo>
                  <a:cubicBezTo>
                    <a:pt x="284" y="290"/>
                    <a:pt x="335" y="291"/>
                    <a:pt x="388" y="291"/>
                  </a:cubicBezTo>
                  <a:cubicBezTo>
                    <a:pt x="388" y="249"/>
                    <a:pt x="391" y="210"/>
                    <a:pt x="387" y="173"/>
                  </a:cubicBezTo>
                  <a:cubicBezTo>
                    <a:pt x="381" y="125"/>
                    <a:pt x="345" y="99"/>
                    <a:pt x="290" y="97"/>
                  </a:cubicBezTo>
                  <a:cubicBezTo>
                    <a:pt x="235" y="95"/>
                    <a:pt x="179" y="96"/>
                    <a:pt x="124" y="96"/>
                  </a:cubicBezTo>
                  <a:cubicBezTo>
                    <a:pt x="101" y="96"/>
                    <a:pt x="77" y="96"/>
                    <a:pt x="50" y="96"/>
                  </a:cubicBezTo>
                  <a:cubicBezTo>
                    <a:pt x="50" y="72"/>
                    <a:pt x="50" y="52"/>
                    <a:pt x="50" y="29"/>
                  </a:cubicBezTo>
                  <a:cubicBezTo>
                    <a:pt x="147" y="11"/>
                    <a:pt x="243" y="0"/>
                    <a:pt x="340" y="11"/>
                  </a:cubicBezTo>
                  <a:cubicBezTo>
                    <a:pt x="432" y="22"/>
                    <a:pt x="484" y="82"/>
                    <a:pt x="490" y="177"/>
                  </a:cubicBezTo>
                  <a:cubicBezTo>
                    <a:pt x="492" y="207"/>
                    <a:pt x="491" y="236"/>
                    <a:pt x="491" y="265"/>
                  </a:cubicBezTo>
                  <a:cubicBezTo>
                    <a:pt x="491" y="379"/>
                    <a:pt x="491" y="492"/>
                    <a:pt x="491" y="605"/>
                  </a:cubicBezTo>
                  <a:cubicBezTo>
                    <a:pt x="491" y="619"/>
                    <a:pt x="491" y="634"/>
                    <a:pt x="491" y="651"/>
                  </a:cubicBezTo>
                  <a:close/>
                  <a:moveTo>
                    <a:pt x="389" y="363"/>
                  </a:moveTo>
                  <a:cubicBezTo>
                    <a:pt x="351" y="363"/>
                    <a:pt x="318" y="362"/>
                    <a:pt x="284" y="363"/>
                  </a:cubicBezTo>
                  <a:cubicBezTo>
                    <a:pt x="252" y="364"/>
                    <a:pt x="221" y="364"/>
                    <a:pt x="190" y="369"/>
                  </a:cubicBezTo>
                  <a:cubicBezTo>
                    <a:pt x="139" y="378"/>
                    <a:pt x="108" y="413"/>
                    <a:pt x="105" y="464"/>
                  </a:cubicBezTo>
                  <a:cubicBezTo>
                    <a:pt x="101" y="518"/>
                    <a:pt x="124" y="556"/>
                    <a:pt x="173" y="573"/>
                  </a:cubicBezTo>
                  <a:cubicBezTo>
                    <a:pt x="225" y="591"/>
                    <a:pt x="277" y="586"/>
                    <a:pt x="324" y="557"/>
                  </a:cubicBezTo>
                  <a:cubicBezTo>
                    <a:pt x="361" y="534"/>
                    <a:pt x="385" y="502"/>
                    <a:pt x="389" y="457"/>
                  </a:cubicBezTo>
                  <a:cubicBezTo>
                    <a:pt x="391" y="428"/>
                    <a:pt x="389" y="399"/>
                    <a:pt x="389" y="3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7" name="Freeform 19">
              <a:extLst>
                <a:ext uri="{FF2B5EF4-FFF2-40B4-BE49-F238E27FC236}">
                  <a16:creationId xmlns:a16="http://schemas.microsoft.com/office/drawing/2014/main" id="{9CDB458A-9FAA-AF09-76FF-6B4F3D7D8619}"/>
                </a:ext>
              </a:extLst>
            </p:cNvPr>
            <p:cNvSpPr>
              <a:spLocks noEditPoints="1"/>
            </p:cNvSpPr>
            <p:nvPr/>
          </p:nvSpPr>
          <p:spPr bwMode="auto">
            <a:xfrm>
              <a:off x="12004675" y="-1552575"/>
              <a:ext cx="98425" cy="133350"/>
            </a:xfrm>
            <a:custGeom>
              <a:avLst/>
              <a:gdLst>
                <a:gd name="T0" fmla="*/ 391 w 494"/>
                <a:gd name="T1" fmla="*/ 284 h 672"/>
                <a:gd name="T2" fmla="*/ 390 w 494"/>
                <a:gd name="T3" fmla="*/ 171 h 672"/>
                <a:gd name="T4" fmla="*/ 298 w 494"/>
                <a:gd name="T5" fmla="*/ 91 h 672"/>
                <a:gd name="T6" fmla="*/ 160 w 494"/>
                <a:gd name="T7" fmla="*/ 89 h 672"/>
                <a:gd name="T8" fmla="*/ 52 w 494"/>
                <a:gd name="T9" fmla="*/ 89 h 672"/>
                <a:gd name="T10" fmla="*/ 52 w 494"/>
                <a:gd name="T11" fmla="*/ 22 h 672"/>
                <a:gd name="T12" fmla="*/ 148 w 494"/>
                <a:gd name="T13" fmla="*/ 8 h 672"/>
                <a:gd name="T14" fmla="*/ 337 w 494"/>
                <a:gd name="T15" fmla="*/ 4 h 672"/>
                <a:gd name="T16" fmla="*/ 493 w 494"/>
                <a:gd name="T17" fmla="*/ 169 h 672"/>
                <a:gd name="T18" fmla="*/ 494 w 494"/>
                <a:gd name="T19" fmla="*/ 236 h 672"/>
                <a:gd name="T20" fmla="*/ 494 w 494"/>
                <a:gd name="T21" fmla="*/ 596 h 672"/>
                <a:gd name="T22" fmla="*/ 494 w 494"/>
                <a:gd name="T23" fmla="*/ 643 h 672"/>
                <a:gd name="T24" fmla="*/ 402 w 494"/>
                <a:gd name="T25" fmla="*/ 643 h 672"/>
                <a:gd name="T26" fmla="*/ 393 w 494"/>
                <a:gd name="T27" fmla="*/ 574 h 672"/>
                <a:gd name="T28" fmla="*/ 366 w 494"/>
                <a:gd name="T29" fmla="*/ 597 h 672"/>
                <a:gd name="T30" fmla="*/ 98 w 494"/>
                <a:gd name="T31" fmla="*/ 636 h 672"/>
                <a:gd name="T32" fmla="*/ 19 w 494"/>
                <a:gd name="T33" fmla="*/ 545 h 672"/>
                <a:gd name="T34" fmla="*/ 20 w 494"/>
                <a:gd name="T35" fmla="*/ 393 h 672"/>
                <a:gd name="T36" fmla="*/ 117 w 494"/>
                <a:gd name="T37" fmla="*/ 301 h 672"/>
                <a:gd name="T38" fmla="*/ 222 w 494"/>
                <a:gd name="T39" fmla="*/ 284 h 672"/>
                <a:gd name="T40" fmla="*/ 391 w 494"/>
                <a:gd name="T41" fmla="*/ 284 h 672"/>
                <a:gd name="T42" fmla="*/ 391 w 494"/>
                <a:gd name="T43" fmla="*/ 356 h 672"/>
                <a:gd name="T44" fmla="*/ 245 w 494"/>
                <a:gd name="T45" fmla="*/ 356 h 672"/>
                <a:gd name="T46" fmla="*/ 186 w 494"/>
                <a:gd name="T47" fmla="*/ 363 h 672"/>
                <a:gd name="T48" fmla="*/ 107 w 494"/>
                <a:gd name="T49" fmla="*/ 459 h 672"/>
                <a:gd name="T50" fmla="*/ 177 w 494"/>
                <a:gd name="T51" fmla="*/ 566 h 672"/>
                <a:gd name="T52" fmla="*/ 322 w 494"/>
                <a:gd name="T53" fmla="*/ 553 h 672"/>
                <a:gd name="T54" fmla="*/ 390 w 494"/>
                <a:gd name="T55" fmla="*/ 460 h 672"/>
                <a:gd name="T56" fmla="*/ 391 w 494"/>
                <a:gd name="T57" fmla="*/ 356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4" h="672">
                  <a:moveTo>
                    <a:pt x="391" y="284"/>
                  </a:moveTo>
                  <a:cubicBezTo>
                    <a:pt x="391" y="243"/>
                    <a:pt x="394" y="207"/>
                    <a:pt x="390" y="171"/>
                  </a:cubicBezTo>
                  <a:cubicBezTo>
                    <a:pt x="385" y="123"/>
                    <a:pt x="352" y="94"/>
                    <a:pt x="298" y="91"/>
                  </a:cubicBezTo>
                  <a:cubicBezTo>
                    <a:pt x="252" y="88"/>
                    <a:pt x="206" y="89"/>
                    <a:pt x="160" y="89"/>
                  </a:cubicBezTo>
                  <a:cubicBezTo>
                    <a:pt x="125" y="89"/>
                    <a:pt x="90" y="89"/>
                    <a:pt x="52" y="89"/>
                  </a:cubicBezTo>
                  <a:cubicBezTo>
                    <a:pt x="52" y="65"/>
                    <a:pt x="52" y="46"/>
                    <a:pt x="52" y="22"/>
                  </a:cubicBezTo>
                  <a:cubicBezTo>
                    <a:pt x="84" y="17"/>
                    <a:pt x="116" y="10"/>
                    <a:pt x="148" y="8"/>
                  </a:cubicBezTo>
                  <a:cubicBezTo>
                    <a:pt x="211" y="5"/>
                    <a:pt x="274" y="0"/>
                    <a:pt x="337" y="4"/>
                  </a:cubicBezTo>
                  <a:cubicBezTo>
                    <a:pt x="431" y="11"/>
                    <a:pt x="486" y="72"/>
                    <a:pt x="493" y="169"/>
                  </a:cubicBezTo>
                  <a:cubicBezTo>
                    <a:pt x="494" y="191"/>
                    <a:pt x="494" y="214"/>
                    <a:pt x="494" y="236"/>
                  </a:cubicBezTo>
                  <a:cubicBezTo>
                    <a:pt x="494" y="356"/>
                    <a:pt x="494" y="476"/>
                    <a:pt x="494" y="596"/>
                  </a:cubicBezTo>
                  <a:cubicBezTo>
                    <a:pt x="494" y="611"/>
                    <a:pt x="494" y="625"/>
                    <a:pt x="494" y="643"/>
                  </a:cubicBezTo>
                  <a:cubicBezTo>
                    <a:pt x="462" y="643"/>
                    <a:pt x="432" y="643"/>
                    <a:pt x="402" y="643"/>
                  </a:cubicBezTo>
                  <a:cubicBezTo>
                    <a:pt x="399" y="621"/>
                    <a:pt x="396" y="600"/>
                    <a:pt x="393" y="574"/>
                  </a:cubicBezTo>
                  <a:cubicBezTo>
                    <a:pt x="381" y="584"/>
                    <a:pt x="373" y="590"/>
                    <a:pt x="366" y="597"/>
                  </a:cubicBezTo>
                  <a:cubicBezTo>
                    <a:pt x="297" y="672"/>
                    <a:pt x="162" y="670"/>
                    <a:pt x="98" y="636"/>
                  </a:cubicBezTo>
                  <a:cubicBezTo>
                    <a:pt x="60" y="615"/>
                    <a:pt x="34" y="586"/>
                    <a:pt x="19" y="545"/>
                  </a:cubicBezTo>
                  <a:cubicBezTo>
                    <a:pt x="0" y="494"/>
                    <a:pt x="2" y="443"/>
                    <a:pt x="20" y="393"/>
                  </a:cubicBezTo>
                  <a:cubicBezTo>
                    <a:pt x="37" y="346"/>
                    <a:pt x="71" y="314"/>
                    <a:pt x="117" y="301"/>
                  </a:cubicBezTo>
                  <a:cubicBezTo>
                    <a:pt x="151" y="291"/>
                    <a:pt x="187" y="286"/>
                    <a:pt x="222" y="284"/>
                  </a:cubicBezTo>
                  <a:cubicBezTo>
                    <a:pt x="277" y="282"/>
                    <a:pt x="332" y="284"/>
                    <a:pt x="391" y="284"/>
                  </a:cubicBezTo>
                  <a:close/>
                  <a:moveTo>
                    <a:pt x="391" y="356"/>
                  </a:moveTo>
                  <a:cubicBezTo>
                    <a:pt x="339" y="356"/>
                    <a:pt x="292" y="355"/>
                    <a:pt x="245" y="356"/>
                  </a:cubicBezTo>
                  <a:cubicBezTo>
                    <a:pt x="225" y="357"/>
                    <a:pt x="206" y="359"/>
                    <a:pt x="186" y="363"/>
                  </a:cubicBezTo>
                  <a:cubicBezTo>
                    <a:pt x="138" y="374"/>
                    <a:pt x="110" y="409"/>
                    <a:pt x="107" y="459"/>
                  </a:cubicBezTo>
                  <a:cubicBezTo>
                    <a:pt x="104" y="512"/>
                    <a:pt x="128" y="551"/>
                    <a:pt x="177" y="566"/>
                  </a:cubicBezTo>
                  <a:cubicBezTo>
                    <a:pt x="227" y="583"/>
                    <a:pt x="276" y="579"/>
                    <a:pt x="322" y="553"/>
                  </a:cubicBezTo>
                  <a:cubicBezTo>
                    <a:pt x="358" y="533"/>
                    <a:pt x="384" y="502"/>
                    <a:pt x="390" y="460"/>
                  </a:cubicBezTo>
                  <a:cubicBezTo>
                    <a:pt x="394" y="428"/>
                    <a:pt x="391" y="394"/>
                    <a:pt x="391" y="3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8" name="Freeform 20">
              <a:extLst>
                <a:ext uri="{FF2B5EF4-FFF2-40B4-BE49-F238E27FC236}">
                  <a16:creationId xmlns:a16="http://schemas.microsoft.com/office/drawing/2014/main" id="{EEE1B015-B9F6-F79A-E897-13540F67D4C1}"/>
                </a:ext>
              </a:extLst>
            </p:cNvPr>
            <p:cNvSpPr>
              <a:spLocks noEditPoints="1"/>
            </p:cNvSpPr>
            <p:nvPr/>
          </p:nvSpPr>
          <p:spPr bwMode="auto">
            <a:xfrm>
              <a:off x="11334750" y="-1554163"/>
              <a:ext cx="109538" cy="133350"/>
            </a:xfrm>
            <a:custGeom>
              <a:avLst/>
              <a:gdLst>
                <a:gd name="T0" fmla="*/ 112 w 548"/>
                <a:gd name="T1" fmla="*/ 365 h 664"/>
                <a:gd name="T2" fmla="*/ 127 w 548"/>
                <a:gd name="T3" fmla="*/ 453 h 664"/>
                <a:gd name="T4" fmla="*/ 280 w 548"/>
                <a:gd name="T5" fmla="*/ 575 h 664"/>
                <a:gd name="T6" fmla="*/ 445 w 548"/>
                <a:gd name="T7" fmla="*/ 575 h 664"/>
                <a:gd name="T8" fmla="*/ 483 w 548"/>
                <a:gd name="T9" fmla="*/ 575 h 664"/>
                <a:gd name="T10" fmla="*/ 483 w 548"/>
                <a:gd name="T11" fmla="*/ 642 h 664"/>
                <a:gd name="T12" fmla="*/ 375 w 548"/>
                <a:gd name="T13" fmla="*/ 657 h 664"/>
                <a:gd name="T14" fmla="*/ 238 w 548"/>
                <a:gd name="T15" fmla="*/ 661 h 664"/>
                <a:gd name="T16" fmla="*/ 27 w 548"/>
                <a:gd name="T17" fmla="*/ 486 h 664"/>
                <a:gd name="T18" fmla="*/ 22 w 548"/>
                <a:gd name="T19" fmla="*/ 210 h 664"/>
                <a:gd name="T20" fmla="*/ 302 w 548"/>
                <a:gd name="T21" fmla="*/ 5 h 664"/>
                <a:gd name="T22" fmla="*/ 424 w 548"/>
                <a:gd name="T23" fmla="*/ 32 h 664"/>
                <a:gd name="T24" fmla="*/ 517 w 548"/>
                <a:gd name="T25" fmla="*/ 260 h 664"/>
                <a:gd name="T26" fmla="*/ 407 w 548"/>
                <a:gd name="T27" fmla="*/ 357 h 664"/>
                <a:gd name="T28" fmla="*/ 332 w 548"/>
                <a:gd name="T29" fmla="*/ 365 h 664"/>
                <a:gd name="T30" fmla="*/ 159 w 548"/>
                <a:gd name="T31" fmla="*/ 365 h 664"/>
                <a:gd name="T32" fmla="*/ 112 w 548"/>
                <a:gd name="T33" fmla="*/ 365 h 664"/>
                <a:gd name="T34" fmla="*/ 121 w 548"/>
                <a:gd name="T35" fmla="*/ 293 h 664"/>
                <a:gd name="T36" fmla="*/ 352 w 548"/>
                <a:gd name="T37" fmla="*/ 289 h 664"/>
                <a:gd name="T38" fmla="*/ 360 w 548"/>
                <a:gd name="T39" fmla="*/ 288 h 664"/>
                <a:gd name="T40" fmla="*/ 422 w 548"/>
                <a:gd name="T41" fmla="*/ 227 h 664"/>
                <a:gd name="T42" fmla="*/ 356 w 548"/>
                <a:gd name="T43" fmla="*/ 104 h 664"/>
                <a:gd name="T44" fmla="*/ 121 w 548"/>
                <a:gd name="T45" fmla="*/ 293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8" h="664">
                  <a:moveTo>
                    <a:pt x="112" y="365"/>
                  </a:moveTo>
                  <a:cubicBezTo>
                    <a:pt x="118" y="399"/>
                    <a:pt x="120" y="427"/>
                    <a:pt x="127" y="453"/>
                  </a:cubicBezTo>
                  <a:cubicBezTo>
                    <a:pt x="148" y="535"/>
                    <a:pt x="197" y="574"/>
                    <a:pt x="280" y="575"/>
                  </a:cubicBezTo>
                  <a:cubicBezTo>
                    <a:pt x="335" y="576"/>
                    <a:pt x="390" y="575"/>
                    <a:pt x="445" y="575"/>
                  </a:cubicBezTo>
                  <a:cubicBezTo>
                    <a:pt x="457" y="575"/>
                    <a:pt x="468" y="575"/>
                    <a:pt x="483" y="575"/>
                  </a:cubicBezTo>
                  <a:cubicBezTo>
                    <a:pt x="483" y="598"/>
                    <a:pt x="483" y="617"/>
                    <a:pt x="483" y="642"/>
                  </a:cubicBezTo>
                  <a:cubicBezTo>
                    <a:pt x="447" y="647"/>
                    <a:pt x="411" y="655"/>
                    <a:pt x="375" y="657"/>
                  </a:cubicBezTo>
                  <a:cubicBezTo>
                    <a:pt x="329" y="661"/>
                    <a:pt x="283" y="664"/>
                    <a:pt x="238" y="661"/>
                  </a:cubicBezTo>
                  <a:cubicBezTo>
                    <a:pt x="131" y="653"/>
                    <a:pt x="57" y="591"/>
                    <a:pt x="27" y="486"/>
                  </a:cubicBezTo>
                  <a:cubicBezTo>
                    <a:pt x="2" y="395"/>
                    <a:pt x="0" y="302"/>
                    <a:pt x="22" y="210"/>
                  </a:cubicBezTo>
                  <a:cubicBezTo>
                    <a:pt x="56" y="71"/>
                    <a:pt x="155" y="0"/>
                    <a:pt x="302" y="5"/>
                  </a:cubicBezTo>
                  <a:cubicBezTo>
                    <a:pt x="344" y="6"/>
                    <a:pt x="385" y="12"/>
                    <a:pt x="424" y="32"/>
                  </a:cubicBezTo>
                  <a:cubicBezTo>
                    <a:pt x="510" y="76"/>
                    <a:pt x="548" y="167"/>
                    <a:pt x="517" y="260"/>
                  </a:cubicBezTo>
                  <a:cubicBezTo>
                    <a:pt x="499" y="315"/>
                    <a:pt x="460" y="346"/>
                    <a:pt x="407" y="357"/>
                  </a:cubicBezTo>
                  <a:cubicBezTo>
                    <a:pt x="382" y="363"/>
                    <a:pt x="357" y="364"/>
                    <a:pt x="332" y="365"/>
                  </a:cubicBezTo>
                  <a:cubicBezTo>
                    <a:pt x="275" y="366"/>
                    <a:pt x="217" y="365"/>
                    <a:pt x="159" y="365"/>
                  </a:cubicBezTo>
                  <a:cubicBezTo>
                    <a:pt x="146" y="365"/>
                    <a:pt x="133" y="365"/>
                    <a:pt x="112" y="365"/>
                  </a:cubicBezTo>
                  <a:close/>
                  <a:moveTo>
                    <a:pt x="121" y="293"/>
                  </a:moveTo>
                  <a:cubicBezTo>
                    <a:pt x="198" y="293"/>
                    <a:pt x="275" y="299"/>
                    <a:pt x="352" y="289"/>
                  </a:cubicBezTo>
                  <a:cubicBezTo>
                    <a:pt x="355" y="289"/>
                    <a:pt x="358" y="289"/>
                    <a:pt x="360" y="288"/>
                  </a:cubicBezTo>
                  <a:cubicBezTo>
                    <a:pt x="392" y="279"/>
                    <a:pt x="413" y="260"/>
                    <a:pt x="422" y="227"/>
                  </a:cubicBezTo>
                  <a:cubicBezTo>
                    <a:pt x="437" y="174"/>
                    <a:pt x="411" y="123"/>
                    <a:pt x="356" y="104"/>
                  </a:cubicBezTo>
                  <a:cubicBezTo>
                    <a:pt x="234" y="63"/>
                    <a:pt x="116" y="135"/>
                    <a:pt x="121" y="2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49" name="Freeform 21">
              <a:extLst>
                <a:ext uri="{FF2B5EF4-FFF2-40B4-BE49-F238E27FC236}">
                  <a16:creationId xmlns:a16="http://schemas.microsoft.com/office/drawing/2014/main" id="{096C9BC3-C9E8-B3B4-0BCC-A9288949D902}"/>
                </a:ext>
              </a:extLst>
            </p:cNvPr>
            <p:cNvSpPr>
              <a:spLocks/>
            </p:cNvSpPr>
            <p:nvPr/>
          </p:nvSpPr>
          <p:spPr bwMode="auto">
            <a:xfrm>
              <a:off x="11595100" y="-1550988"/>
              <a:ext cx="98425" cy="131763"/>
            </a:xfrm>
            <a:custGeom>
              <a:avLst/>
              <a:gdLst>
                <a:gd name="T0" fmla="*/ 394 w 492"/>
                <a:gd name="T1" fmla="*/ 0 h 660"/>
                <a:gd name="T2" fmla="*/ 455 w 492"/>
                <a:gd name="T3" fmla="*/ 0 h 660"/>
                <a:gd name="T4" fmla="*/ 492 w 492"/>
                <a:gd name="T5" fmla="*/ 0 h 660"/>
                <a:gd name="T6" fmla="*/ 492 w 492"/>
                <a:gd name="T7" fmla="*/ 631 h 660"/>
                <a:gd name="T8" fmla="*/ 402 w 492"/>
                <a:gd name="T9" fmla="*/ 631 h 660"/>
                <a:gd name="T10" fmla="*/ 392 w 492"/>
                <a:gd name="T11" fmla="*/ 563 h 660"/>
                <a:gd name="T12" fmla="*/ 374 w 492"/>
                <a:gd name="T13" fmla="*/ 577 h 660"/>
                <a:gd name="T14" fmla="*/ 121 w 492"/>
                <a:gd name="T15" fmla="*/ 635 h 660"/>
                <a:gd name="T16" fmla="*/ 1 w 492"/>
                <a:gd name="T17" fmla="*/ 471 h 660"/>
                <a:gd name="T18" fmla="*/ 1 w 492"/>
                <a:gd name="T19" fmla="*/ 283 h 660"/>
                <a:gd name="T20" fmla="*/ 1 w 492"/>
                <a:gd name="T21" fmla="*/ 43 h 660"/>
                <a:gd name="T22" fmla="*/ 2 w 492"/>
                <a:gd name="T23" fmla="*/ 2 h 660"/>
                <a:gd name="T24" fmla="*/ 99 w 492"/>
                <a:gd name="T25" fmla="*/ 2 h 660"/>
                <a:gd name="T26" fmla="*/ 101 w 492"/>
                <a:gd name="T27" fmla="*/ 43 h 660"/>
                <a:gd name="T28" fmla="*/ 101 w 492"/>
                <a:gd name="T29" fmla="*/ 419 h 660"/>
                <a:gd name="T30" fmla="*/ 294 w 492"/>
                <a:gd name="T31" fmla="*/ 552 h 660"/>
                <a:gd name="T32" fmla="*/ 394 w 492"/>
                <a:gd name="T33" fmla="*/ 405 h 660"/>
                <a:gd name="T34" fmla="*/ 394 w 492"/>
                <a:gd name="T35" fmla="*/ 49 h 660"/>
                <a:gd name="T36" fmla="*/ 394 w 492"/>
                <a:gd name="T37"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2" h="660">
                  <a:moveTo>
                    <a:pt x="394" y="0"/>
                  </a:moveTo>
                  <a:cubicBezTo>
                    <a:pt x="418" y="0"/>
                    <a:pt x="436" y="0"/>
                    <a:pt x="455" y="0"/>
                  </a:cubicBezTo>
                  <a:cubicBezTo>
                    <a:pt x="466" y="0"/>
                    <a:pt x="478" y="0"/>
                    <a:pt x="492" y="0"/>
                  </a:cubicBezTo>
                  <a:cubicBezTo>
                    <a:pt x="492" y="211"/>
                    <a:pt x="492" y="420"/>
                    <a:pt x="492" y="631"/>
                  </a:cubicBezTo>
                  <a:cubicBezTo>
                    <a:pt x="463" y="631"/>
                    <a:pt x="434" y="631"/>
                    <a:pt x="402" y="631"/>
                  </a:cubicBezTo>
                  <a:cubicBezTo>
                    <a:pt x="399" y="610"/>
                    <a:pt x="396" y="588"/>
                    <a:pt x="392" y="563"/>
                  </a:cubicBezTo>
                  <a:cubicBezTo>
                    <a:pt x="385" y="568"/>
                    <a:pt x="379" y="572"/>
                    <a:pt x="374" y="577"/>
                  </a:cubicBezTo>
                  <a:cubicBezTo>
                    <a:pt x="301" y="647"/>
                    <a:pt x="214" y="660"/>
                    <a:pt x="121" y="635"/>
                  </a:cubicBezTo>
                  <a:cubicBezTo>
                    <a:pt x="49" y="616"/>
                    <a:pt x="4" y="552"/>
                    <a:pt x="1" y="471"/>
                  </a:cubicBezTo>
                  <a:cubicBezTo>
                    <a:pt x="0" y="408"/>
                    <a:pt x="1" y="345"/>
                    <a:pt x="1" y="283"/>
                  </a:cubicBezTo>
                  <a:cubicBezTo>
                    <a:pt x="1" y="203"/>
                    <a:pt x="1" y="123"/>
                    <a:pt x="1" y="43"/>
                  </a:cubicBezTo>
                  <a:cubicBezTo>
                    <a:pt x="1" y="30"/>
                    <a:pt x="2" y="17"/>
                    <a:pt x="2" y="2"/>
                  </a:cubicBezTo>
                  <a:cubicBezTo>
                    <a:pt x="35" y="2"/>
                    <a:pt x="64" y="2"/>
                    <a:pt x="99" y="2"/>
                  </a:cubicBezTo>
                  <a:cubicBezTo>
                    <a:pt x="100" y="15"/>
                    <a:pt x="101" y="29"/>
                    <a:pt x="101" y="43"/>
                  </a:cubicBezTo>
                  <a:cubicBezTo>
                    <a:pt x="101" y="169"/>
                    <a:pt x="101" y="294"/>
                    <a:pt x="101" y="419"/>
                  </a:cubicBezTo>
                  <a:cubicBezTo>
                    <a:pt x="101" y="536"/>
                    <a:pt x="185" y="594"/>
                    <a:pt x="294" y="552"/>
                  </a:cubicBezTo>
                  <a:cubicBezTo>
                    <a:pt x="360" y="527"/>
                    <a:pt x="394" y="477"/>
                    <a:pt x="394" y="405"/>
                  </a:cubicBezTo>
                  <a:cubicBezTo>
                    <a:pt x="395" y="286"/>
                    <a:pt x="394" y="168"/>
                    <a:pt x="394" y="49"/>
                  </a:cubicBezTo>
                  <a:cubicBezTo>
                    <a:pt x="394" y="35"/>
                    <a:pt x="394" y="20"/>
                    <a:pt x="39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0" name="Freeform 22">
              <a:extLst>
                <a:ext uri="{FF2B5EF4-FFF2-40B4-BE49-F238E27FC236}">
                  <a16:creationId xmlns:a16="http://schemas.microsoft.com/office/drawing/2014/main" id="{BE617D63-939D-5633-923C-57A4E40AB64A}"/>
                </a:ext>
              </a:extLst>
            </p:cNvPr>
            <p:cNvSpPr>
              <a:spLocks/>
            </p:cNvSpPr>
            <p:nvPr/>
          </p:nvSpPr>
          <p:spPr bwMode="auto">
            <a:xfrm>
              <a:off x="10834688" y="-1549400"/>
              <a:ext cx="98425" cy="131763"/>
            </a:xfrm>
            <a:custGeom>
              <a:avLst/>
              <a:gdLst>
                <a:gd name="T0" fmla="*/ 491 w 491"/>
                <a:gd name="T1" fmla="*/ 630 h 659"/>
                <a:gd name="T2" fmla="*/ 400 w 491"/>
                <a:gd name="T3" fmla="*/ 630 h 659"/>
                <a:gd name="T4" fmla="*/ 392 w 491"/>
                <a:gd name="T5" fmla="*/ 559 h 659"/>
                <a:gd name="T6" fmla="*/ 369 w 491"/>
                <a:gd name="T7" fmla="*/ 579 h 659"/>
                <a:gd name="T8" fmla="*/ 115 w 491"/>
                <a:gd name="T9" fmla="*/ 631 h 659"/>
                <a:gd name="T10" fmla="*/ 2 w 491"/>
                <a:gd name="T11" fmla="*/ 486 h 659"/>
                <a:gd name="T12" fmla="*/ 0 w 491"/>
                <a:gd name="T13" fmla="*/ 454 h 659"/>
                <a:gd name="T14" fmla="*/ 0 w 491"/>
                <a:gd name="T15" fmla="*/ 27 h 659"/>
                <a:gd name="T16" fmla="*/ 2 w 491"/>
                <a:gd name="T17" fmla="*/ 0 h 659"/>
                <a:gd name="T18" fmla="*/ 100 w 491"/>
                <a:gd name="T19" fmla="*/ 0 h 659"/>
                <a:gd name="T20" fmla="*/ 100 w 491"/>
                <a:gd name="T21" fmla="*/ 48 h 659"/>
                <a:gd name="T22" fmla="*/ 100 w 491"/>
                <a:gd name="T23" fmla="*/ 436 h 659"/>
                <a:gd name="T24" fmla="*/ 177 w 491"/>
                <a:gd name="T25" fmla="*/ 553 h 659"/>
                <a:gd name="T26" fmla="*/ 394 w 491"/>
                <a:gd name="T27" fmla="*/ 399 h 659"/>
                <a:gd name="T28" fmla="*/ 394 w 491"/>
                <a:gd name="T29" fmla="*/ 48 h 659"/>
                <a:gd name="T30" fmla="*/ 394 w 491"/>
                <a:gd name="T31" fmla="*/ 1 h 659"/>
                <a:gd name="T32" fmla="*/ 491 w 491"/>
                <a:gd name="T33" fmla="*/ 1 h 659"/>
                <a:gd name="T34" fmla="*/ 491 w 491"/>
                <a:gd name="T35" fmla="*/ 630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1" h="659">
                  <a:moveTo>
                    <a:pt x="491" y="630"/>
                  </a:moveTo>
                  <a:cubicBezTo>
                    <a:pt x="460" y="630"/>
                    <a:pt x="432" y="630"/>
                    <a:pt x="400" y="630"/>
                  </a:cubicBezTo>
                  <a:cubicBezTo>
                    <a:pt x="398" y="607"/>
                    <a:pt x="395" y="585"/>
                    <a:pt x="392" y="559"/>
                  </a:cubicBezTo>
                  <a:cubicBezTo>
                    <a:pt x="382" y="568"/>
                    <a:pt x="375" y="573"/>
                    <a:pt x="369" y="579"/>
                  </a:cubicBezTo>
                  <a:cubicBezTo>
                    <a:pt x="294" y="647"/>
                    <a:pt x="207" y="659"/>
                    <a:pt x="115" y="631"/>
                  </a:cubicBezTo>
                  <a:cubicBezTo>
                    <a:pt x="46" y="610"/>
                    <a:pt x="12" y="557"/>
                    <a:pt x="2" y="486"/>
                  </a:cubicBezTo>
                  <a:cubicBezTo>
                    <a:pt x="0" y="476"/>
                    <a:pt x="0" y="465"/>
                    <a:pt x="0" y="454"/>
                  </a:cubicBezTo>
                  <a:cubicBezTo>
                    <a:pt x="0" y="312"/>
                    <a:pt x="0" y="169"/>
                    <a:pt x="0" y="27"/>
                  </a:cubicBezTo>
                  <a:cubicBezTo>
                    <a:pt x="0" y="19"/>
                    <a:pt x="1" y="11"/>
                    <a:pt x="2" y="0"/>
                  </a:cubicBezTo>
                  <a:cubicBezTo>
                    <a:pt x="34" y="0"/>
                    <a:pt x="64" y="0"/>
                    <a:pt x="100" y="0"/>
                  </a:cubicBezTo>
                  <a:cubicBezTo>
                    <a:pt x="100" y="17"/>
                    <a:pt x="100" y="33"/>
                    <a:pt x="100" y="48"/>
                  </a:cubicBezTo>
                  <a:cubicBezTo>
                    <a:pt x="100" y="178"/>
                    <a:pt x="100" y="307"/>
                    <a:pt x="100" y="436"/>
                  </a:cubicBezTo>
                  <a:cubicBezTo>
                    <a:pt x="101" y="499"/>
                    <a:pt x="125" y="535"/>
                    <a:pt x="177" y="553"/>
                  </a:cubicBezTo>
                  <a:cubicBezTo>
                    <a:pt x="274" y="586"/>
                    <a:pt x="398" y="523"/>
                    <a:pt x="394" y="399"/>
                  </a:cubicBezTo>
                  <a:cubicBezTo>
                    <a:pt x="391" y="282"/>
                    <a:pt x="394" y="165"/>
                    <a:pt x="394" y="48"/>
                  </a:cubicBezTo>
                  <a:cubicBezTo>
                    <a:pt x="394" y="33"/>
                    <a:pt x="394" y="18"/>
                    <a:pt x="394" y="1"/>
                  </a:cubicBezTo>
                  <a:cubicBezTo>
                    <a:pt x="427" y="1"/>
                    <a:pt x="457" y="1"/>
                    <a:pt x="491" y="1"/>
                  </a:cubicBezTo>
                  <a:cubicBezTo>
                    <a:pt x="491" y="210"/>
                    <a:pt x="491" y="419"/>
                    <a:pt x="491" y="6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1" name="Freeform 23">
              <a:extLst>
                <a:ext uri="{FF2B5EF4-FFF2-40B4-BE49-F238E27FC236}">
                  <a16:creationId xmlns:a16="http://schemas.microsoft.com/office/drawing/2014/main" id="{4D9B0974-E0E7-A1EC-181C-203A1A6168CA}"/>
                </a:ext>
              </a:extLst>
            </p:cNvPr>
            <p:cNvSpPr>
              <a:spLocks/>
            </p:cNvSpPr>
            <p:nvPr/>
          </p:nvSpPr>
          <p:spPr bwMode="auto">
            <a:xfrm>
              <a:off x="11898313" y="-1554163"/>
              <a:ext cx="92075" cy="182563"/>
            </a:xfrm>
            <a:custGeom>
              <a:avLst/>
              <a:gdLst>
                <a:gd name="T0" fmla="*/ 297 w 466"/>
                <a:gd name="T1" fmla="*/ 665 h 909"/>
                <a:gd name="T2" fmla="*/ 297 w 466"/>
                <a:gd name="T3" fmla="*/ 712 h 909"/>
                <a:gd name="T4" fmla="*/ 345 w 466"/>
                <a:gd name="T5" fmla="*/ 730 h 909"/>
                <a:gd name="T6" fmla="*/ 397 w 466"/>
                <a:gd name="T7" fmla="*/ 811 h 909"/>
                <a:gd name="T8" fmla="*/ 338 w 466"/>
                <a:gd name="T9" fmla="*/ 892 h 909"/>
                <a:gd name="T10" fmla="*/ 192 w 466"/>
                <a:gd name="T11" fmla="*/ 892 h 909"/>
                <a:gd name="T12" fmla="*/ 192 w 466"/>
                <a:gd name="T13" fmla="*/ 857 h 909"/>
                <a:gd name="T14" fmla="*/ 203 w 466"/>
                <a:gd name="T15" fmla="*/ 852 h 909"/>
                <a:gd name="T16" fmla="*/ 278 w 466"/>
                <a:gd name="T17" fmla="*/ 849 h 909"/>
                <a:gd name="T18" fmla="*/ 319 w 466"/>
                <a:gd name="T19" fmla="*/ 813 h 909"/>
                <a:gd name="T20" fmla="*/ 291 w 466"/>
                <a:gd name="T21" fmla="*/ 765 h 909"/>
                <a:gd name="T22" fmla="*/ 241 w 466"/>
                <a:gd name="T23" fmla="*/ 747 h 909"/>
                <a:gd name="T24" fmla="*/ 241 w 466"/>
                <a:gd name="T25" fmla="*/ 703 h 909"/>
                <a:gd name="T26" fmla="*/ 241 w 466"/>
                <a:gd name="T27" fmla="*/ 664 h 909"/>
                <a:gd name="T28" fmla="*/ 211 w 466"/>
                <a:gd name="T29" fmla="*/ 655 h 909"/>
                <a:gd name="T30" fmla="*/ 27 w 466"/>
                <a:gd name="T31" fmla="*/ 481 h 909"/>
                <a:gd name="T32" fmla="*/ 27 w 466"/>
                <a:gd name="T33" fmla="*/ 185 h 909"/>
                <a:gd name="T34" fmla="*/ 246 w 466"/>
                <a:gd name="T35" fmla="*/ 6 h 909"/>
                <a:gd name="T36" fmla="*/ 466 w 466"/>
                <a:gd name="T37" fmla="*/ 27 h 909"/>
                <a:gd name="T38" fmla="*/ 466 w 466"/>
                <a:gd name="T39" fmla="*/ 90 h 909"/>
                <a:gd name="T40" fmla="*/ 432 w 466"/>
                <a:gd name="T41" fmla="*/ 93 h 909"/>
                <a:gd name="T42" fmla="*/ 274 w 466"/>
                <a:gd name="T43" fmla="*/ 93 h 909"/>
                <a:gd name="T44" fmla="*/ 132 w 466"/>
                <a:gd name="T45" fmla="*/ 197 h 909"/>
                <a:gd name="T46" fmla="*/ 133 w 466"/>
                <a:gd name="T47" fmla="*/ 469 h 909"/>
                <a:gd name="T48" fmla="*/ 275 w 466"/>
                <a:gd name="T49" fmla="*/ 574 h 909"/>
                <a:gd name="T50" fmla="*/ 425 w 466"/>
                <a:gd name="T51" fmla="*/ 574 h 909"/>
                <a:gd name="T52" fmla="*/ 466 w 466"/>
                <a:gd name="T53" fmla="*/ 574 h 909"/>
                <a:gd name="T54" fmla="*/ 466 w 466"/>
                <a:gd name="T55" fmla="*/ 640 h 909"/>
                <a:gd name="T56" fmla="*/ 382 w 466"/>
                <a:gd name="T57" fmla="*/ 654 h 909"/>
                <a:gd name="T58" fmla="*/ 297 w 466"/>
                <a:gd name="T59" fmla="*/ 665 h 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66" h="909">
                  <a:moveTo>
                    <a:pt x="297" y="665"/>
                  </a:moveTo>
                  <a:cubicBezTo>
                    <a:pt x="297" y="682"/>
                    <a:pt x="297" y="696"/>
                    <a:pt x="297" y="712"/>
                  </a:cubicBezTo>
                  <a:cubicBezTo>
                    <a:pt x="314" y="718"/>
                    <a:pt x="330" y="722"/>
                    <a:pt x="345" y="730"/>
                  </a:cubicBezTo>
                  <a:cubicBezTo>
                    <a:pt x="378" y="746"/>
                    <a:pt x="400" y="772"/>
                    <a:pt x="397" y="811"/>
                  </a:cubicBezTo>
                  <a:cubicBezTo>
                    <a:pt x="395" y="851"/>
                    <a:pt x="375" y="879"/>
                    <a:pt x="338" y="892"/>
                  </a:cubicBezTo>
                  <a:cubicBezTo>
                    <a:pt x="290" y="909"/>
                    <a:pt x="242" y="905"/>
                    <a:pt x="192" y="892"/>
                  </a:cubicBezTo>
                  <a:cubicBezTo>
                    <a:pt x="192" y="880"/>
                    <a:pt x="192" y="868"/>
                    <a:pt x="192" y="857"/>
                  </a:cubicBezTo>
                  <a:cubicBezTo>
                    <a:pt x="196" y="855"/>
                    <a:pt x="200" y="852"/>
                    <a:pt x="203" y="852"/>
                  </a:cubicBezTo>
                  <a:cubicBezTo>
                    <a:pt x="228" y="851"/>
                    <a:pt x="253" y="851"/>
                    <a:pt x="278" y="849"/>
                  </a:cubicBezTo>
                  <a:cubicBezTo>
                    <a:pt x="304" y="846"/>
                    <a:pt x="317" y="834"/>
                    <a:pt x="319" y="813"/>
                  </a:cubicBezTo>
                  <a:cubicBezTo>
                    <a:pt x="321" y="794"/>
                    <a:pt x="311" y="775"/>
                    <a:pt x="291" y="765"/>
                  </a:cubicBezTo>
                  <a:cubicBezTo>
                    <a:pt x="276" y="758"/>
                    <a:pt x="259" y="753"/>
                    <a:pt x="241" y="747"/>
                  </a:cubicBezTo>
                  <a:cubicBezTo>
                    <a:pt x="241" y="732"/>
                    <a:pt x="241" y="718"/>
                    <a:pt x="241" y="703"/>
                  </a:cubicBezTo>
                  <a:cubicBezTo>
                    <a:pt x="241" y="690"/>
                    <a:pt x="241" y="677"/>
                    <a:pt x="241" y="664"/>
                  </a:cubicBezTo>
                  <a:cubicBezTo>
                    <a:pt x="229" y="660"/>
                    <a:pt x="220" y="657"/>
                    <a:pt x="211" y="655"/>
                  </a:cubicBezTo>
                  <a:cubicBezTo>
                    <a:pt x="112" y="638"/>
                    <a:pt x="53" y="577"/>
                    <a:pt x="27" y="481"/>
                  </a:cubicBezTo>
                  <a:cubicBezTo>
                    <a:pt x="1" y="383"/>
                    <a:pt x="0" y="284"/>
                    <a:pt x="27" y="185"/>
                  </a:cubicBezTo>
                  <a:cubicBezTo>
                    <a:pt x="58" y="73"/>
                    <a:pt x="131" y="14"/>
                    <a:pt x="246" y="6"/>
                  </a:cubicBezTo>
                  <a:cubicBezTo>
                    <a:pt x="320" y="0"/>
                    <a:pt x="392" y="9"/>
                    <a:pt x="466" y="27"/>
                  </a:cubicBezTo>
                  <a:cubicBezTo>
                    <a:pt x="466" y="48"/>
                    <a:pt x="466" y="67"/>
                    <a:pt x="466" y="90"/>
                  </a:cubicBezTo>
                  <a:cubicBezTo>
                    <a:pt x="455" y="91"/>
                    <a:pt x="443" y="93"/>
                    <a:pt x="432" y="93"/>
                  </a:cubicBezTo>
                  <a:cubicBezTo>
                    <a:pt x="379" y="93"/>
                    <a:pt x="327" y="92"/>
                    <a:pt x="274" y="93"/>
                  </a:cubicBezTo>
                  <a:cubicBezTo>
                    <a:pt x="202" y="94"/>
                    <a:pt x="153" y="128"/>
                    <a:pt x="132" y="197"/>
                  </a:cubicBezTo>
                  <a:cubicBezTo>
                    <a:pt x="105" y="287"/>
                    <a:pt x="105" y="379"/>
                    <a:pt x="133" y="469"/>
                  </a:cubicBezTo>
                  <a:cubicBezTo>
                    <a:pt x="153" y="537"/>
                    <a:pt x="203" y="572"/>
                    <a:pt x="275" y="574"/>
                  </a:cubicBezTo>
                  <a:cubicBezTo>
                    <a:pt x="325" y="575"/>
                    <a:pt x="375" y="574"/>
                    <a:pt x="425" y="574"/>
                  </a:cubicBezTo>
                  <a:cubicBezTo>
                    <a:pt x="438" y="574"/>
                    <a:pt x="450" y="574"/>
                    <a:pt x="466" y="574"/>
                  </a:cubicBezTo>
                  <a:cubicBezTo>
                    <a:pt x="466" y="597"/>
                    <a:pt x="466" y="616"/>
                    <a:pt x="466" y="640"/>
                  </a:cubicBezTo>
                  <a:cubicBezTo>
                    <a:pt x="438" y="645"/>
                    <a:pt x="410" y="650"/>
                    <a:pt x="382" y="654"/>
                  </a:cubicBezTo>
                  <a:cubicBezTo>
                    <a:pt x="355" y="658"/>
                    <a:pt x="328" y="661"/>
                    <a:pt x="297" y="6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2" name="Freeform 24">
              <a:extLst>
                <a:ext uri="{FF2B5EF4-FFF2-40B4-BE49-F238E27FC236}">
                  <a16:creationId xmlns:a16="http://schemas.microsoft.com/office/drawing/2014/main" id="{9F37CDC6-82BB-D6D8-D473-95A82069552F}"/>
                </a:ext>
              </a:extLst>
            </p:cNvPr>
            <p:cNvSpPr>
              <a:spLocks/>
            </p:cNvSpPr>
            <p:nvPr/>
          </p:nvSpPr>
          <p:spPr bwMode="auto">
            <a:xfrm>
              <a:off x="10950575" y="-1585913"/>
              <a:ext cx="74613" cy="166688"/>
            </a:xfrm>
            <a:custGeom>
              <a:avLst/>
              <a:gdLst>
                <a:gd name="T0" fmla="*/ 370 w 370"/>
                <a:gd name="T1" fmla="*/ 734 h 833"/>
                <a:gd name="T2" fmla="*/ 370 w 370"/>
                <a:gd name="T3" fmla="*/ 798 h 833"/>
                <a:gd name="T4" fmla="*/ 175 w 370"/>
                <a:gd name="T5" fmla="*/ 810 h 833"/>
                <a:gd name="T6" fmla="*/ 103 w 370"/>
                <a:gd name="T7" fmla="*/ 718 h 833"/>
                <a:gd name="T8" fmla="*/ 99 w 370"/>
                <a:gd name="T9" fmla="*/ 650 h 833"/>
                <a:gd name="T10" fmla="*/ 99 w 370"/>
                <a:gd name="T11" fmla="*/ 307 h 833"/>
                <a:gd name="T12" fmla="*/ 99 w 370"/>
                <a:gd name="T13" fmla="*/ 259 h 833"/>
                <a:gd name="T14" fmla="*/ 0 w 370"/>
                <a:gd name="T15" fmla="*/ 259 h 833"/>
                <a:gd name="T16" fmla="*/ 0 w 370"/>
                <a:gd name="T17" fmla="*/ 196 h 833"/>
                <a:gd name="T18" fmla="*/ 98 w 370"/>
                <a:gd name="T19" fmla="*/ 174 h 833"/>
                <a:gd name="T20" fmla="*/ 140 w 370"/>
                <a:gd name="T21" fmla="*/ 0 h 833"/>
                <a:gd name="T22" fmla="*/ 197 w 370"/>
                <a:gd name="T23" fmla="*/ 0 h 833"/>
                <a:gd name="T24" fmla="*/ 197 w 370"/>
                <a:gd name="T25" fmla="*/ 174 h 833"/>
                <a:gd name="T26" fmla="*/ 368 w 370"/>
                <a:gd name="T27" fmla="*/ 174 h 833"/>
                <a:gd name="T28" fmla="*/ 368 w 370"/>
                <a:gd name="T29" fmla="*/ 254 h 833"/>
                <a:gd name="T30" fmla="*/ 201 w 370"/>
                <a:gd name="T31" fmla="*/ 258 h 833"/>
                <a:gd name="T32" fmla="*/ 199 w 370"/>
                <a:gd name="T33" fmla="*/ 296 h 833"/>
                <a:gd name="T34" fmla="*/ 199 w 370"/>
                <a:gd name="T35" fmla="*/ 652 h 833"/>
                <a:gd name="T36" fmla="*/ 199 w 370"/>
                <a:gd name="T37" fmla="*/ 668 h 833"/>
                <a:gd name="T38" fmla="*/ 264 w 370"/>
                <a:gd name="T39" fmla="*/ 734 h 833"/>
                <a:gd name="T40" fmla="*/ 370 w 370"/>
                <a:gd name="T41" fmla="*/ 734 h 8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0" h="833">
                  <a:moveTo>
                    <a:pt x="370" y="734"/>
                  </a:moveTo>
                  <a:cubicBezTo>
                    <a:pt x="370" y="758"/>
                    <a:pt x="370" y="776"/>
                    <a:pt x="370" y="798"/>
                  </a:cubicBezTo>
                  <a:cubicBezTo>
                    <a:pt x="306" y="823"/>
                    <a:pt x="241" y="833"/>
                    <a:pt x="175" y="810"/>
                  </a:cubicBezTo>
                  <a:cubicBezTo>
                    <a:pt x="133" y="795"/>
                    <a:pt x="109" y="762"/>
                    <a:pt x="103" y="718"/>
                  </a:cubicBezTo>
                  <a:cubicBezTo>
                    <a:pt x="100" y="696"/>
                    <a:pt x="99" y="673"/>
                    <a:pt x="99" y="650"/>
                  </a:cubicBezTo>
                  <a:cubicBezTo>
                    <a:pt x="98" y="536"/>
                    <a:pt x="99" y="421"/>
                    <a:pt x="99" y="307"/>
                  </a:cubicBezTo>
                  <a:cubicBezTo>
                    <a:pt x="99" y="292"/>
                    <a:pt x="99" y="278"/>
                    <a:pt x="99" y="259"/>
                  </a:cubicBezTo>
                  <a:cubicBezTo>
                    <a:pt x="65" y="259"/>
                    <a:pt x="34" y="259"/>
                    <a:pt x="0" y="259"/>
                  </a:cubicBezTo>
                  <a:cubicBezTo>
                    <a:pt x="0" y="235"/>
                    <a:pt x="0" y="216"/>
                    <a:pt x="0" y="196"/>
                  </a:cubicBezTo>
                  <a:cubicBezTo>
                    <a:pt x="33" y="188"/>
                    <a:pt x="66" y="181"/>
                    <a:pt x="98" y="174"/>
                  </a:cubicBezTo>
                  <a:cubicBezTo>
                    <a:pt x="113" y="115"/>
                    <a:pt x="126" y="58"/>
                    <a:pt x="140" y="0"/>
                  </a:cubicBezTo>
                  <a:cubicBezTo>
                    <a:pt x="159" y="0"/>
                    <a:pt x="176" y="0"/>
                    <a:pt x="197" y="0"/>
                  </a:cubicBezTo>
                  <a:cubicBezTo>
                    <a:pt x="197" y="57"/>
                    <a:pt x="197" y="113"/>
                    <a:pt x="197" y="174"/>
                  </a:cubicBezTo>
                  <a:cubicBezTo>
                    <a:pt x="256" y="174"/>
                    <a:pt x="311" y="174"/>
                    <a:pt x="368" y="174"/>
                  </a:cubicBezTo>
                  <a:cubicBezTo>
                    <a:pt x="368" y="202"/>
                    <a:pt x="368" y="225"/>
                    <a:pt x="368" y="254"/>
                  </a:cubicBezTo>
                  <a:cubicBezTo>
                    <a:pt x="315" y="260"/>
                    <a:pt x="259" y="253"/>
                    <a:pt x="201" y="258"/>
                  </a:cubicBezTo>
                  <a:cubicBezTo>
                    <a:pt x="200" y="273"/>
                    <a:pt x="199" y="284"/>
                    <a:pt x="199" y="296"/>
                  </a:cubicBezTo>
                  <a:cubicBezTo>
                    <a:pt x="198" y="415"/>
                    <a:pt x="198" y="533"/>
                    <a:pt x="199" y="652"/>
                  </a:cubicBezTo>
                  <a:cubicBezTo>
                    <a:pt x="199" y="657"/>
                    <a:pt x="198" y="662"/>
                    <a:pt x="199" y="668"/>
                  </a:cubicBezTo>
                  <a:cubicBezTo>
                    <a:pt x="201" y="715"/>
                    <a:pt x="217" y="732"/>
                    <a:pt x="264" y="734"/>
                  </a:cubicBezTo>
                  <a:cubicBezTo>
                    <a:pt x="298" y="735"/>
                    <a:pt x="332" y="734"/>
                    <a:pt x="370" y="7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3" name="Freeform 25">
              <a:extLst>
                <a:ext uri="{FF2B5EF4-FFF2-40B4-BE49-F238E27FC236}">
                  <a16:creationId xmlns:a16="http://schemas.microsoft.com/office/drawing/2014/main" id="{73A00603-62AE-7572-3636-58968FDB6BB7}"/>
                </a:ext>
              </a:extLst>
            </p:cNvPr>
            <p:cNvSpPr>
              <a:spLocks/>
            </p:cNvSpPr>
            <p:nvPr/>
          </p:nvSpPr>
          <p:spPr bwMode="auto">
            <a:xfrm>
              <a:off x="11723688" y="-1600200"/>
              <a:ext cx="38100" cy="179388"/>
            </a:xfrm>
            <a:custGeom>
              <a:avLst/>
              <a:gdLst>
                <a:gd name="T0" fmla="*/ 2 w 193"/>
                <a:gd name="T1" fmla="*/ 0 h 901"/>
                <a:gd name="T2" fmla="*/ 99 w 193"/>
                <a:gd name="T3" fmla="*/ 0 h 901"/>
                <a:gd name="T4" fmla="*/ 99 w 193"/>
                <a:gd name="T5" fmla="*/ 50 h 901"/>
                <a:gd name="T6" fmla="*/ 99 w 193"/>
                <a:gd name="T7" fmla="*/ 721 h 901"/>
                <a:gd name="T8" fmla="*/ 181 w 193"/>
                <a:gd name="T9" fmla="*/ 811 h 901"/>
                <a:gd name="T10" fmla="*/ 191 w 193"/>
                <a:gd name="T11" fmla="*/ 814 h 901"/>
                <a:gd name="T12" fmla="*/ 193 w 193"/>
                <a:gd name="T13" fmla="*/ 851 h 901"/>
                <a:gd name="T14" fmla="*/ 193 w 193"/>
                <a:gd name="T15" fmla="*/ 888 h 901"/>
                <a:gd name="T16" fmla="*/ 63 w 193"/>
                <a:gd name="T17" fmla="*/ 883 h 901"/>
                <a:gd name="T18" fmla="*/ 4 w 193"/>
                <a:gd name="T19" fmla="*/ 806 h 901"/>
                <a:gd name="T20" fmla="*/ 0 w 193"/>
                <a:gd name="T21" fmla="*/ 742 h 901"/>
                <a:gd name="T22" fmla="*/ 0 w 193"/>
                <a:gd name="T23" fmla="*/ 39 h 901"/>
                <a:gd name="T24" fmla="*/ 2 w 193"/>
                <a:gd name="T25" fmla="*/ 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3" h="901">
                  <a:moveTo>
                    <a:pt x="2" y="0"/>
                  </a:moveTo>
                  <a:cubicBezTo>
                    <a:pt x="36" y="0"/>
                    <a:pt x="66" y="0"/>
                    <a:pt x="99" y="0"/>
                  </a:cubicBezTo>
                  <a:cubicBezTo>
                    <a:pt x="99" y="18"/>
                    <a:pt x="99" y="34"/>
                    <a:pt x="99" y="50"/>
                  </a:cubicBezTo>
                  <a:cubicBezTo>
                    <a:pt x="99" y="273"/>
                    <a:pt x="99" y="497"/>
                    <a:pt x="99" y="721"/>
                  </a:cubicBezTo>
                  <a:cubicBezTo>
                    <a:pt x="99" y="798"/>
                    <a:pt x="105" y="803"/>
                    <a:pt x="181" y="811"/>
                  </a:cubicBezTo>
                  <a:cubicBezTo>
                    <a:pt x="183" y="811"/>
                    <a:pt x="185" y="812"/>
                    <a:pt x="191" y="814"/>
                  </a:cubicBezTo>
                  <a:cubicBezTo>
                    <a:pt x="192" y="826"/>
                    <a:pt x="193" y="838"/>
                    <a:pt x="193" y="851"/>
                  </a:cubicBezTo>
                  <a:cubicBezTo>
                    <a:pt x="193" y="863"/>
                    <a:pt x="193" y="875"/>
                    <a:pt x="193" y="888"/>
                  </a:cubicBezTo>
                  <a:cubicBezTo>
                    <a:pt x="147" y="901"/>
                    <a:pt x="105" y="895"/>
                    <a:pt x="63" y="883"/>
                  </a:cubicBezTo>
                  <a:cubicBezTo>
                    <a:pt x="26" y="872"/>
                    <a:pt x="9" y="842"/>
                    <a:pt x="4" y="806"/>
                  </a:cubicBezTo>
                  <a:cubicBezTo>
                    <a:pt x="1" y="785"/>
                    <a:pt x="0" y="763"/>
                    <a:pt x="0" y="742"/>
                  </a:cubicBezTo>
                  <a:cubicBezTo>
                    <a:pt x="0" y="508"/>
                    <a:pt x="0" y="273"/>
                    <a:pt x="0" y="39"/>
                  </a:cubicBezTo>
                  <a:cubicBezTo>
                    <a:pt x="0" y="27"/>
                    <a:pt x="1" y="15"/>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4" name="Freeform 26">
              <a:extLst>
                <a:ext uri="{FF2B5EF4-FFF2-40B4-BE49-F238E27FC236}">
                  <a16:creationId xmlns:a16="http://schemas.microsoft.com/office/drawing/2014/main" id="{53927C57-9FA6-12C0-37B6-61FC194F47FD}"/>
                </a:ext>
              </a:extLst>
            </p:cNvPr>
            <p:cNvSpPr>
              <a:spLocks/>
            </p:cNvSpPr>
            <p:nvPr/>
          </p:nvSpPr>
          <p:spPr bwMode="auto">
            <a:xfrm>
              <a:off x="11177588" y="-1552575"/>
              <a:ext cx="60325" cy="128588"/>
            </a:xfrm>
            <a:custGeom>
              <a:avLst/>
              <a:gdLst>
                <a:gd name="T0" fmla="*/ 0 w 302"/>
                <a:gd name="T1" fmla="*/ 16 h 645"/>
                <a:gd name="T2" fmla="*/ 91 w 302"/>
                <a:gd name="T3" fmla="*/ 16 h 645"/>
                <a:gd name="T4" fmla="*/ 100 w 302"/>
                <a:gd name="T5" fmla="*/ 110 h 645"/>
                <a:gd name="T6" fmla="*/ 154 w 302"/>
                <a:gd name="T7" fmla="*/ 54 h 645"/>
                <a:gd name="T8" fmla="*/ 223 w 302"/>
                <a:gd name="T9" fmla="*/ 16 h 645"/>
                <a:gd name="T10" fmla="*/ 302 w 302"/>
                <a:gd name="T11" fmla="*/ 0 h 645"/>
                <a:gd name="T12" fmla="*/ 302 w 302"/>
                <a:gd name="T13" fmla="*/ 103 h 645"/>
                <a:gd name="T14" fmla="*/ 251 w 302"/>
                <a:gd name="T15" fmla="*/ 107 h 645"/>
                <a:gd name="T16" fmla="*/ 99 w 302"/>
                <a:gd name="T17" fmla="*/ 273 h 645"/>
                <a:gd name="T18" fmla="*/ 98 w 302"/>
                <a:gd name="T19" fmla="*/ 601 h 645"/>
                <a:gd name="T20" fmla="*/ 98 w 302"/>
                <a:gd name="T21" fmla="*/ 645 h 645"/>
                <a:gd name="T22" fmla="*/ 0 w 302"/>
                <a:gd name="T23" fmla="*/ 645 h 645"/>
                <a:gd name="T24" fmla="*/ 0 w 302"/>
                <a:gd name="T25" fmla="*/ 16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2" h="645">
                  <a:moveTo>
                    <a:pt x="0" y="16"/>
                  </a:moveTo>
                  <a:cubicBezTo>
                    <a:pt x="30" y="16"/>
                    <a:pt x="59" y="16"/>
                    <a:pt x="91" y="16"/>
                  </a:cubicBezTo>
                  <a:cubicBezTo>
                    <a:pt x="94" y="46"/>
                    <a:pt x="97" y="76"/>
                    <a:pt x="100" y="110"/>
                  </a:cubicBezTo>
                  <a:cubicBezTo>
                    <a:pt x="119" y="90"/>
                    <a:pt x="135" y="69"/>
                    <a:pt x="154" y="54"/>
                  </a:cubicBezTo>
                  <a:cubicBezTo>
                    <a:pt x="175" y="38"/>
                    <a:pt x="198" y="24"/>
                    <a:pt x="223" y="16"/>
                  </a:cubicBezTo>
                  <a:cubicBezTo>
                    <a:pt x="247" y="7"/>
                    <a:pt x="273" y="5"/>
                    <a:pt x="302" y="0"/>
                  </a:cubicBezTo>
                  <a:cubicBezTo>
                    <a:pt x="302" y="37"/>
                    <a:pt x="302" y="68"/>
                    <a:pt x="302" y="103"/>
                  </a:cubicBezTo>
                  <a:cubicBezTo>
                    <a:pt x="285" y="104"/>
                    <a:pt x="268" y="105"/>
                    <a:pt x="251" y="107"/>
                  </a:cubicBezTo>
                  <a:cubicBezTo>
                    <a:pt x="160" y="115"/>
                    <a:pt x="99" y="181"/>
                    <a:pt x="99" y="273"/>
                  </a:cubicBezTo>
                  <a:cubicBezTo>
                    <a:pt x="98" y="382"/>
                    <a:pt x="98" y="491"/>
                    <a:pt x="98" y="601"/>
                  </a:cubicBezTo>
                  <a:cubicBezTo>
                    <a:pt x="98" y="615"/>
                    <a:pt x="98" y="629"/>
                    <a:pt x="98" y="645"/>
                  </a:cubicBezTo>
                  <a:cubicBezTo>
                    <a:pt x="63" y="645"/>
                    <a:pt x="33" y="645"/>
                    <a:pt x="0" y="645"/>
                  </a:cubicBezTo>
                  <a:cubicBezTo>
                    <a:pt x="0" y="435"/>
                    <a:pt x="0" y="226"/>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5" name="Freeform 27">
              <a:extLst>
                <a:ext uri="{FF2B5EF4-FFF2-40B4-BE49-F238E27FC236}">
                  <a16:creationId xmlns:a16="http://schemas.microsoft.com/office/drawing/2014/main" id="{E8EBBC84-1ADB-E204-C1FB-970159A797A8}"/>
                </a:ext>
              </a:extLst>
            </p:cNvPr>
            <p:cNvSpPr>
              <a:spLocks/>
            </p:cNvSpPr>
            <p:nvPr/>
          </p:nvSpPr>
          <p:spPr bwMode="auto">
            <a:xfrm>
              <a:off x="11260138" y="-1552575"/>
              <a:ext cx="60325" cy="128588"/>
            </a:xfrm>
            <a:custGeom>
              <a:avLst/>
              <a:gdLst>
                <a:gd name="T0" fmla="*/ 0 w 302"/>
                <a:gd name="T1" fmla="*/ 14 h 643"/>
                <a:gd name="T2" fmla="*/ 90 w 302"/>
                <a:gd name="T3" fmla="*/ 14 h 643"/>
                <a:gd name="T4" fmla="*/ 98 w 302"/>
                <a:gd name="T5" fmla="*/ 115 h 643"/>
                <a:gd name="T6" fmla="*/ 302 w 302"/>
                <a:gd name="T7" fmla="*/ 1 h 643"/>
                <a:gd name="T8" fmla="*/ 302 w 302"/>
                <a:gd name="T9" fmla="*/ 100 h 643"/>
                <a:gd name="T10" fmla="*/ 256 w 302"/>
                <a:gd name="T11" fmla="*/ 104 h 643"/>
                <a:gd name="T12" fmla="*/ 97 w 302"/>
                <a:gd name="T13" fmla="*/ 277 h 643"/>
                <a:gd name="T14" fmla="*/ 97 w 302"/>
                <a:gd name="T15" fmla="*/ 597 h 643"/>
                <a:gd name="T16" fmla="*/ 97 w 302"/>
                <a:gd name="T17" fmla="*/ 643 h 643"/>
                <a:gd name="T18" fmla="*/ 0 w 302"/>
                <a:gd name="T19" fmla="*/ 643 h 643"/>
                <a:gd name="T20" fmla="*/ 0 w 302"/>
                <a:gd name="T21" fmla="*/ 14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2" h="643">
                  <a:moveTo>
                    <a:pt x="0" y="14"/>
                  </a:moveTo>
                  <a:cubicBezTo>
                    <a:pt x="31" y="14"/>
                    <a:pt x="59" y="14"/>
                    <a:pt x="90" y="14"/>
                  </a:cubicBezTo>
                  <a:cubicBezTo>
                    <a:pt x="93" y="45"/>
                    <a:pt x="95" y="75"/>
                    <a:pt x="98" y="115"/>
                  </a:cubicBezTo>
                  <a:cubicBezTo>
                    <a:pt x="150" y="38"/>
                    <a:pt x="214" y="0"/>
                    <a:pt x="302" y="1"/>
                  </a:cubicBezTo>
                  <a:cubicBezTo>
                    <a:pt x="302" y="35"/>
                    <a:pt x="302" y="65"/>
                    <a:pt x="302" y="100"/>
                  </a:cubicBezTo>
                  <a:cubicBezTo>
                    <a:pt x="287" y="102"/>
                    <a:pt x="271" y="103"/>
                    <a:pt x="256" y="104"/>
                  </a:cubicBezTo>
                  <a:cubicBezTo>
                    <a:pt x="159" y="112"/>
                    <a:pt x="98" y="177"/>
                    <a:pt x="97" y="277"/>
                  </a:cubicBezTo>
                  <a:cubicBezTo>
                    <a:pt x="96" y="383"/>
                    <a:pt x="97" y="490"/>
                    <a:pt x="97" y="597"/>
                  </a:cubicBezTo>
                  <a:cubicBezTo>
                    <a:pt x="97" y="611"/>
                    <a:pt x="97" y="625"/>
                    <a:pt x="97" y="643"/>
                  </a:cubicBezTo>
                  <a:cubicBezTo>
                    <a:pt x="63" y="643"/>
                    <a:pt x="32" y="643"/>
                    <a:pt x="0" y="643"/>
                  </a:cubicBezTo>
                  <a:cubicBezTo>
                    <a:pt x="0" y="433"/>
                    <a:pt x="0" y="224"/>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6" name="Freeform 28">
              <a:extLst>
                <a:ext uri="{FF2B5EF4-FFF2-40B4-BE49-F238E27FC236}">
                  <a16:creationId xmlns:a16="http://schemas.microsoft.com/office/drawing/2014/main" id="{CAFA93E8-E565-C95F-52EA-19C17711CF7B}"/>
                </a:ext>
              </a:extLst>
            </p:cNvPr>
            <p:cNvSpPr>
              <a:spLocks/>
            </p:cNvSpPr>
            <p:nvPr/>
          </p:nvSpPr>
          <p:spPr bwMode="auto">
            <a:xfrm>
              <a:off x="12020550" y="-1598613"/>
              <a:ext cx="77788" cy="30163"/>
            </a:xfrm>
            <a:custGeom>
              <a:avLst/>
              <a:gdLst>
                <a:gd name="T0" fmla="*/ 24 w 391"/>
                <a:gd name="T1" fmla="*/ 136 h 151"/>
                <a:gd name="T2" fmla="*/ 0 w 391"/>
                <a:gd name="T3" fmla="*/ 85 h 151"/>
                <a:gd name="T4" fmla="*/ 172 w 391"/>
                <a:gd name="T5" fmla="*/ 23 h 151"/>
                <a:gd name="T6" fmla="*/ 215 w 391"/>
                <a:gd name="T7" fmla="*/ 42 h 151"/>
                <a:gd name="T8" fmla="*/ 342 w 391"/>
                <a:gd name="T9" fmla="*/ 30 h 151"/>
                <a:gd name="T10" fmla="*/ 367 w 391"/>
                <a:gd name="T11" fmla="*/ 14 h 151"/>
                <a:gd name="T12" fmla="*/ 391 w 391"/>
                <a:gd name="T13" fmla="*/ 64 h 151"/>
                <a:gd name="T14" fmla="*/ 216 w 391"/>
                <a:gd name="T15" fmla="*/ 124 h 151"/>
                <a:gd name="T16" fmla="*/ 172 w 391"/>
                <a:gd name="T17" fmla="*/ 106 h 151"/>
                <a:gd name="T18" fmla="*/ 50 w 391"/>
                <a:gd name="T19" fmla="*/ 119 h 151"/>
                <a:gd name="T20" fmla="*/ 24 w 391"/>
                <a:gd name="T21" fmla="*/ 136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1" h="151">
                  <a:moveTo>
                    <a:pt x="24" y="136"/>
                  </a:moveTo>
                  <a:cubicBezTo>
                    <a:pt x="15" y="118"/>
                    <a:pt x="8" y="101"/>
                    <a:pt x="0" y="85"/>
                  </a:cubicBezTo>
                  <a:cubicBezTo>
                    <a:pt x="43" y="22"/>
                    <a:pt x="103" y="0"/>
                    <a:pt x="172" y="23"/>
                  </a:cubicBezTo>
                  <a:cubicBezTo>
                    <a:pt x="187" y="28"/>
                    <a:pt x="201" y="35"/>
                    <a:pt x="215" y="42"/>
                  </a:cubicBezTo>
                  <a:cubicBezTo>
                    <a:pt x="260" y="64"/>
                    <a:pt x="302" y="59"/>
                    <a:pt x="342" y="30"/>
                  </a:cubicBezTo>
                  <a:cubicBezTo>
                    <a:pt x="349" y="25"/>
                    <a:pt x="357" y="20"/>
                    <a:pt x="367" y="14"/>
                  </a:cubicBezTo>
                  <a:cubicBezTo>
                    <a:pt x="375" y="32"/>
                    <a:pt x="383" y="48"/>
                    <a:pt x="391" y="64"/>
                  </a:cubicBezTo>
                  <a:cubicBezTo>
                    <a:pt x="347" y="130"/>
                    <a:pt x="286" y="151"/>
                    <a:pt x="216" y="124"/>
                  </a:cubicBezTo>
                  <a:cubicBezTo>
                    <a:pt x="201" y="119"/>
                    <a:pt x="186" y="113"/>
                    <a:pt x="172" y="106"/>
                  </a:cubicBezTo>
                  <a:cubicBezTo>
                    <a:pt x="129" y="85"/>
                    <a:pt x="88" y="92"/>
                    <a:pt x="50" y="119"/>
                  </a:cubicBezTo>
                  <a:cubicBezTo>
                    <a:pt x="42" y="124"/>
                    <a:pt x="34" y="129"/>
                    <a:pt x="24"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7" name="Freeform 29">
              <a:extLst>
                <a:ext uri="{FF2B5EF4-FFF2-40B4-BE49-F238E27FC236}">
                  <a16:creationId xmlns:a16="http://schemas.microsoft.com/office/drawing/2014/main" id="{CC200E01-2782-4088-9158-C93C7D88A29E}"/>
                </a:ext>
              </a:extLst>
            </p:cNvPr>
            <p:cNvSpPr>
              <a:spLocks noEditPoints="1"/>
            </p:cNvSpPr>
            <p:nvPr/>
          </p:nvSpPr>
          <p:spPr bwMode="auto">
            <a:xfrm>
              <a:off x="9213850" y="-1849438"/>
              <a:ext cx="3302000" cy="1893888"/>
            </a:xfrm>
            <a:custGeom>
              <a:avLst/>
              <a:gdLst>
                <a:gd name="T0" fmla="*/ 16546 w 16546"/>
                <a:gd name="T1" fmla="*/ 8951 h 9490"/>
                <a:gd name="T2" fmla="*/ 16432 w 16546"/>
                <a:gd name="T3" fmla="*/ 5385 h 9490"/>
                <a:gd name="T4" fmla="*/ 3319 w 16546"/>
                <a:gd name="T5" fmla="*/ 7584 h 9490"/>
                <a:gd name="T6" fmla="*/ 3433 w 16546"/>
                <a:gd name="T7" fmla="*/ 7326 h 9490"/>
                <a:gd name="T8" fmla="*/ 3159 w 16546"/>
                <a:gd name="T9" fmla="*/ 7638 h 9490"/>
                <a:gd name="T10" fmla="*/ 3629 w 16546"/>
                <a:gd name="T11" fmla="*/ 6923 h 9490"/>
                <a:gd name="T12" fmla="*/ 3428 w 16546"/>
                <a:gd name="T13" fmla="*/ 7062 h 9490"/>
                <a:gd name="T14" fmla="*/ 4135 w 16546"/>
                <a:gd name="T15" fmla="*/ 7678 h 9490"/>
                <a:gd name="T16" fmla="*/ 4059 w 16546"/>
                <a:gd name="T17" fmla="*/ 7800 h 9490"/>
                <a:gd name="T18" fmla="*/ 4390 w 16546"/>
                <a:gd name="T19" fmla="*/ 7295 h 9490"/>
                <a:gd name="T20" fmla="*/ 4001 w 16546"/>
                <a:gd name="T21" fmla="*/ 7566 h 9490"/>
                <a:gd name="T22" fmla="*/ 4591 w 16546"/>
                <a:gd name="T23" fmla="*/ 7171 h 9490"/>
                <a:gd name="T24" fmla="*/ 4753 w 16546"/>
                <a:gd name="T25" fmla="*/ 7271 h 9490"/>
                <a:gd name="T26" fmla="*/ 4880 w 16546"/>
                <a:gd name="T27" fmla="*/ 7447 h 9490"/>
                <a:gd name="T28" fmla="*/ 4479 w 16546"/>
                <a:gd name="T29" fmla="*/ 7681 h 9490"/>
                <a:gd name="T30" fmla="*/ 4779 w 16546"/>
                <a:gd name="T31" fmla="*/ 7553 h 9490"/>
                <a:gd name="T32" fmla="*/ 5282 w 16546"/>
                <a:gd name="T33" fmla="*/ 7613 h 9490"/>
                <a:gd name="T34" fmla="*/ 5132 w 16546"/>
                <a:gd name="T35" fmla="*/ 7681 h 9490"/>
                <a:gd name="T36" fmla="*/ 5033 w 16546"/>
                <a:gd name="T37" fmla="*/ 7194 h 9490"/>
                <a:gd name="T38" fmla="*/ 5199 w 16546"/>
                <a:gd name="T39" fmla="*/ 6973 h 9490"/>
                <a:gd name="T40" fmla="*/ 5828 w 16546"/>
                <a:gd name="T41" fmla="*/ 7277 h 9490"/>
                <a:gd name="T42" fmla="*/ 5565 w 16546"/>
                <a:gd name="T43" fmla="*/ 7166 h 9490"/>
                <a:gd name="T44" fmla="*/ 6032 w 16546"/>
                <a:gd name="T45" fmla="*/ 7791 h 9490"/>
                <a:gd name="T46" fmla="*/ 5507 w 16546"/>
                <a:gd name="T47" fmla="*/ 7652 h 9490"/>
                <a:gd name="T48" fmla="*/ 5878 w 16546"/>
                <a:gd name="T49" fmla="*/ 7331 h 9490"/>
                <a:gd name="T50" fmla="*/ 5976 w 16546"/>
                <a:gd name="T51" fmla="*/ 6919 h 9490"/>
                <a:gd name="T52" fmla="*/ 5611 w 16546"/>
                <a:gd name="T53" fmla="*/ 7064 h 9490"/>
                <a:gd name="T54" fmla="*/ 6388 w 16546"/>
                <a:gd name="T55" fmla="*/ 7143 h 9490"/>
                <a:gd name="T56" fmla="*/ 6527 w 16546"/>
                <a:gd name="T57" fmla="*/ 7794 h 9490"/>
                <a:gd name="T58" fmla="*/ 7470 w 16546"/>
                <a:gd name="T59" fmla="*/ 6904 h 9490"/>
                <a:gd name="T60" fmla="*/ 7445 w 16546"/>
                <a:gd name="T61" fmla="*/ 7746 h 9490"/>
                <a:gd name="T62" fmla="*/ 7420 w 16546"/>
                <a:gd name="T63" fmla="*/ 7147 h 9490"/>
                <a:gd name="T64" fmla="*/ 8196 w 16546"/>
                <a:gd name="T65" fmla="*/ 7678 h 9490"/>
                <a:gd name="T66" fmla="*/ 7741 w 16546"/>
                <a:gd name="T67" fmla="*/ 7632 h 9490"/>
                <a:gd name="T68" fmla="*/ 8137 w 16546"/>
                <a:gd name="T69" fmla="*/ 7515 h 9490"/>
                <a:gd name="T70" fmla="*/ 9121 w 16546"/>
                <a:gd name="T71" fmla="*/ 7793 h 9490"/>
                <a:gd name="T72" fmla="*/ 8805 w 16546"/>
                <a:gd name="T73" fmla="*/ 7791 h 9490"/>
                <a:gd name="T74" fmla="*/ 9067 w 16546"/>
                <a:gd name="T75" fmla="*/ 6939 h 9490"/>
                <a:gd name="T76" fmla="*/ 9491 w 16546"/>
                <a:gd name="T77" fmla="*/ 7563 h 9490"/>
                <a:gd name="T78" fmla="*/ 9663 w 16546"/>
                <a:gd name="T79" fmla="*/ 7804 h 9490"/>
                <a:gd name="T80" fmla="*/ 9739 w 16546"/>
                <a:gd name="T81" fmla="*/ 7158 h 9490"/>
                <a:gd name="T82" fmla="*/ 9487 w 16546"/>
                <a:gd name="T83" fmla="*/ 7519 h 9490"/>
                <a:gd name="T84" fmla="*/ 10455 w 16546"/>
                <a:gd name="T85" fmla="*/ 7678 h 9490"/>
                <a:gd name="T86" fmla="*/ 9982 w 16546"/>
                <a:gd name="T87" fmla="*/ 7333 h 9490"/>
                <a:gd name="T88" fmla="*/ 10427 w 16546"/>
                <a:gd name="T89" fmla="*/ 7270 h 9490"/>
                <a:gd name="T90" fmla="*/ 10824 w 16546"/>
                <a:gd name="T91" fmla="*/ 7684 h 9490"/>
                <a:gd name="T92" fmla="*/ 11072 w 16546"/>
                <a:gd name="T93" fmla="*/ 7791 h 9490"/>
                <a:gd name="T94" fmla="*/ 10541 w 16546"/>
                <a:gd name="T95" fmla="*/ 7663 h 9490"/>
                <a:gd name="T96" fmla="*/ 10690 w 16546"/>
                <a:gd name="T97" fmla="*/ 7198 h 9490"/>
                <a:gd name="T98" fmla="*/ 11194 w 16546"/>
                <a:gd name="T99" fmla="*/ 7157 h 9490"/>
                <a:gd name="T100" fmla="*/ 11547 w 16546"/>
                <a:gd name="T101" fmla="*/ 7289 h 9490"/>
                <a:gd name="T102" fmla="*/ 11927 w 16546"/>
                <a:gd name="T103" fmla="*/ 7553 h 9490"/>
                <a:gd name="T104" fmla="*/ 11948 w 16546"/>
                <a:gd name="T105" fmla="*/ 7144 h 9490"/>
                <a:gd name="T106" fmla="*/ 11902 w 16546"/>
                <a:gd name="T107" fmla="*/ 7271 h 9490"/>
                <a:gd name="T108" fmla="*/ 12017 w 16546"/>
                <a:gd name="T109" fmla="*/ 7442 h 9490"/>
                <a:gd name="T110" fmla="*/ 11628 w 16546"/>
                <a:gd name="T111" fmla="*/ 7680 h 9490"/>
                <a:gd name="T112" fmla="*/ 11927 w 16546"/>
                <a:gd name="T113" fmla="*/ 7553 h 9490"/>
                <a:gd name="T114" fmla="*/ 12802 w 16546"/>
                <a:gd name="T115" fmla="*/ 7474 h 9490"/>
                <a:gd name="T116" fmla="*/ 12228 w 16546"/>
                <a:gd name="T117" fmla="*/ 7333 h 9490"/>
                <a:gd name="T118" fmla="*/ 12987 w 16546"/>
                <a:gd name="T119" fmla="*/ 7170 h 9490"/>
                <a:gd name="T120" fmla="*/ 13149 w 16546"/>
                <a:gd name="T121" fmla="*/ 7271 h 9490"/>
                <a:gd name="T122" fmla="*/ 13373 w 16546"/>
                <a:gd name="T123" fmla="*/ 7668 h 9490"/>
                <a:gd name="T124" fmla="*/ 12907 w 16546"/>
                <a:gd name="T125" fmla="*/ 7678 h 9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546" h="9490">
                  <a:moveTo>
                    <a:pt x="539" y="0"/>
                  </a:moveTo>
                  <a:cubicBezTo>
                    <a:pt x="242" y="0"/>
                    <a:pt x="0" y="242"/>
                    <a:pt x="0" y="539"/>
                  </a:cubicBezTo>
                  <a:cubicBezTo>
                    <a:pt x="0" y="9490"/>
                    <a:pt x="0" y="9490"/>
                    <a:pt x="0" y="9490"/>
                  </a:cubicBezTo>
                  <a:cubicBezTo>
                    <a:pt x="16007" y="9490"/>
                    <a:pt x="16007" y="9490"/>
                    <a:pt x="16007" y="9490"/>
                  </a:cubicBezTo>
                  <a:cubicBezTo>
                    <a:pt x="16304" y="9490"/>
                    <a:pt x="16546" y="9248"/>
                    <a:pt x="16546" y="8951"/>
                  </a:cubicBezTo>
                  <a:cubicBezTo>
                    <a:pt x="16546" y="0"/>
                    <a:pt x="16546" y="0"/>
                    <a:pt x="16546" y="0"/>
                  </a:cubicBezTo>
                  <a:lnTo>
                    <a:pt x="539" y="0"/>
                  </a:lnTo>
                  <a:close/>
                  <a:moveTo>
                    <a:pt x="539" y="114"/>
                  </a:moveTo>
                  <a:cubicBezTo>
                    <a:pt x="16432" y="114"/>
                    <a:pt x="16432" y="114"/>
                    <a:pt x="16432" y="114"/>
                  </a:cubicBezTo>
                  <a:cubicBezTo>
                    <a:pt x="16432" y="5385"/>
                    <a:pt x="16432" y="5385"/>
                    <a:pt x="16432" y="5385"/>
                  </a:cubicBezTo>
                  <a:cubicBezTo>
                    <a:pt x="114" y="5385"/>
                    <a:pt x="114" y="5385"/>
                    <a:pt x="114" y="5385"/>
                  </a:cubicBezTo>
                  <a:cubicBezTo>
                    <a:pt x="114" y="539"/>
                    <a:pt x="114" y="539"/>
                    <a:pt x="114" y="539"/>
                  </a:cubicBezTo>
                  <a:cubicBezTo>
                    <a:pt x="114" y="305"/>
                    <a:pt x="305" y="114"/>
                    <a:pt x="539" y="114"/>
                  </a:cubicBezTo>
                  <a:close/>
                  <a:moveTo>
                    <a:pt x="3292" y="7519"/>
                  </a:moveTo>
                  <a:cubicBezTo>
                    <a:pt x="3298" y="7541"/>
                    <a:pt x="3308" y="7564"/>
                    <a:pt x="3319" y="7584"/>
                  </a:cubicBezTo>
                  <a:cubicBezTo>
                    <a:pt x="3343" y="7628"/>
                    <a:pt x="3381" y="7656"/>
                    <a:pt x="3431" y="7660"/>
                  </a:cubicBezTo>
                  <a:cubicBezTo>
                    <a:pt x="3473" y="7664"/>
                    <a:pt x="3515" y="7661"/>
                    <a:pt x="3560" y="7661"/>
                  </a:cubicBezTo>
                  <a:cubicBezTo>
                    <a:pt x="3560" y="7588"/>
                    <a:pt x="3560" y="7517"/>
                    <a:pt x="3560" y="7441"/>
                  </a:cubicBezTo>
                  <a:cubicBezTo>
                    <a:pt x="3519" y="7441"/>
                    <a:pt x="3479" y="7441"/>
                    <a:pt x="3435" y="7441"/>
                  </a:cubicBezTo>
                  <a:cubicBezTo>
                    <a:pt x="3431" y="7401"/>
                    <a:pt x="3433" y="7365"/>
                    <a:pt x="3433" y="7326"/>
                  </a:cubicBezTo>
                  <a:cubicBezTo>
                    <a:pt x="3531" y="7326"/>
                    <a:pt x="3626" y="7326"/>
                    <a:pt x="3723" y="7326"/>
                  </a:cubicBezTo>
                  <a:cubicBezTo>
                    <a:pt x="3723" y="7478"/>
                    <a:pt x="3723" y="7627"/>
                    <a:pt x="3723" y="7780"/>
                  </a:cubicBezTo>
                  <a:cubicBezTo>
                    <a:pt x="3691" y="7785"/>
                    <a:pt x="3661" y="7791"/>
                    <a:pt x="3631" y="7794"/>
                  </a:cubicBezTo>
                  <a:cubicBezTo>
                    <a:pt x="3548" y="7803"/>
                    <a:pt x="3465" y="7813"/>
                    <a:pt x="3382" y="7799"/>
                  </a:cubicBezTo>
                  <a:cubicBezTo>
                    <a:pt x="3281" y="7783"/>
                    <a:pt x="3206" y="7730"/>
                    <a:pt x="3159" y="7638"/>
                  </a:cubicBezTo>
                  <a:cubicBezTo>
                    <a:pt x="3130" y="7581"/>
                    <a:pt x="3117" y="7520"/>
                    <a:pt x="3110" y="7456"/>
                  </a:cubicBezTo>
                  <a:cubicBezTo>
                    <a:pt x="3100" y="7357"/>
                    <a:pt x="3102" y="7258"/>
                    <a:pt x="3129" y="7161"/>
                  </a:cubicBezTo>
                  <a:cubicBezTo>
                    <a:pt x="3139" y="7125"/>
                    <a:pt x="3154" y="7090"/>
                    <a:pt x="3172" y="7058"/>
                  </a:cubicBezTo>
                  <a:cubicBezTo>
                    <a:pt x="3217" y="6977"/>
                    <a:pt x="3290" y="6934"/>
                    <a:pt x="3380" y="6918"/>
                  </a:cubicBezTo>
                  <a:cubicBezTo>
                    <a:pt x="3463" y="6904"/>
                    <a:pt x="3546" y="6914"/>
                    <a:pt x="3629" y="6923"/>
                  </a:cubicBezTo>
                  <a:cubicBezTo>
                    <a:pt x="3660" y="6926"/>
                    <a:pt x="3692" y="6932"/>
                    <a:pt x="3724" y="6937"/>
                  </a:cubicBezTo>
                  <a:cubicBezTo>
                    <a:pt x="3724" y="6977"/>
                    <a:pt x="3724" y="7013"/>
                    <a:pt x="3724" y="7052"/>
                  </a:cubicBezTo>
                  <a:cubicBezTo>
                    <a:pt x="3713" y="7053"/>
                    <a:pt x="3702" y="7055"/>
                    <a:pt x="3692" y="7055"/>
                  </a:cubicBezTo>
                  <a:cubicBezTo>
                    <a:pt x="3626" y="7055"/>
                    <a:pt x="3560" y="7055"/>
                    <a:pt x="3494" y="7056"/>
                  </a:cubicBezTo>
                  <a:cubicBezTo>
                    <a:pt x="3472" y="7056"/>
                    <a:pt x="3450" y="7057"/>
                    <a:pt x="3428" y="7062"/>
                  </a:cubicBezTo>
                  <a:cubicBezTo>
                    <a:pt x="3378" y="7074"/>
                    <a:pt x="3339" y="7102"/>
                    <a:pt x="3317" y="7148"/>
                  </a:cubicBezTo>
                  <a:cubicBezTo>
                    <a:pt x="3301" y="7180"/>
                    <a:pt x="3289" y="7215"/>
                    <a:pt x="3283" y="7249"/>
                  </a:cubicBezTo>
                  <a:cubicBezTo>
                    <a:pt x="3268" y="7339"/>
                    <a:pt x="3269" y="7430"/>
                    <a:pt x="3292" y="7519"/>
                  </a:cubicBezTo>
                  <a:close/>
                  <a:moveTo>
                    <a:pt x="4001" y="7566"/>
                  </a:moveTo>
                  <a:cubicBezTo>
                    <a:pt x="4015" y="7642"/>
                    <a:pt x="4057" y="7677"/>
                    <a:pt x="4135" y="7678"/>
                  </a:cubicBezTo>
                  <a:cubicBezTo>
                    <a:pt x="4193" y="7678"/>
                    <a:pt x="4252" y="7678"/>
                    <a:pt x="4310" y="7678"/>
                  </a:cubicBezTo>
                  <a:cubicBezTo>
                    <a:pt x="4322" y="7678"/>
                    <a:pt x="4334" y="7678"/>
                    <a:pt x="4349" y="7678"/>
                  </a:cubicBezTo>
                  <a:cubicBezTo>
                    <a:pt x="4349" y="7712"/>
                    <a:pt x="4349" y="7744"/>
                    <a:pt x="4349" y="7779"/>
                  </a:cubicBezTo>
                  <a:cubicBezTo>
                    <a:pt x="4321" y="7785"/>
                    <a:pt x="4294" y="7791"/>
                    <a:pt x="4266" y="7795"/>
                  </a:cubicBezTo>
                  <a:cubicBezTo>
                    <a:pt x="4197" y="7804"/>
                    <a:pt x="4129" y="7811"/>
                    <a:pt x="4059" y="7800"/>
                  </a:cubicBezTo>
                  <a:cubicBezTo>
                    <a:pt x="3953" y="7783"/>
                    <a:pt x="3883" y="7724"/>
                    <a:pt x="3853" y="7621"/>
                  </a:cubicBezTo>
                  <a:cubicBezTo>
                    <a:pt x="3827" y="7530"/>
                    <a:pt x="3825" y="7438"/>
                    <a:pt x="3850" y="7346"/>
                  </a:cubicBezTo>
                  <a:cubicBezTo>
                    <a:pt x="3881" y="7231"/>
                    <a:pt x="3957" y="7167"/>
                    <a:pt x="4075" y="7148"/>
                  </a:cubicBezTo>
                  <a:cubicBezTo>
                    <a:pt x="4135" y="7138"/>
                    <a:pt x="4194" y="7140"/>
                    <a:pt x="4251" y="7158"/>
                  </a:cubicBezTo>
                  <a:cubicBezTo>
                    <a:pt x="4320" y="7181"/>
                    <a:pt x="4372" y="7223"/>
                    <a:pt x="4390" y="7295"/>
                  </a:cubicBezTo>
                  <a:cubicBezTo>
                    <a:pt x="4403" y="7342"/>
                    <a:pt x="4399" y="7389"/>
                    <a:pt x="4378" y="7433"/>
                  </a:cubicBezTo>
                  <a:cubicBezTo>
                    <a:pt x="4352" y="7486"/>
                    <a:pt x="4306" y="7512"/>
                    <a:pt x="4250" y="7515"/>
                  </a:cubicBezTo>
                  <a:cubicBezTo>
                    <a:pt x="4182" y="7519"/>
                    <a:pt x="4113" y="7518"/>
                    <a:pt x="4045" y="7519"/>
                  </a:cubicBezTo>
                  <a:cubicBezTo>
                    <a:pt x="4031" y="7519"/>
                    <a:pt x="4016" y="7519"/>
                    <a:pt x="3996" y="7519"/>
                  </a:cubicBezTo>
                  <a:cubicBezTo>
                    <a:pt x="3998" y="7539"/>
                    <a:pt x="3999" y="7553"/>
                    <a:pt x="4001" y="7566"/>
                  </a:cubicBezTo>
                  <a:close/>
                  <a:moveTo>
                    <a:pt x="4779" y="7553"/>
                  </a:moveTo>
                  <a:cubicBezTo>
                    <a:pt x="4753" y="7543"/>
                    <a:pt x="4725" y="7538"/>
                    <a:pt x="4697" y="7530"/>
                  </a:cubicBezTo>
                  <a:cubicBezTo>
                    <a:pt x="4662" y="7520"/>
                    <a:pt x="4625" y="7513"/>
                    <a:pt x="4590" y="7499"/>
                  </a:cubicBezTo>
                  <a:cubicBezTo>
                    <a:pt x="4515" y="7469"/>
                    <a:pt x="4480" y="7413"/>
                    <a:pt x="4481" y="7331"/>
                  </a:cubicBezTo>
                  <a:cubicBezTo>
                    <a:pt x="4482" y="7253"/>
                    <a:pt x="4519" y="7198"/>
                    <a:pt x="4591" y="7171"/>
                  </a:cubicBezTo>
                  <a:cubicBezTo>
                    <a:pt x="4629" y="7157"/>
                    <a:pt x="4670" y="7149"/>
                    <a:pt x="4710" y="7144"/>
                  </a:cubicBezTo>
                  <a:cubicBezTo>
                    <a:pt x="4778" y="7136"/>
                    <a:pt x="4879" y="7149"/>
                    <a:pt x="4953" y="7171"/>
                  </a:cubicBezTo>
                  <a:cubicBezTo>
                    <a:pt x="4953" y="7203"/>
                    <a:pt x="4953" y="7234"/>
                    <a:pt x="4953" y="7267"/>
                  </a:cubicBezTo>
                  <a:cubicBezTo>
                    <a:pt x="4943" y="7268"/>
                    <a:pt x="4934" y="7270"/>
                    <a:pt x="4924" y="7270"/>
                  </a:cubicBezTo>
                  <a:cubicBezTo>
                    <a:pt x="4867" y="7270"/>
                    <a:pt x="4810" y="7269"/>
                    <a:pt x="4753" y="7271"/>
                  </a:cubicBezTo>
                  <a:cubicBezTo>
                    <a:pt x="4731" y="7271"/>
                    <a:pt x="4709" y="7275"/>
                    <a:pt x="4688" y="7281"/>
                  </a:cubicBezTo>
                  <a:cubicBezTo>
                    <a:pt x="4665" y="7288"/>
                    <a:pt x="4649" y="7303"/>
                    <a:pt x="4647" y="7329"/>
                  </a:cubicBezTo>
                  <a:cubicBezTo>
                    <a:pt x="4646" y="7354"/>
                    <a:pt x="4656" y="7374"/>
                    <a:pt x="4678" y="7384"/>
                  </a:cubicBezTo>
                  <a:cubicBezTo>
                    <a:pt x="4703" y="7395"/>
                    <a:pt x="4729" y="7402"/>
                    <a:pt x="4755" y="7410"/>
                  </a:cubicBezTo>
                  <a:cubicBezTo>
                    <a:pt x="4797" y="7422"/>
                    <a:pt x="4840" y="7431"/>
                    <a:pt x="4880" y="7447"/>
                  </a:cubicBezTo>
                  <a:cubicBezTo>
                    <a:pt x="4951" y="7476"/>
                    <a:pt x="4987" y="7531"/>
                    <a:pt x="4986" y="7610"/>
                  </a:cubicBezTo>
                  <a:cubicBezTo>
                    <a:pt x="4985" y="7690"/>
                    <a:pt x="4951" y="7749"/>
                    <a:pt x="4875" y="7778"/>
                  </a:cubicBezTo>
                  <a:cubicBezTo>
                    <a:pt x="4841" y="7792"/>
                    <a:pt x="4804" y="7801"/>
                    <a:pt x="4767" y="7804"/>
                  </a:cubicBezTo>
                  <a:cubicBezTo>
                    <a:pt x="4672" y="7811"/>
                    <a:pt x="4577" y="7801"/>
                    <a:pt x="4481" y="7779"/>
                  </a:cubicBezTo>
                  <a:cubicBezTo>
                    <a:pt x="4474" y="7747"/>
                    <a:pt x="4478" y="7715"/>
                    <a:pt x="4479" y="7681"/>
                  </a:cubicBezTo>
                  <a:cubicBezTo>
                    <a:pt x="4490" y="7680"/>
                    <a:pt x="4501" y="7678"/>
                    <a:pt x="4512" y="7678"/>
                  </a:cubicBezTo>
                  <a:cubicBezTo>
                    <a:pt x="4579" y="7678"/>
                    <a:pt x="4646" y="7679"/>
                    <a:pt x="4713" y="7677"/>
                  </a:cubicBezTo>
                  <a:cubicBezTo>
                    <a:pt x="4735" y="7677"/>
                    <a:pt x="4757" y="7672"/>
                    <a:pt x="4778" y="7665"/>
                  </a:cubicBezTo>
                  <a:cubicBezTo>
                    <a:pt x="4803" y="7657"/>
                    <a:pt x="4818" y="7637"/>
                    <a:pt x="4819" y="7609"/>
                  </a:cubicBezTo>
                  <a:cubicBezTo>
                    <a:pt x="4821" y="7580"/>
                    <a:pt x="4804" y="7562"/>
                    <a:pt x="4779" y="7553"/>
                  </a:cubicBezTo>
                  <a:close/>
                  <a:moveTo>
                    <a:pt x="5438" y="7154"/>
                  </a:moveTo>
                  <a:cubicBezTo>
                    <a:pt x="5445" y="7191"/>
                    <a:pt x="5440" y="7228"/>
                    <a:pt x="5441" y="7270"/>
                  </a:cubicBezTo>
                  <a:cubicBezTo>
                    <a:pt x="5388" y="7270"/>
                    <a:pt x="5337" y="7270"/>
                    <a:pt x="5284" y="7270"/>
                  </a:cubicBezTo>
                  <a:cubicBezTo>
                    <a:pt x="5283" y="7285"/>
                    <a:pt x="5282" y="7294"/>
                    <a:pt x="5282" y="7304"/>
                  </a:cubicBezTo>
                  <a:cubicBezTo>
                    <a:pt x="5281" y="7407"/>
                    <a:pt x="5281" y="7510"/>
                    <a:pt x="5282" y="7613"/>
                  </a:cubicBezTo>
                  <a:cubicBezTo>
                    <a:pt x="5282" y="7662"/>
                    <a:pt x="5296" y="7677"/>
                    <a:pt x="5346" y="7678"/>
                  </a:cubicBezTo>
                  <a:cubicBezTo>
                    <a:pt x="5375" y="7678"/>
                    <a:pt x="5405" y="7678"/>
                    <a:pt x="5439" y="7678"/>
                  </a:cubicBezTo>
                  <a:cubicBezTo>
                    <a:pt x="5439" y="7714"/>
                    <a:pt x="5439" y="7746"/>
                    <a:pt x="5439" y="7779"/>
                  </a:cubicBezTo>
                  <a:cubicBezTo>
                    <a:pt x="5374" y="7804"/>
                    <a:pt x="5309" y="7814"/>
                    <a:pt x="5242" y="7798"/>
                  </a:cubicBezTo>
                  <a:cubicBezTo>
                    <a:pt x="5181" y="7784"/>
                    <a:pt x="5142" y="7742"/>
                    <a:pt x="5132" y="7681"/>
                  </a:cubicBezTo>
                  <a:cubicBezTo>
                    <a:pt x="5129" y="7659"/>
                    <a:pt x="5128" y="7636"/>
                    <a:pt x="5128" y="7614"/>
                  </a:cubicBezTo>
                  <a:cubicBezTo>
                    <a:pt x="5127" y="7515"/>
                    <a:pt x="5127" y="7416"/>
                    <a:pt x="5127" y="7317"/>
                  </a:cubicBezTo>
                  <a:cubicBezTo>
                    <a:pt x="5127" y="7303"/>
                    <a:pt x="5127" y="7290"/>
                    <a:pt x="5127" y="7272"/>
                  </a:cubicBezTo>
                  <a:cubicBezTo>
                    <a:pt x="5095" y="7272"/>
                    <a:pt x="5066" y="7272"/>
                    <a:pt x="5032" y="7272"/>
                  </a:cubicBezTo>
                  <a:cubicBezTo>
                    <a:pt x="5032" y="7243"/>
                    <a:pt x="5031" y="7218"/>
                    <a:pt x="5033" y="7194"/>
                  </a:cubicBezTo>
                  <a:cubicBezTo>
                    <a:pt x="5034" y="7187"/>
                    <a:pt x="5042" y="7177"/>
                    <a:pt x="5050" y="7174"/>
                  </a:cubicBezTo>
                  <a:cubicBezTo>
                    <a:pt x="5064" y="7168"/>
                    <a:pt x="5080" y="7164"/>
                    <a:pt x="5096" y="7161"/>
                  </a:cubicBezTo>
                  <a:cubicBezTo>
                    <a:pt x="5119" y="7157"/>
                    <a:pt x="5132" y="7146"/>
                    <a:pt x="5140" y="7123"/>
                  </a:cubicBezTo>
                  <a:cubicBezTo>
                    <a:pt x="5155" y="7080"/>
                    <a:pt x="5173" y="7037"/>
                    <a:pt x="5189" y="6995"/>
                  </a:cubicBezTo>
                  <a:cubicBezTo>
                    <a:pt x="5192" y="6988"/>
                    <a:pt x="5195" y="6981"/>
                    <a:pt x="5199" y="6973"/>
                  </a:cubicBezTo>
                  <a:cubicBezTo>
                    <a:pt x="5225" y="6973"/>
                    <a:pt x="5250" y="6973"/>
                    <a:pt x="5280" y="6973"/>
                  </a:cubicBezTo>
                  <a:cubicBezTo>
                    <a:pt x="5280" y="7031"/>
                    <a:pt x="5280" y="7088"/>
                    <a:pt x="5280" y="7148"/>
                  </a:cubicBezTo>
                  <a:cubicBezTo>
                    <a:pt x="5334" y="7156"/>
                    <a:pt x="5384" y="7148"/>
                    <a:pt x="5438" y="7154"/>
                  </a:cubicBezTo>
                  <a:close/>
                  <a:moveTo>
                    <a:pt x="5878" y="7331"/>
                  </a:moveTo>
                  <a:cubicBezTo>
                    <a:pt x="5875" y="7302"/>
                    <a:pt x="5856" y="7284"/>
                    <a:pt x="5828" y="7277"/>
                  </a:cubicBezTo>
                  <a:cubicBezTo>
                    <a:pt x="5811" y="7273"/>
                    <a:pt x="5792" y="7271"/>
                    <a:pt x="5773" y="7271"/>
                  </a:cubicBezTo>
                  <a:cubicBezTo>
                    <a:pt x="5711" y="7270"/>
                    <a:pt x="5649" y="7270"/>
                    <a:pt x="5587" y="7270"/>
                  </a:cubicBezTo>
                  <a:cubicBezTo>
                    <a:pt x="5575" y="7270"/>
                    <a:pt x="5563" y="7270"/>
                    <a:pt x="5545" y="7270"/>
                  </a:cubicBezTo>
                  <a:cubicBezTo>
                    <a:pt x="5545" y="7240"/>
                    <a:pt x="5544" y="7211"/>
                    <a:pt x="5546" y="7184"/>
                  </a:cubicBezTo>
                  <a:cubicBezTo>
                    <a:pt x="5547" y="7177"/>
                    <a:pt x="5558" y="7167"/>
                    <a:pt x="5565" y="7166"/>
                  </a:cubicBezTo>
                  <a:cubicBezTo>
                    <a:pt x="5667" y="7150"/>
                    <a:pt x="5769" y="7133"/>
                    <a:pt x="5872" y="7148"/>
                  </a:cubicBezTo>
                  <a:cubicBezTo>
                    <a:pt x="5966" y="7162"/>
                    <a:pt x="6016" y="7208"/>
                    <a:pt x="6031" y="7302"/>
                  </a:cubicBezTo>
                  <a:cubicBezTo>
                    <a:pt x="6033" y="7317"/>
                    <a:pt x="6034" y="7332"/>
                    <a:pt x="6034" y="7347"/>
                  </a:cubicBezTo>
                  <a:cubicBezTo>
                    <a:pt x="6034" y="7485"/>
                    <a:pt x="6034" y="7622"/>
                    <a:pt x="6034" y="7760"/>
                  </a:cubicBezTo>
                  <a:cubicBezTo>
                    <a:pt x="6034" y="7770"/>
                    <a:pt x="6033" y="7779"/>
                    <a:pt x="6032" y="7791"/>
                  </a:cubicBezTo>
                  <a:cubicBezTo>
                    <a:pt x="5986" y="7791"/>
                    <a:pt x="5942" y="7791"/>
                    <a:pt x="5894" y="7791"/>
                  </a:cubicBezTo>
                  <a:cubicBezTo>
                    <a:pt x="5890" y="7770"/>
                    <a:pt x="5886" y="7749"/>
                    <a:pt x="5880" y="7723"/>
                  </a:cubicBezTo>
                  <a:cubicBezTo>
                    <a:pt x="5873" y="7730"/>
                    <a:pt x="5867" y="7734"/>
                    <a:pt x="5863" y="7739"/>
                  </a:cubicBezTo>
                  <a:cubicBezTo>
                    <a:pt x="5798" y="7817"/>
                    <a:pt x="5672" y="7818"/>
                    <a:pt x="5605" y="7787"/>
                  </a:cubicBezTo>
                  <a:cubicBezTo>
                    <a:pt x="5548" y="7760"/>
                    <a:pt x="5516" y="7713"/>
                    <a:pt x="5507" y="7652"/>
                  </a:cubicBezTo>
                  <a:cubicBezTo>
                    <a:pt x="5502" y="7624"/>
                    <a:pt x="5503" y="7595"/>
                    <a:pt x="5507" y="7567"/>
                  </a:cubicBezTo>
                  <a:cubicBezTo>
                    <a:pt x="5519" y="7497"/>
                    <a:pt x="5559" y="7450"/>
                    <a:pt x="5628" y="7431"/>
                  </a:cubicBezTo>
                  <a:cubicBezTo>
                    <a:pt x="5657" y="7424"/>
                    <a:pt x="5687" y="7419"/>
                    <a:pt x="5716" y="7418"/>
                  </a:cubicBezTo>
                  <a:cubicBezTo>
                    <a:pt x="5769" y="7416"/>
                    <a:pt x="5823" y="7418"/>
                    <a:pt x="5882" y="7418"/>
                  </a:cubicBezTo>
                  <a:cubicBezTo>
                    <a:pt x="5880" y="7385"/>
                    <a:pt x="5880" y="7358"/>
                    <a:pt x="5878" y="7331"/>
                  </a:cubicBezTo>
                  <a:close/>
                  <a:moveTo>
                    <a:pt x="5624" y="6946"/>
                  </a:moveTo>
                  <a:cubicBezTo>
                    <a:pt x="5665" y="6917"/>
                    <a:pt x="5710" y="6910"/>
                    <a:pt x="5758" y="6924"/>
                  </a:cubicBezTo>
                  <a:cubicBezTo>
                    <a:pt x="5776" y="6929"/>
                    <a:pt x="5794" y="6935"/>
                    <a:pt x="5810" y="6943"/>
                  </a:cubicBezTo>
                  <a:cubicBezTo>
                    <a:pt x="5862" y="6967"/>
                    <a:pt x="5911" y="6961"/>
                    <a:pt x="5958" y="6930"/>
                  </a:cubicBezTo>
                  <a:cubicBezTo>
                    <a:pt x="5962" y="6928"/>
                    <a:pt x="5967" y="6925"/>
                    <a:pt x="5976" y="6919"/>
                  </a:cubicBezTo>
                  <a:cubicBezTo>
                    <a:pt x="5986" y="6947"/>
                    <a:pt x="5995" y="6972"/>
                    <a:pt x="6003" y="6995"/>
                  </a:cubicBezTo>
                  <a:cubicBezTo>
                    <a:pt x="5969" y="7052"/>
                    <a:pt x="5902" y="7079"/>
                    <a:pt x="5840" y="7063"/>
                  </a:cubicBezTo>
                  <a:cubicBezTo>
                    <a:pt x="5819" y="7057"/>
                    <a:pt x="5797" y="7050"/>
                    <a:pt x="5777" y="7041"/>
                  </a:cubicBezTo>
                  <a:cubicBezTo>
                    <a:pt x="5723" y="7016"/>
                    <a:pt x="5673" y="7024"/>
                    <a:pt x="5626" y="7056"/>
                  </a:cubicBezTo>
                  <a:cubicBezTo>
                    <a:pt x="5622" y="7058"/>
                    <a:pt x="5617" y="7060"/>
                    <a:pt x="5611" y="7064"/>
                  </a:cubicBezTo>
                  <a:cubicBezTo>
                    <a:pt x="5606" y="7051"/>
                    <a:pt x="5601" y="7040"/>
                    <a:pt x="5597" y="7029"/>
                  </a:cubicBezTo>
                  <a:cubicBezTo>
                    <a:pt x="5580" y="6979"/>
                    <a:pt x="5581" y="6975"/>
                    <a:pt x="5624" y="6946"/>
                  </a:cubicBezTo>
                  <a:close/>
                  <a:moveTo>
                    <a:pt x="6133" y="7469"/>
                  </a:moveTo>
                  <a:cubicBezTo>
                    <a:pt x="6138" y="7431"/>
                    <a:pt x="6140" y="7387"/>
                    <a:pt x="6150" y="7346"/>
                  </a:cubicBezTo>
                  <a:cubicBezTo>
                    <a:pt x="6180" y="7221"/>
                    <a:pt x="6260" y="7152"/>
                    <a:pt x="6388" y="7143"/>
                  </a:cubicBezTo>
                  <a:cubicBezTo>
                    <a:pt x="6431" y="7141"/>
                    <a:pt x="6475" y="7143"/>
                    <a:pt x="6517" y="7151"/>
                  </a:cubicBezTo>
                  <a:cubicBezTo>
                    <a:pt x="6605" y="7167"/>
                    <a:pt x="6667" y="7220"/>
                    <a:pt x="6698" y="7305"/>
                  </a:cubicBezTo>
                  <a:cubicBezTo>
                    <a:pt x="6723" y="7372"/>
                    <a:pt x="6729" y="7442"/>
                    <a:pt x="6723" y="7513"/>
                  </a:cubicBezTo>
                  <a:cubicBezTo>
                    <a:pt x="6720" y="7551"/>
                    <a:pt x="6714" y="7590"/>
                    <a:pt x="6703" y="7626"/>
                  </a:cubicBezTo>
                  <a:cubicBezTo>
                    <a:pt x="6677" y="7715"/>
                    <a:pt x="6618" y="7772"/>
                    <a:pt x="6527" y="7794"/>
                  </a:cubicBezTo>
                  <a:cubicBezTo>
                    <a:pt x="6462" y="7810"/>
                    <a:pt x="6397" y="7810"/>
                    <a:pt x="6332" y="7794"/>
                  </a:cubicBezTo>
                  <a:cubicBezTo>
                    <a:pt x="6222" y="7767"/>
                    <a:pt x="6167" y="7691"/>
                    <a:pt x="6146" y="7585"/>
                  </a:cubicBezTo>
                  <a:cubicBezTo>
                    <a:pt x="6139" y="7549"/>
                    <a:pt x="6138" y="7512"/>
                    <a:pt x="6133" y="7469"/>
                  </a:cubicBezTo>
                  <a:close/>
                  <a:moveTo>
                    <a:pt x="7470" y="7027"/>
                  </a:moveTo>
                  <a:cubicBezTo>
                    <a:pt x="7470" y="6987"/>
                    <a:pt x="7470" y="6946"/>
                    <a:pt x="7470" y="6904"/>
                  </a:cubicBezTo>
                  <a:cubicBezTo>
                    <a:pt x="7522" y="6904"/>
                    <a:pt x="7570" y="6904"/>
                    <a:pt x="7620" y="6904"/>
                  </a:cubicBezTo>
                  <a:cubicBezTo>
                    <a:pt x="7620" y="7200"/>
                    <a:pt x="7620" y="7495"/>
                    <a:pt x="7620" y="7791"/>
                  </a:cubicBezTo>
                  <a:cubicBezTo>
                    <a:pt x="7573" y="7791"/>
                    <a:pt x="7529" y="7791"/>
                    <a:pt x="7483" y="7791"/>
                  </a:cubicBezTo>
                  <a:cubicBezTo>
                    <a:pt x="7478" y="7769"/>
                    <a:pt x="7474" y="7748"/>
                    <a:pt x="7468" y="7722"/>
                  </a:cubicBezTo>
                  <a:cubicBezTo>
                    <a:pt x="7458" y="7732"/>
                    <a:pt x="7451" y="7738"/>
                    <a:pt x="7445" y="7746"/>
                  </a:cubicBezTo>
                  <a:cubicBezTo>
                    <a:pt x="7366" y="7837"/>
                    <a:pt x="7176" y="7826"/>
                    <a:pt x="7108" y="7703"/>
                  </a:cubicBezTo>
                  <a:cubicBezTo>
                    <a:pt x="7085" y="7661"/>
                    <a:pt x="7071" y="7616"/>
                    <a:pt x="7066" y="7569"/>
                  </a:cubicBezTo>
                  <a:cubicBezTo>
                    <a:pt x="7057" y="7494"/>
                    <a:pt x="7055" y="7418"/>
                    <a:pt x="7075" y="7344"/>
                  </a:cubicBezTo>
                  <a:cubicBezTo>
                    <a:pt x="7108" y="7216"/>
                    <a:pt x="7193" y="7149"/>
                    <a:pt x="7327" y="7143"/>
                  </a:cubicBezTo>
                  <a:cubicBezTo>
                    <a:pt x="7358" y="7141"/>
                    <a:pt x="7389" y="7146"/>
                    <a:pt x="7420" y="7147"/>
                  </a:cubicBezTo>
                  <a:cubicBezTo>
                    <a:pt x="7434" y="7148"/>
                    <a:pt x="7449" y="7149"/>
                    <a:pt x="7469" y="7151"/>
                  </a:cubicBezTo>
                  <a:cubicBezTo>
                    <a:pt x="7471" y="7108"/>
                    <a:pt x="7470" y="7068"/>
                    <a:pt x="7470" y="7027"/>
                  </a:cubicBezTo>
                  <a:close/>
                  <a:moveTo>
                    <a:pt x="7891" y="7585"/>
                  </a:moveTo>
                  <a:cubicBezTo>
                    <a:pt x="7907" y="7645"/>
                    <a:pt x="7948" y="7677"/>
                    <a:pt x="8010" y="7677"/>
                  </a:cubicBezTo>
                  <a:cubicBezTo>
                    <a:pt x="8072" y="7678"/>
                    <a:pt x="8134" y="7678"/>
                    <a:pt x="8196" y="7678"/>
                  </a:cubicBezTo>
                  <a:cubicBezTo>
                    <a:pt x="8208" y="7678"/>
                    <a:pt x="8220" y="7678"/>
                    <a:pt x="8235" y="7678"/>
                  </a:cubicBezTo>
                  <a:cubicBezTo>
                    <a:pt x="8235" y="7713"/>
                    <a:pt x="8235" y="7744"/>
                    <a:pt x="8235" y="7779"/>
                  </a:cubicBezTo>
                  <a:cubicBezTo>
                    <a:pt x="8206" y="7785"/>
                    <a:pt x="8179" y="7791"/>
                    <a:pt x="8151" y="7795"/>
                  </a:cubicBezTo>
                  <a:cubicBezTo>
                    <a:pt x="8081" y="7804"/>
                    <a:pt x="8011" y="7812"/>
                    <a:pt x="7940" y="7799"/>
                  </a:cubicBezTo>
                  <a:cubicBezTo>
                    <a:pt x="7840" y="7782"/>
                    <a:pt x="7772" y="7728"/>
                    <a:pt x="7741" y="7632"/>
                  </a:cubicBezTo>
                  <a:cubicBezTo>
                    <a:pt x="7710" y="7534"/>
                    <a:pt x="7708" y="7434"/>
                    <a:pt x="7738" y="7335"/>
                  </a:cubicBezTo>
                  <a:cubicBezTo>
                    <a:pt x="7771" y="7226"/>
                    <a:pt x="7846" y="7167"/>
                    <a:pt x="7957" y="7148"/>
                  </a:cubicBezTo>
                  <a:cubicBezTo>
                    <a:pt x="8018" y="7138"/>
                    <a:pt x="8078" y="7140"/>
                    <a:pt x="8137" y="7159"/>
                  </a:cubicBezTo>
                  <a:cubicBezTo>
                    <a:pt x="8243" y="7192"/>
                    <a:pt x="8296" y="7279"/>
                    <a:pt x="8278" y="7385"/>
                  </a:cubicBezTo>
                  <a:cubicBezTo>
                    <a:pt x="8265" y="7461"/>
                    <a:pt x="8215" y="7510"/>
                    <a:pt x="8137" y="7515"/>
                  </a:cubicBezTo>
                  <a:cubicBezTo>
                    <a:pt x="8068" y="7520"/>
                    <a:pt x="7999" y="7518"/>
                    <a:pt x="7929" y="7519"/>
                  </a:cubicBezTo>
                  <a:cubicBezTo>
                    <a:pt x="7915" y="7519"/>
                    <a:pt x="7900" y="7519"/>
                    <a:pt x="7879" y="7519"/>
                  </a:cubicBezTo>
                  <a:cubicBezTo>
                    <a:pt x="7884" y="7546"/>
                    <a:pt x="7886" y="7566"/>
                    <a:pt x="7891" y="7585"/>
                  </a:cubicBezTo>
                  <a:close/>
                  <a:moveTo>
                    <a:pt x="9283" y="7793"/>
                  </a:moveTo>
                  <a:cubicBezTo>
                    <a:pt x="9224" y="7793"/>
                    <a:pt x="9173" y="7793"/>
                    <a:pt x="9121" y="7793"/>
                  </a:cubicBezTo>
                  <a:cubicBezTo>
                    <a:pt x="9105" y="7793"/>
                    <a:pt x="9101" y="7780"/>
                    <a:pt x="9095" y="7769"/>
                  </a:cubicBezTo>
                  <a:cubicBezTo>
                    <a:pt x="9045" y="7681"/>
                    <a:pt x="8995" y="7593"/>
                    <a:pt x="8944" y="7504"/>
                  </a:cubicBezTo>
                  <a:cubicBezTo>
                    <a:pt x="8937" y="7492"/>
                    <a:pt x="8929" y="7479"/>
                    <a:pt x="8921" y="7465"/>
                  </a:cubicBezTo>
                  <a:cubicBezTo>
                    <a:pt x="8884" y="7465"/>
                    <a:pt x="8847" y="7465"/>
                    <a:pt x="8805" y="7465"/>
                  </a:cubicBezTo>
                  <a:cubicBezTo>
                    <a:pt x="8805" y="7574"/>
                    <a:pt x="8805" y="7681"/>
                    <a:pt x="8805" y="7791"/>
                  </a:cubicBezTo>
                  <a:cubicBezTo>
                    <a:pt x="8749" y="7791"/>
                    <a:pt x="8698" y="7791"/>
                    <a:pt x="8644" y="7791"/>
                  </a:cubicBezTo>
                  <a:cubicBezTo>
                    <a:pt x="8644" y="7503"/>
                    <a:pt x="8644" y="7216"/>
                    <a:pt x="8644" y="6926"/>
                  </a:cubicBezTo>
                  <a:cubicBezTo>
                    <a:pt x="8656" y="6926"/>
                    <a:pt x="8667" y="6924"/>
                    <a:pt x="8678" y="6924"/>
                  </a:cubicBezTo>
                  <a:cubicBezTo>
                    <a:pt x="8776" y="6924"/>
                    <a:pt x="8874" y="6923"/>
                    <a:pt x="8972" y="6925"/>
                  </a:cubicBezTo>
                  <a:cubicBezTo>
                    <a:pt x="9004" y="6925"/>
                    <a:pt x="9036" y="6929"/>
                    <a:pt x="9067" y="6939"/>
                  </a:cubicBezTo>
                  <a:cubicBezTo>
                    <a:pt x="9202" y="6980"/>
                    <a:pt x="9256" y="7110"/>
                    <a:pt x="9242" y="7232"/>
                  </a:cubicBezTo>
                  <a:cubicBezTo>
                    <a:pt x="9231" y="7325"/>
                    <a:pt x="9186" y="7395"/>
                    <a:pt x="9096" y="7431"/>
                  </a:cubicBezTo>
                  <a:cubicBezTo>
                    <a:pt x="9092" y="7432"/>
                    <a:pt x="9088" y="7435"/>
                    <a:pt x="9081" y="7439"/>
                  </a:cubicBezTo>
                  <a:cubicBezTo>
                    <a:pt x="9148" y="7555"/>
                    <a:pt x="9214" y="7671"/>
                    <a:pt x="9283" y="7793"/>
                  </a:cubicBezTo>
                  <a:close/>
                  <a:moveTo>
                    <a:pt x="9491" y="7563"/>
                  </a:moveTo>
                  <a:cubicBezTo>
                    <a:pt x="9504" y="7641"/>
                    <a:pt x="9547" y="7677"/>
                    <a:pt x="9626" y="7678"/>
                  </a:cubicBezTo>
                  <a:cubicBezTo>
                    <a:pt x="9685" y="7678"/>
                    <a:pt x="9743" y="7678"/>
                    <a:pt x="9801" y="7678"/>
                  </a:cubicBezTo>
                  <a:cubicBezTo>
                    <a:pt x="9813" y="7678"/>
                    <a:pt x="9825" y="7678"/>
                    <a:pt x="9840" y="7678"/>
                  </a:cubicBezTo>
                  <a:cubicBezTo>
                    <a:pt x="9840" y="7713"/>
                    <a:pt x="9840" y="7745"/>
                    <a:pt x="9840" y="7778"/>
                  </a:cubicBezTo>
                  <a:cubicBezTo>
                    <a:pt x="9781" y="7795"/>
                    <a:pt x="9723" y="7802"/>
                    <a:pt x="9663" y="7804"/>
                  </a:cubicBezTo>
                  <a:cubicBezTo>
                    <a:pt x="9625" y="7806"/>
                    <a:pt x="9587" y="7804"/>
                    <a:pt x="9549" y="7799"/>
                  </a:cubicBezTo>
                  <a:cubicBezTo>
                    <a:pt x="9444" y="7785"/>
                    <a:pt x="9374" y="7725"/>
                    <a:pt x="9344" y="7624"/>
                  </a:cubicBezTo>
                  <a:cubicBezTo>
                    <a:pt x="9316" y="7529"/>
                    <a:pt x="9315" y="7433"/>
                    <a:pt x="9342" y="7338"/>
                  </a:cubicBezTo>
                  <a:cubicBezTo>
                    <a:pt x="9374" y="7228"/>
                    <a:pt x="9450" y="7167"/>
                    <a:pt x="9562" y="7148"/>
                  </a:cubicBezTo>
                  <a:cubicBezTo>
                    <a:pt x="9622" y="7139"/>
                    <a:pt x="9681" y="7140"/>
                    <a:pt x="9739" y="7158"/>
                  </a:cubicBezTo>
                  <a:cubicBezTo>
                    <a:pt x="9808" y="7179"/>
                    <a:pt x="9860" y="7220"/>
                    <a:pt x="9880" y="7293"/>
                  </a:cubicBezTo>
                  <a:cubicBezTo>
                    <a:pt x="9893" y="7341"/>
                    <a:pt x="9890" y="7389"/>
                    <a:pt x="9868" y="7434"/>
                  </a:cubicBezTo>
                  <a:cubicBezTo>
                    <a:pt x="9842" y="7487"/>
                    <a:pt x="9796" y="7512"/>
                    <a:pt x="9739" y="7515"/>
                  </a:cubicBezTo>
                  <a:cubicBezTo>
                    <a:pt x="9670" y="7519"/>
                    <a:pt x="9601" y="7518"/>
                    <a:pt x="9531" y="7519"/>
                  </a:cubicBezTo>
                  <a:cubicBezTo>
                    <a:pt x="9518" y="7519"/>
                    <a:pt x="9505" y="7519"/>
                    <a:pt x="9487" y="7519"/>
                  </a:cubicBezTo>
                  <a:cubicBezTo>
                    <a:pt x="9489" y="7539"/>
                    <a:pt x="9489" y="7551"/>
                    <a:pt x="9491" y="7563"/>
                  </a:cubicBezTo>
                  <a:close/>
                  <a:moveTo>
                    <a:pt x="10136" y="7577"/>
                  </a:moveTo>
                  <a:cubicBezTo>
                    <a:pt x="10153" y="7648"/>
                    <a:pt x="10191" y="7677"/>
                    <a:pt x="10263" y="7678"/>
                  </a:cubicBezTo>
                  <a:cubicBezTo>
                    <a:pt x="10314" y="7678"/>
                    <a:pt x="10365" y="7678"/>
                    <a:pt x="10416" y="7678"/>
                  </a:cubicBezTo>
                  <a:cubicBezTo>
                    <a:pt x="10428" y="7678"/>
                    <a:pt x="10440" y="7678"/>
                    <a:pt x="10455" y="7678"/>
                  </a:cubicBezTo>
                  <a:cubicBezTo>
                    <a:pt x="10455" y="7712"/>
                    <a:pt x="10455" y="7744"/>
                    <a:pt x="10455" y="7777"/>
                  </a:cubicBezTo>
                  <a:cubicBezTo>
                    <a:pt x="10407" y="7794"/>
                    <a:pt x="10357" y="7801"/>
                    <a:pt x="10306" y="7804"/>
                  </a:cubicBezTo>
                  <a:cubicBezTo>
                    <a:pt x="10263" y="7806"/>
                    <a:pt x="10219" y="7805"/>
                    <a:pt x="10177" y="7797"/>
                  </a:cubicBezTo>
                  <a:cubicBezTo>
                    <a:pt x="10074" y="7779"/>
                    <a:pt x="10009" y="7716"/>
                    <a:pt x="9982" y="7616"/>
                  </a:cubicBezTo>
                  <a:cubicBezTo>
                    <a:pt x="9957" y="7522"/>
                    <a:pt x="9957" y="7426"/>
                    <a:pt x="9982" y="7333"/>
                  </a:cubicBezTo>
                  <a:cubicBezTo>
                    <a:pt x="10011" y="7226"/>
                    <a:pt x="10082" y="7165"/>
                    <a:pt x="10191" y="7148"/>
                  </a:cubicBezTo>
                  <a:cubicBezTo>
                    <a:pt x="10279" y="7134"/>
                    <a:pt x="10364" y="7147"/>
                    <a:pt x="10449" y="7169"/>
                  </a:cubicBezTo>
                  <a:cubicBezTo>
                    <a:pt x="10451" y="7169"/>
                    <a:pt x="10453" y="7171"/>
                    <a:pt x="10456" y="7174"/>
                  </a:cubicBezTo>
                  <a:cubicBezTo>
                    <a:pt x="10456" y="7204"/>
                    <a:pt x="10456" y="7234"/>
                    <a:pt x="10456" y="7267"/>
                  </a:cubicBezTo>
                  <a:cubicBezTo>
                    <a:pt x="10446" y="7268"/>
                    <a:pt x="10436" y="7270"/>
                    <a:pt x="10427" y="7270"/>
                  </a:cubicBezTo>
                  <a:cubicBezTo>
                    <a:pt x="10374" y="7270"/>
                    <a:pt x="10320" y="7270"/>
                    <a:pt x="10267" y="7270"/>
                  </a:cubicBezTo>
                  <a:cubicBezTo>
                    <a:pt x="10191" y="7271"/>
                    <a:pt x="10152" y="7301"/>
                    <a:pt x="10135" y="7375"/>
                  </a:cubicBezTo>
                  <a:cubicBezTo>
                    <a:pt x="10120" y="7442"/>
                    <a:pt x="10120" y="7510"/>
                    <a:pt x="10136" y="7577"/>
                  </a:cubicBezTo>
                  <a:close/>
                  <a:moveTo>
                    <a:pt x="10689" y="7578"/>
                  </a:moveTo>
                  <a:cubicBezTo>
                    <a:pt x="10686" y="7660"/>
                    <a:pt x="10745" y="7699"/>
                    <a:pt x="10824" y="7684"/>
                  </a:cubicBezTo>
                  <a:cubicBezTo>
                    <a:pt x="10882" y="7674"/>
                    <a:pt x="10920" y="7627"/>
                    <a:pt x="10920" y="7569"/>
                  </a:cubicBezTo>
                  <a:cubicBezTo>
                    <a:pt x="10921" y="7446"/>
                    <a:pt x="10920" y="7323"/>
                    <a:pt x="10920" y="7200"/>
                  </a:cubicBezTo>
                  <a:cubicBezTo>
                    <a:pt x="10920" y="7187"/>
                    <a:pt x="10920" y="7173"/>
                    <a:pt x="10920" y="7158"/>
                  </a:cubicBezTo>
                  <a:cubicBezTo>
                    <a:pt x="10973" y="7158"/>
                    <a:pt x="11021" y="7158"/>
                    <a:pt x="11072" y="7158"/>
                  </a:cubicBezTo>
                  <a:cubicBezTo>
                    <a:pt x="11072" y="7369"/>
                    <a:pt x="11072" y="7578"/>
                    <a:pt x="11072" y="7791"/>
                  </a:cubicBezTo>
                  <a:cubicBezTo>
                    <a:pt x="11027" y="7796"/>
                    <a:pt x="10983" y="7792"/>
                    <a:pt x="10935" y="7793"/>
                  </a:cubicBezTo>
                  <a:cubicBezTo>
                    <a:pt x="10930" y="7771"/>
                    <a:pt x="10926" y="7749"/>
                    <a:pt x="10920" y="7724"/>
                  </a:cubicBezTo>
                  <a:cubicBezTo>
                    <a:pt x="10911" y="7731"/>
                    <a:pt x="10904" y="7737"/>
                    <a:pt x="10897" y="7743"/>
                  </a:cubicBezTo>
                  <a:cubicBezTo>
                    <a:pt x="10824" y="7807"/>
                    <a:pt x="10741" y="7820"/>
                    <a:pt x="10650" y="7793"/>
                  </a:cubicBezTo>
                  <a:cubicBezTo>
                    <a:pt x="10587" y="7773"/>
                    <a:pt x="10554" y="7725"/>
                    <a:pt x="10541" y="7663"/>
                  </a:cubicBezTo>
                  <a:cubicBezTo>
                    <a:pt x="10538" y="7645"/>
                    <a:pt x="10536" y="7626"/>
                    <a:pt x="10536" y="7607"/>
                  </a:cubicBezTo>
                  <a:cubicBezTo>
                    <a:pt x="10536" y="7466"/>
                    <a:pt x="10536" y="7325"/>
                    <a:pt x="10536" y="7183"/>
                  </a:cubicBezTo>
                  <a:cubicBezTo>
                    <a:pt x="10536" y="7176"/>
                    <a:pt x="10537" y="7169"/>
                    <a:pt x="10537" y="7157"/>
                  </a:cubicBezTo>
                  <a:cubicBezTo>
                    <a:pt x="10589" y="7157"/>
                    <a:pt x="10637" y="7157"/>
                    <a:pt x="10690" y="7157"/>
                  </a:cubicBezTo>
                  <a:cubicBezTo>
                    <a:pt x="10690" y="7172"/>
                    <a:pt x="10690" y="7185"/>
                    <a:pt x="10690" y="7198"/>
                  </a:cubicBezTo>
                  <a:cubicBezTo>
                    <a:pt x="10690" y="7325"/>
                    <a:pt x="10693" y="7451"/>
                    <a:pt x="10689" y="7578"/>
                  </a:cubicBezTo>
                  <a:close/>
                  <a:moveTo>
                    <a:pt x="11345" y="7747"/>
                  </a:moveTo>
                  <a:cubicBezTo>
                    <a:pt x="11345" y="7760"/>
                    <a:pt x="11345" y="7774"/>
                    <a:pt x="11345" y="7790"/>
                  </a:cubicBezTo>
                  <a:cubicBezTo>
                    <a:pt x="11294" y="7790"/>
                    <a:pt x="11245" y="7790"/>
                    <a:pt x="11194" y="7790"/>
                  </a:cubicBezTo>
                  <a:cubicBezTo>
                    <a:pt x="11194" y="7580"/>
                    <a:pt x="11194" y="7371"/>
                    <a:pt x="11194" y="7157"/>
                  </a:cubicBezTo>
                  <a:cubicBezTo>
                    <a:pt x="11240" y="7157"/>
                    <a:pt x="11283" y="7157"/>
                    <a:pt x="11331" y="7157"/>
                  </a:cubicBezTo>
                  <a:cubicBezTo>
                    <a:pt x="11336" y="7188"/>
                    <a:pt x="11340" y="7220"/>
                    <a:pt x="11346" y="7260"/>
                  </a:cubicBezTo>
                  <a:cubicBezTo>
                    <a:pt x="11371" y="7221"/>
                    <a:pt x="11396" y="7191"/>
                    <a:pt x="11431" y="7172"/>
                  </a:cubicBezTo>
                  <a:cubicBezTo>
                    <a:pt x="11466" y="7153"/>
                    <a:pt x="11504" y="7143"/>
                    <a:pt x="11547" y="7143"/>
                  </a:cubicBezTo>
                  <a:cubicBezTo>
                    <a:pt x="11547" y="7192"/>
                    <a:pt x="11547" y="7240"/>
                    <a:pt x="11547" y="7289"/>
                  </a:cubicBezTo>
                  <a:cubicBezTo>
                    <a:pt x="11516" y="7293"/>
                    <a:pt x="11484" y="7294"/>
                    <a:pt x="11452" y="7300"/>
                  </a:cubicBezTo>
                  <a:cubicBezTo>
                    <a:pt x="11402" y="7310"/>
                    <a:pt x="11363" y="7337"/>
                    <a:pt x="11350" y="7390"/>
                  </a:cubicBezTo>
                  <a:cubicBezTo>
                    <a:pt x="11346" y="7404"/>
                    <a:pt x="11346" y="7419"/>
                    <a:pt x="11346" y="7434"/>
                  </a:cubicBezTo>
                  <a:cubicBezTo>
                    <a:pt x="11345" y="7538"/>
                    <a:pt x="11345" y="7643"/>
                    <a:pt x="11345" y="7747"/>
                  </a:cubicBezTo>
                  <a:close/>
                  <a:moveTo>
                    <a:pt x="11927" y="7553"/>
                  </a:moveTo>
                  <a:cubicBezTo>
                    <a:pt x="11900" y="7544"/>
                    <a:pt x="11872" y="7538"/>
                    <a:pt x="11845" y="7530"/>
                  </a:cubicBezTo>
                  <a:cubicBezTo>
                    <a:pt x="11807" y="7519"/>
                    <a:pt x="11767" y="7511"/>
                    <a:pt x="11731" y="7496"/>
                  </a:cubicBezTo>
                  <a:cubicBezTo>
                    <a:pt x="11659" y="7466"/>
                    <a:pt x="11628" y="7407"/>
                    <a:pt x="11628" y="7330"/>
                  </a:cubicBezTo>
                  <a:cubicBezTo>
                    <a:pt x="11629" y="7256"/>
                    <a:pt x="11665" y="7203"/>
                    <a:pt x="11733" y="7173"/>
                  </a:cubicBezTo>
                  <a:cubicBezTo>
                    <a:pt x="11801" y="7142"/>
                    <a:pt x="11875" y="7138"/>
                    <a:pt x="11948" y="7144"/>
                  </a:cubicBezTo>
                  <a:cubicBezTo>
                    <a:pt x="11995" y="7148"/>
                    <a:pt x="12041" y="7158"/>
                    <a:pt x="12087" y="7166"/>
                  </a:cubicBezTo>
                  <a:cubicBezTo>
                    <a:pt x="12092" y="7167"/>
                    <a:pt x="12096" y="7170"/>
                    <a:pt x="12102" y="7172"/>
                  </a:cubicBezTo>
                  <a:cubicBezTo>
                    <a:pt x="12102" y="7203"/>
                    <a:pt x="12102" y="7234"/>
                    <a:pt x="12102" y="7267"/>
                  </a:cubicBezTo>
                  <a:cubicBezTo>
                    <a:pt x="12092" y="7268"/>
                    <a:pt x="12082" y="7270"/>
                    <a:pt x="12073" y="7270"/>
                  </a:cubicBezTo>
                  <a:cubicBezTo>
                    <a:pt x="12016" y="7270"/>
                    <a:pt x="11959" y="7269"/>
                    <a:pt x="11902" y="7271"/>
                  </a:cubicBezTo>
                  <a:cubicBezTo>
                    <a:pt x="11881" y="7271"/>
                    <a:pt x="11859" y="7274"/>
                    <a:pt x="11839" y="7280"/>
                  </a:cubicBezTo>
                  <a:cubicBezTo>
                    <a:pt x="11815" y="7286"/>
                    <a:pt x="11797" y="7302"/>
                    <a:pt x="11795" y="7329"/>
                  </a:cubicBezTo>
                  <a:cubicBezTo>
                    <a:pt x="11793" y="7355"/>
                    <a:pt x="11805" y="7376"/>
                    <a:pt x="11829" y="7386"/>
                  </a:cubicBezTo>
                  <a:cubicBezTo>
                    <a:pt x="11852" y="7396"/>
                    <a:pt x="11878" y="7403"/>
                    <a:pt x="11903" y="7410"/>
                  </a:cubicBezTo>
                  <a:cubicBezTo>
                    <a:pt x="11941" y="7421"/>
                    <a:pt x="11980" y="7427"/>
                    <a:pt x="12017" y="7442"/>
                  </a:cubicBezTo>
                  <a:cubicBezTo>
                    <a:pt x="12118" y="7481"/>
                    <a:pt x="12159" y="7576"/>
                    <a:pt x="12123" y="7678"/>
                  </a:cubicBezTo>
                  <a:cubicBezTo>
                    <a:pt x="12107" y="7724"/>
                    <a:pt x="12076" y="7758"/>
                    <a:pt x="12031" y="7775"/>
                  </a:cubicBezTo>
                  <a:cubicBezTo>
                    <a:pt x="11993" y="7789"/>
                    <a:pt x="11953" y="7799"/>
                    <a:pt x="11913" y="7804"/>
                  </a:cubicBezTo>
                  <a:cubicBezTo>
                    <a:pt x="11845" y="7812"/>
                    <a:pt x="11700" y="7800"/>
                    <a:pt x="11628" y="7777"/>
                  </a:cubicBezTo>
                  <a:cubicBezTo>
                    <a:pt x="11628" y="7745"/>
                    <a:pt x="11628" y="7714"/>
                    <a:pt x="11628" y="7680"/>
                  </a:cubicBezTo>
                  <a:cubicBezTo>
                    <a:pt x="11639" y="7679"/>
                    <a:pt x="11650" y="7678"/>
                    <a:pt x="11660" y="7678"/>
                  </a:cubicBezTo>
                  <a:cubicBezTo>
                    <a:pt x="11727" y="7678"/>
                    <a:pt x="11795" y="7679"/>
                    <a:pt x="11862" y="7677"/>
                  </a:cubicBezTo>
                  <a:cubicBezTo>
                    <a:pt x="11883" y="7677"/>
                    <a:pt x="11906" y="7672"/>
                    <a:pt x="11927" y="7665"/>
                  </a:cubicBezTo>
                  <a:cubicBezTo>
                    <a:pt x="11952" y="7657"/>
                    <a:pt x="11967" y="7636"/>
                    <a:pt x="11968" y="7608"/>
                  </a:cubicBezTo>
                  <a:cubicBezTo>
                    <a:pt x="11969" y="7580"/>
                    <a:pt x="11952" y="7561"/>
                    <a:pt x="11927" y="7553"/>
                  </a:cubicBezTo>
                  <a:close/>
                  <a:moveTo>
                    <a:pt x="12228" y="7333"/>
                  </a:moveTo>
                  <a:cubicBezTo>
                    <a:pt x="12262" y="7209"/>
                    <a:pt x="12345" y="7153"/>
                    <a:pt x="12465" y="7144"/>
                  </a:cubicBezTo>
                  <a:cubicBezTo>
                    <a:pt x="12510" y="7140"/>
                    <a:pt x="12557" y="7143"/>
                    <a:pt x="12601" y="7153"/>
                  </a:cubicBezTo>
                  <a:cubicBezTo>
                    <a:pt x="12714" y="7178"/>
                    <a:pt x="12771" y="7258"/>
                    <a:pt x="12790" y="7367"/>
                  </a:cubicBezTo>
                  <a:cubicBezTo>
                    <a:pt x="12797" y="7402"/>
                    <a:pt x="12798" y="7438"/>
                    <a:pt x="12802" y="7474"/>
                  </a:cubicBezTo>
                  <a:cubicBezTo>
                    <a:pt x="12800" y="7528"/>
                    <a:pt x="12794" y="7580"/>
                    <a:pt x="12777" y="7632"/>
                  </a:cubicBezTo>
                  <a:cubicBezTo>
                    <a:pt x="12745" y="7728"/>
                    <a:pt x="12678" y="7782"/>
                    <a:pt x="12578" y="7799"/>
                  </a:cubicBezTo>
                  <a:cubicBezTo>
                    <a:pt x="12530" y="7807"/>
                    <a:pt x="12483" y="7807"/>
                    <a:pt x="12434" y="7800"/>
                  </a:cubicBezTo>
                  <a:cubicBezTo>
                    <a:pt x="12330" y="7782"/>
                    <a:pt x="12261" y="7725"/>
                    <a:pt x="12231" y="7623"/>
                  </a:cubicBezTo>
                  <a:cubicBezTo>
                    <a:pt x="12203" y="7527"/>
                    <a:pt x="12202" y="7430"/>
                    <a:pt x="12228" y="7333"/>
                  </a:cubicBezTo>
                  <a:close/>
                  <a:moveTo>
                    <a:pt x="13175" y="7553"/>
                  </a:moveTo>
                  <a:cubicBezTo>
                    <a:pt x="13149" y="7544"/>
                    <a:pt x="13121" y="7538"/>
                    <a:pt x="13093" y="7530"/>
                  </a:cubicBezTo>
                  <a:cubicBezTo>
                    <a:pt x="13057" y="7520"/>
                    <a:pt x="13021" y="7513"/>
                    <a:pt x="12986" y="7499"/>
                  </a:cubicBezTo>
                  <a:cubicBezTo>
                    <a:pt x="12910" y="7469"/>
                    <a:pt x="12876" y="7413"/>
                    <a:pt x="12877" y="7331"/>
                  </a:cubicBezTo>
                  <a:cubicBezTo>
                    <a:pt x="12877" y="7253"/>
                    <a:pt x="12915" y="7200"/>
                    <a:pt x="12987" y="7170"/>
                  </a:cubicBezTo>
                  <a:cubicBezTo>
                    <a:pt x="13057" y="7141"/>
                    <a:pt x="13132" y="7138"/>
                    <a:pt x="13206" y="7145"/>
                  </a:cubicBezTo>
                  <a:cubicBezTo>
                    <a:pt x="13254" y="7149"/>
                    <a:pt x="13301" y="7159"/>
                    <a:pt x="13349" y="7167"/>
                  </a:cubicBezTo>
                  <a:cubicBezTo>
                    <a:pt x="13349" y="7203"/>
                    <a:pt x="13349" y="7234"/>
                    <a:pt x="13349" y="7267"/>
                  </a:cubicBezTo>
                  <a:cubicBezTo>
                    <a:pt x="13339" y="7268"/>
                    <a:pt x="13330" y="7270"/>
                    <a:pt x="13320" y="7270"/>
                  </a:cubicBezTo>
                  <a:cubicBezTo>
                    <a:pt x="13263" y="7270"/>
                    <a:pt x="13206" y="7269"/>
                    <a:pt x="13149" y="7271"/>
                  </a:cubicBezTo>
                  <a:cubicBezTo>
                    <a:pt x="13125" y="7272"/>
                    <a:pt x="13099" y="7275"/>
                    <a:pt x="13077" y="7285"/>
                  </a:cubicBezTo>
                  <a:cubicBezTo>
                    <a:pt x="13034" y="7303"/>
                    <a:pt x="13029" y="7355"/>
                    <a:pt x="13068" y="7379"/>
                  </a:cubicBezTo>
                  <a:cubicBezTo>
                    <a:pt x="13092" y="7394"/>
                    <a:pt x="13120" y="7401"/>
                    <a:pt x="13147" y="7409"/>
                  </a:cubicBezTo>
                  <a:cubicBezTo>
                    <a:pt x="13186" y="7421"/>
                    <a:pt x="13227" y="7427"/>
                    <a:pt x="13265" y="7442"/>
                  </a:cubicBezTo>
                  <a:cubicBezTo>
                    <a:pt x="13350" y="7475"/>
                    <a:pt x="13404" y="7541"/>
                    <a:pt x="13373" y="7668"/>
                  </a:cubicBezTo>
                  <a:cubicBezTo>
                    <a:pt x="13361" y="7720"/>
                    <a:pt x="13327" y="7757"/>
                    <a:pt x="13278" y="7775"/>
                  </a:cubicBezTo>
                  <a:cubicBezTo>
                    <a:pt x="13242" y="7789"/>
                    <a:pt x="13202" y="7800"/>
                    <a:pt x="13163" y="7803"/>
                  </a:cubicBezTo>
                  <a:cubicBezTo>
                    <a:pt x="13068" y="7811"/>
                    <a:pt x="12973" y="7801"/>
                    <a:pt x="12876" y="7779"/>
                  </a:cubicBezTo>
                  <a:cubicBezTo>
                    <a:pt x="12871" y="7747"/>
                    <a:pt x="12873" y="7716"/>
                    <a:pt x="12875" y="7681"/>
                  </a:cubicBezTo>
                  <a:cubicBezTo>
                    <a:pt x="12886" y="7680"/>
                    <a:pt x="12897" y="7678"/>
                    <a:pt x="12907" y="7678"/>
                  </a:cubicBezTo>
                  <a:cubicBezTo>
                    <a:pt x="12974" y="7678"/>
                    <a:pt x="13042" y="7679"/>
                    <a:pt x="13108" y="7677"/>
                  </a:cubicBezTo>
                  <a:cubicBezTo>
                    <a:pt x="13130" y="7677"/>
                    <a:pt x="13153" y="7673"/>
                    <a:pt x="13174" y="7665"/>
                  </a:cubicBezTo>
                  <a:cubicBezTo>
                    <a:pt x="13200" y="7656"/>
                    <a:pt x="13215" y="7636"/>
                    <a:pt x="13215" y="7606"/>
                  </a:cubicBezTo>
                  <a:cubicBezTo>
                    <a:pt x="13215" y="7578"/>
                    <a:pt x="13199" y="7562"/>
                    <a:pt x="13175" y="75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8" name="Freeform 30">
              <a:extLst>
                <a:ext uri="{FF2B5EF4-FFF2-40B4-BE49-F238E27FC236}">
                  <a16:creationId xmlns:a16="http://schemas.microsoft.com/office/drawing/2014/main" id="{28DBBE54-8F83-169A-0F03-F840F3709A77}"/>
                </a:ext>
              </a:extLst>
            </p:cNvPr>
            <p:cNvSpPr>
              <a:spLocks/>
            </p:cNvSpPr>
            <p:nvPr/>
          </p:nvSpPr>
          <p:spPr bwMode="auto">
            <a:xfrm>
              <a:off x="11107738" y="-403225"/>
              <a:ext cx="50800" cy="34925"/>
            </a:xfrm>
            <a:custGeom>
              <a:avLst/>
              <a:gdLst>
                <a:gd name="T0" fmla="*/ 164 w 252"/>
                <a:gd name="T1" fmla="*/ 177 h 178"/>
                <a:gd name="T2" fmla="*/ 196 w 252"/>
                <a:gd name="T3" fmla="*/ 171 h 178"/>
                <a:gd name="T4" fmla="*/ 238 w 252"/>
                <a:gd name="T5" fmla="*/ 81 h 178"/>
                <a:gd name="T6" fmla="*/ 185 w 252"/>
                <a:gd name="T7" fmla="*/ 33 h 178"/>
                <a:gd name="T8" fmla="*/ 2 w 252"/>
                <a:gd name="T9" fmla="*/ 178 h 178"/>
                <a:gd name="T10" fmla="*/ 164 w 252"/>
                <a:gd name="T11" fmla="*/ 177 h 178"/>
              </a:gdLst>
              <a:ahLst/>
              <a:cxnLst>
                <a:cxn ang="0">
                  <a:pos x="T0" y="T1"/>
                </a:cxn>
                <a:cxn ang="0">
                  <a:pos x="T2" y="T3"/>
                </a:cxn>
                <a:cxn ang="0">
                  <a:pos x="T4" y="T5"/>
                </a:cxn>
                <a:cxn ang="0">
                  <a:pos x="T6" y="T7"/>
                </a:cxn>
                <a:cxn ang="0">
                  <a:pos x="T8" y="T9"/>
                </a:cxn>
                <a:cxn ang="0">
                  <a:pos x="T10" y="T11"/>
                </a:cxn>
              </a:cxnLst>
              <a:rect l="0" t="0" r="r" b="b"/>
              <a:pathLst>
                <a:path w="252" h="178">
                  <a:moveTo>
                    <a:pt x="164" y="177"/>
                  </a:moveTo>
                  <a:cubicBezTo>
                    <a:pt x="175" y="177"/>
                    <a:pt x="186" y="174"/>
                    <a:pt x="196" y="171"/>
                  </a:cubicBezTo>
                  <a:cubicBezTo>
                    <a:pt x="234" y="158"/>
                    <a:pt x="252" y="118"/>
                    <a:pt x="238" y="81"/>
                  </a:cubicBezTo>
                  <a:cubicBezTo>
                    <a:pt x="229" y="56"/>
                    <a:pt x="209" y="41"/>
                    <a:pt x="185" y="33"/>
                  </a:cubicBezTo>
                  <a:cubicBezTo>
                    <a:pt x="90" y="0"/>
                    <a:pt x="0" y="69"/>
                    <a:pt x="2" y="178"/>
                  </a:cubicBezTo>
                  <a:cubicBezTo>
                    <a:pt x="58" y="178"/>
                    <a:pt x="111" y="178"/>
                    <a:pt x="164" y="1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59" name="Freeform 31">
              <a:extLst>
                <a:ext uri="{FF2B5EF4-FFF2-40B4-BE49-F238E27FC236}">
                  <a16:creationId xmlns:a16="http://schemas.microsoft.com/office/drawing/2014/main" id="{D8B6D749-028C-2806-2B3E-234A032B164A}"/>
                </a:ext>
              </a:extLst>
            </p:cNvPr>
            <p:cNvSpPr>
              <a:spLocks/>
            </p:cNvSpPr>
            <p:nvPr/>
          </p:nvSpPr>
          <p:spPr bwMode="auto">
            <a:xfrm>
              <a:off x="10971213" y="-441325"/>
              <a:ext cx="55563" cy="53975"/>
            </a:xfrm>
            <a:custGeom>
              <a:avLst/>
              <a:gdLst>
                <a:gd name="T0" fmla="*/ 179 w 277"/>
                <a:gd name="T1" fmla="*/ 11 h 266"/>
                <a:gd name="T2" fmla="*/ 0 w 277"/>
                <a:gd name="T3" fmla="*/ 7 h 266"/>
                <a:gd name="T4" fmla="*/ 0 w 277"/>
                <a:gd name="T5" fmla="*/ 266 h 266"/>
                <a:gd name="T6" fmla="*/ 100 w 277"/>
                <a:gd name="T7" fmla="*/ 265 h 266"/>
                <a:gd name="T8" fmla="*/ 160 w 277"/>
                <a:gd name="T9" fmla="*/ 263 h 266"/>
                <a:gd name="T10" fmla="*/ 248 w 277"/>
                <a:gd name="T11" fmla="*/ 216 h 266"/>
                <a:gd name="T12" fmla="*/ 238 w 277"/>
                <a:gd name="T13" fmla="*/ 47 h 266"/>
                <a:gd name="T14" fmla="*/ 179 w 277"/>
                <a:gd name="T15" fmla="*/ 11 h 2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7" h="266">
                  <a:moveTo>
                    <a:pt x="179" y="11"/>
                  </a:moveTo>
                  <a:cubicBezTo>
                    <a:pt x="120" y="0"/>
                    <a:pt x="61" y="7"/>
                    <a:pt x="0" y="7"/>
                  </a:cubicBezTo>
                  <a:cubicBezTo>
                    <a:pt x="0" y="94"/>
                    <a:pt x="0" y="177"/>
                    <a:pt x="0" y="266"/>
                  </a:cubicBezTo>
                  <a:cubicBezTo>
                    <a:pt x="36" y="266"/>
                    <a:pt x="68" y="266"/>
                    <a:pt x="100" y="265"/>
                  </a:cubicBezTo>
                  <a:cubicBezTo>
                    <a:pt x="120" y="265"/>
                    <a:pt x="140" y="265"/>
                    <a:pt x="160" y="263"/>
                  </a:cubicBezTo>
                  <a:cubicBezTo>
                    <a:pt x="195" y="259"/>
                    <a:pt x="228" y="248"/>
                    <a:pt x="248" y="216"/>
                  </a:cubicBezTo>
                  <a:cubicBezTo>
                    <a:pt x="277" y="172"/>
                    <a:pt x="272" y="88"/>
                    <a:pt x="238" y="47"/>
                  </a:cubicBezTo>
                  <a:cubicBezTo>
                    <a:pt x="223" y="28"/>
                    <a:pt x="203" y="16"/>
                    <a:pt x="17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60" name="Freeform 32">
              <a:extLst>
                <a:ext uri="{FF2B5EF4-FFF2-40B4-BE49-F238E27FC236}">
                  <a16:creationId xmlns:a16="http://schemas.microsoft.com/office/drawing/2014/main" id="{8894C4BA-1099-D5D7-4AE4-4CEDF6792605}"/>
                </a:ext>
              </a:extLst>
            </p:cNvPr>
            <p:cNvSpPr>
              <a:spLocks/>
            </p:cNvSpPr>
            <p:nvPr/>
          </p:nvSpPr>
          <p:spPr bwMode="auto">
            <a:xfrm>
              <a:off x="10653713" y="-398463"/>
              <a:ext cx="50800" cy="84138"/>
            </a:xfrm>
            <a:custGeom>
              <a:avLst/>
              <a:gdLst>
                <a:gd name="T0" fmla="*/ 144 w 260"/>
                <a:gd name="T1" fmla="*/ 2 h 426"/>
                <a:gd name="T2" fmla="*/ 27 w 260"/>
                <a:gd name="T3" fmla="*/ 87 h 426"/>
                <a:gd name="T4" fmla="*/ 28 w 260"/>
                <a:gd name="T5" fmla="*/ 340 h 426"/>
                <a:gd name="T6" fmla="*/ 161 w 260"/>
                <a:gd name="T7" fmla="*/ 413 h 426"/>
                <a:gd name="T8" fmla="*/ 259 w 260"/>
                <a:gd name="T9" fmla="*/ 295 h 426"/>
                <a:gd name="T10" fmla="*/ 259 w 260"/>
                <a:gd name="T11" fmla="*/ 23 h 426"/>
                <a:gd name="T12" fmla="*/ 256 w 260"/>
                <a:gd name="T13" fmla="*/ 1 h 426"/>
                <a:gd name="T14" fmla="*/ 144 w 260"/>
                <a:gd name="T15" fmla="*/ 2 h 4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0" h="426">
                  <a:moveTo>
                    <a:pt x="144" y="2"/>
                  </a:moveTo>
                  <a:cubicBezTo>
                    <a:pt x="85" y="3"/>
                    <a:pt x="45" y="31"/>
                    <a:pt x="27" y="87"/>
                  </a:cubicBezTo>
                  <a:cubicBezTo>
                    <a:pt x="0" y="171"/>
                    <a:pt x="1" y="256"/>
                    <a:pt x="28" y="340"/>
                  </a:cubicBezTo>
                  <a:cubicBezTo>
                    <a:pt x="46" y="398"/>
                    <a:pt x="102" y="426"/>
                    <a:pt x="161" y="413"/>
                  </a:cubicBezTo>
                  <a:cubicBezTo>
                    <a:pt x="223" y="400"/>
                    <a:pt x="258" y="359"/>
                    <a:pt x="259" y="295"/>
                  </a:cubicBezTo>
                  <a:cubicBezTo>
                    <a:pt x="260" y="205"/>
                    <a:pt x="259" y="114"/>
                    <a:pt x="259" y="23"/>
                  </a:cubicBezTo>
                  <a:cubicBezTo>
                    <a:pt x="259" y="17"/>
                    <a:pt x="258" y="11"/>
                    <a:pt x="256" y="1"/>
                  </a:cubicBezTo>
                  <a:cubicBezTo>
                    <a:pt x="216" y="1"/>
                    <a:pt x="180" y="0"/>
                    <a:pt x="14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61" name="Freeform 33">
              <a:extLst>
                <a:ext uri="{FF2B5EF4-FFF2-40B4-BE49-F238E27FC236}">
                  <a16:creationId xmlns:a16="http://schemas.microsoft.com/office/drawing/2014/main" id="{573D8287-267C-63B5-E222-613D5FBA0CCA}"/>
                </a:ext>
              </a:extLst>
            </p:cNvPr>
            <p:cNvSpPr>
              <a:spLocks/>
            </p:cNvSpPr>
            <p:nvPr/>
          </p:nvSpPr>
          <p:spPr bwMode="auto">
            <a:xfrm>
              <a:off x="10012363" y="-403225"/>
              <a:ext cx="50800" cy="34925"/>
            </a:xfrm>
            <a:custGeom>
              <a:avLst/>
              <a:gdLst>
                <a:gd name="T0" fmla="*/ 164 w 253"/>
                <a:gd name="T1" fmla="*/ 177 h 178"/>
                <a:gd name="T2" fmla="*/ 197 w 253"/>
                <a:gd name="T3" fmla="*/ 171 h 178"/>
                <a:gd name="T4" fmla="*/ 239 w 253"/>
                <a:gd name="T5" fmla="*/ 81 h 178"/>
                <a:gd name="T6" fmla="*/ 186 w 253"/>
                <a:gd name="T7" fmla="*/ 33 h 178"/>
                <a:gd name="T8" fmla="*/ 3 w 253"/>
                <a:gd name="T9" fmla="*/ 178 h 178"/>
                <a:gd name="T10" fmla="*/ 164 w 253"/>
                <a:gd name="T11" fmla="*/ 177 h 178"/>
              </a:gdLst>
              <a:ahLst/>
              <a:cxnLst>
                <a:cxn ang="0">
                  <a:pos x="T0" y="T1"/>
                </a:cxn>
                <a:cxn ang="0">
                  <a:pos x="T2" y="T3"/>
                </a:cxn>
                <a:cxn ang="0">
                  <a:pos x="T4" y="T5"/>
                </a:cxn>
                <a:cxn ang="0">
                  <a:pos x="T6" y="T7"/>
                </a:cxn>
                <a:cxn ang="0">
                  <a:pos x="T8" y="T9"/>
                </a:cxn>
                <a:cxn ang="0">
                  <a:pos x="T10" y="T11"/>
                </a:cxn>
              </a:cxnLst>
              <a:rect l="0" t="0" r="r" b="b"/>
              <a:pathLst>
                <a:path w="253" h="178">
                  <a:moveTo>
                    <a:pt x="164" y="177"/>
                  </a:moveTo>
                  <a:cubicBezTo>
                    <a:pt x="175" y="177"/>
                    <a:pt x="186" y="174"/>
                    <a:pt x="197" y="171"/>
                  </a:cubicBezTo>
                  <a:cubicBezTo>
                    <a:pt x="235" y="158"/>
                    <a:pt x="253" y="118"/>
                    <a:pt x="239" y="81"/>
                  </a:cubicBezTo>
                  <a:cubicBezTo>
                    <a:pt x="229" y="56"/>
                    <a:pt x="210" y="41"/>
                    <a:pt x="186" y="33"/>
                  </a:cubicBezTo>
                  <a:cubicBezTo>
                    <a:pt x="91" y="0"/>
                    <a:pt x="0" y="69"/>
                    <a:pt x="3" y="178"/>
                  </a:cubicBezTo>
                  <a:cubicBezTo>
                    <a:pt x="58" y="178"/>
                    <a:pt x="111" y="178"/>
                    <a:pt x="164" y="1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62" name="Freeform 34">
              <a:extLst>
                <a:ext uri="{FF2B5EF4-FFF2-40B4-BE49-F238E27FC236}">
                  <a16:creationId xmlns:a16="http://schemas.microsoft.com/office/drawing/2014/main" id="{99BE5CAF-F1C8-860D-594E-BE2085B795BA}"/>
                </a:ext>
              </a:extLst>
            </p:cNvPr>
            <p:cNvSpPr>
              <a:spLocks/>
            </p:cNvSpPr>
            <p:nvPr/>
          </p:nvSpPr>
          <p:spPr bwMode="auto">
            <a:xfrm>
              <a:off x="10342563" y="-349250"/>
              <a:ext cx="46038" cy="34925"/>
            </a:xfrm>
            <a:custGeom>
              <a:avLst/>
              <a:gdLst>
                <a:gd name="T0" fmla="*/ 58 w 229"/>
                <a:gd name="T1" fmla="*/ 6 h 178"/>
                <a:gd name="T2" fmla="*/ 0 w 229"/>
                <a:gd name="T3" fmla="*/ 87 h 178"/>
                <a:gd name="T4" fmla="*/ 57 w 229"/>
                <a:gd name="T5" fmla="*/ 165 h 178"/>
                <a:gd name="T6" fmla="*/ 180 w 229"/>
                <a:gd name="T7" fmla="*/ 146 h 178"/>
                <a:gd name="T8" fmla="*/ 218 w 229"/>
                <a:gd name="T9" fmla="*/ 93 h 178"/>
                <a:gd name="T10" fmla="*/ 221 w 229"/>
                <a:gd name="T11" fmla="*/ 0 h 178"/>
                <a:gd name="T12" fmla="*/ 83 w 229"/>
                <a:gd name="T13" fmla="*/ 0 h 178"/>
                <a:gd name="T14" fmla="*/ 58 w 229"/>
                <a:gd name="T15" fmla="*/ 6 h 1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9" h="178">
                  <a:moveTo>
                    <a:pt x="58" y="6"/>
                  </a:moveTo>
                  <a:cubicBezTo>
                    <a:pt x="20" y="18"/>
                    <a:pt x="0" y="46"/>
                    <a:pt x="0" y="87"/>
                  </a:cubicBezTo>
                  <a:cubicBezTo>
                    <a:pt x="0" y="125"/>
                    <a:pt x="19" y="153"/>
                    <a:pt x="57" y="165"/>
                  </a:cubicBezTo>
                  <a:cubicBezTo>
                    <a:pt x="100" y="178"/>
                    <a:pt x="144" y="175"/>
                    <a:pt x="180" y="146"/>
                  </a:cubicBezTo>
                  <a:cubicBezTo>
                    <a:pt x="196" y="132"/>
                    <a:pt x="211" y="113"/>
                    <a:pt x="218" y="93"/>
                  </a:cubicBezTo>
                  <a:cubicBezTo>
                    <a:pt x="229" y="64"/>
                    <a:pt x="228" y="32"/>
                    <a:pt x="221" y="0"/>
                  </a:cubicBezTo>
                  <a:cubicBezTo>
                    <a:pt x="175" y="0"/>
                    <a:pt x="129" y="0"/>
                    <a:pt x="83" y="0"/>
                  </a:cubicBezTo>
                  <a:cubicBezTo>
                    <a:pt x="75" y="0"/>
                    <a:pt x="66" y="3"/>
                    <a:pt x="5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63" name="Freeform 35">
              <a:extLst>
                <a:ext uri="{FF2B5EF4-FFF2-40B4-BE49-F238E27FC236}">
                  <a16:creationId xmlns:a16="http://schemas.microsoft.com/office/drawing/2014/main" id="{3662201E-2CC1-410D-79C4-024A400245A4}"/>
                </a:ext>
              </a:extLst>
            </p:cNvPr>
            <p:cNvSpPr>
              <a:spLocks/>
            </p:cNvSpPr>
            <p:nvPr/>
          </p:nvSpPr>
          <p:spPr bwMode="auto">
            <a:xfrm>
              <a:off x="10469563" y="-398463"/>
              <a:ext cx="55563" cy="80963"/>
            </a:xfrm>
            <a:custGeom>
              <a:avLst/>
              <a:gdLst>
                <a:gd name="T0" fmla="*/ 140 w 279"/>
                <a:gd name="T1" fmla="*/ 410 h 410"/>
                <a:gd name="T2" fmla="*/ 259 w 279"/>
                <a:gd name="T3" fmla="*/ 324 h 410"/>
                <a:gd name="T4" fmla="*/ 279 w 279"/>
                <a:gd name="T5" fmla="*/ 205 h 410"/>
                <a:gd name="T6" fmla="*/ 258 w 279"/>
                <a:gd name="T7" fmla="*/ 85 h 410"/>
                <a:gd name="T8" fmla="*/ 139 w 279"/>
                <a:gd name="T9" fmla="*/ 0 h 410"/>
                <a:gd name="T10" fmla="*/ 22 w 279"/>
                <a:gd name="T11" fmla="*/ 88 h 410"/>
                <a:gd name="T12" fmla="*/ 22 w 279"/>
                <a:gd name="T13" fmla="*/ 323 h 410"/>
                <a:gd name="T14" fmla="*/ 140 w 279"/>
                <a:gd name="T15" fmla="*/ 410 h 4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9" h="410">
                  <a:moveTo>
                    <a:pt x="140" y="410"/>
                  </a:moveTo>
                  <a:cubicBezTo>
                    <a:pt x="203" y="410"/>
                    <a:pt x="242" y="384"/>
                    <a:pt x="259" y="324"/>
                  </a:cubicBezTo>
                  <a:cubicBezTo>
                    <a:pt x="269" y="286"/>
                    <a:pt x="272" y="246"/>
                    <a:pt x="279" y="205"/>
                  </a:cubicBezTo>
                  <a:cubicBezTo>
                    <a:pt x="272" y="165"/>
                    <a:pt x="269" y="124"/>
                    <a:pt x="258" y="85"/>
                  </a:cubicBezTo>
                  <a:cubicBezTo>
                    <a:pt x="242" y="25"/>
                    <a:pt x="202" y="0"/>
                    <a:pt x="139" y="0"/>
                  </a:cubicBezTo>
                  <a:cubicBezTo>
                    <a:pt x="77" y="0"/>
                    <a:pt x="38" y="28"/>
                    <a:pt x="22" y="88"/>
                  </a:cubicBezTo>
                  <a:cubicBezTo>
                    <a:pt x="0" y="166"/>
                    <a:pt x="0" y="245"/>
                    <a:pt x="22" y="323"/>
                  </a:cubicBezTo>
                  <a:cubicBezTo>
                    <a:pt x="39" y="383"/>
                    <a:pt x="78" y="410"/>
                    <a:pt x="140"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64" name="Freeform 36">
              <a:extLst>
                <a:ext uri="{FF2B5EF4-FFF2-40B4-BE49-F238E27FC236}">
                  <a16:creationId xmlns:a16="http://schemas.microsoft.com/office/drawing/2014/main" id="{4EEEF41C-3323-333E-3DDA-3AEBF309C394}"/>
                </a:ext>
              </a:extLst>
            </p:cNvPr>
            <p:cNvSpPr>
              <a:spLocks/>
            </p:cNvSpPr>
            <p:nvPr/>
          </p:nvSpPr>
          <p:spPr bwMode="auto">
            <a:xfrm>
              <a:off x="10788650" y="-401638"/>
              <a:ext cx="47625" cy="33338"/>
            </a:xfrm>
            <a:custGeom>
              <a:avLst/>
              <a:gdLst>
                <a:gd name="T0" fmla="*/ 168 w 243"/>
                <a:gd name="T1" fmla="*/ 169 h 170"/>
                <a:gd name="T2" fmla="*/ 187 w 243"/>
                <a:gd name="T3" fmla="*/ 166 h 170"/>
                <a:gd name="T4" fmla="*/ 239 w 243"/>
                <a:gd name="T5" fmla="*/ 92 h 170"/>
                <a:gd name="T6" fmla="*/ 183 w 243"/>
                <a:gd name="T7" fmla="*/ 26 h 170"/>
                <a:gd name="T8" fmla="*/ 0 w 243"/>
                <a:gd name="T9" fmla="*/ 170 h 170"/>
                <a:gd name="T10" fmla="*/ 168 w 243"/>
                <a:gd name="T11" fmla="*/ 169 h 170"/>
              </a:gdLst>
              <a:ahLst/>
              <a:cxnLst>
                <a:cxn ang="0">
                  <a:pos x="T0" y="T1"/>
                </a:cxn>
                <a:cxn ang="0">
                  <a:pos x="T2" y="T3"/>
                </a:cxn>
                <a:cxn ang="0">
                  <a:pos x="T4" y="T5"/>
                </a:cxn>
                <a:cxn ang="0">
                  <a:pos x="T6" y="T7"/>
                </a:cxn>
                <a:cxn ang="0">
                  <a:pos x="T8" y="T9"/>
                </a:cxn>
                <a:cxn ang="0">
                  <a:pos x="T10" y="T11"/>
                </a:cxn>
              </a:cxnLst>
              <a:rect l="0" t="0" r="r" b="b"/>
              <a:pathLst>
                <a:path w="243" h="170">
                  <a:moveTo>
                    <a:pt x="168" y="169"/>
                  </a:moveTo>
                  <a:cubicBezTo>
                    <a:pt x="175" y="169"/>
                    <a:pt x="181" y="167"/>
                    <a:pt x="187" y="166"/>
                  </a:cubicBezTo>
                  <a:cubicBezTo>
                    <a:pt x="223" y="156"/>
                    <a:pt x="243" y="130"/>
                    <a:pt x="239" y="92"/>
                  </a:cubicBezTo>
                  <a:cubicBezTo>
                    <a:pt x="237" y="56"/>
                    <a:pt x="214" y="37"/>
                    <a:pt x="183" y="26"/>
                  </a:cubicBezTo>
                  <a:cubicBezTo>
                    <a:pt x="107" y="0"/>
                    <a:pt x="2" y="37"/>
                    <a:pt x="0" y="170"/>
                  </a:cubicBezTo>
                  <a:cubicBezTo>
                    <a:pt x="56" y="170"/>
                    <a:pt x="112" y="170"/>
                    <a:pt x="168" y="1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sp>
          <p:nvSpPr>
            <p:cNvPr id="65" name="Freeform 37">
              <a:extLst>
                <a:ext uri="{FF2B5EF4-FFF2-40B4-BE49-F238E27FC236}">
                  <a16:creationId xmlns:a16="http://schemas.microsoft.com/office/drawing/2014/main" id="{71D00EDF-13EB-FB58-C74A-82EDF32157D5}"/>
                </a:ext>
              </a:extLst>
            </p:cNvPr>
            <p:cNvSpPr>
              <a:spLocks/>
            </p:cNvSpPr>
            <p:nvPr/>
          </p:nvSpPr>
          <p:spPr bwMode="auto">
            <a:xfrm>
              <a:off x="11682413" y="-400050"/>
              <a:ext cx="53975" cy="85725"/>
            </a:xfrm>
            <a:custGeom>
              <a:avLst/>
              <a:gdLst>
                <a:gd name="T0" fmla="*/ 94 w 275"/>
                <a:gd name="T1" fmla="*/ 414 h 434"/>
                <a:gd name="T2" fmla="*/ 258 w 275"/>
                <a:gd name="T3" fmla="*/ 325 h 434"/>
                <a:gd name="T4" fmla="*/ 268 w 275"/>
                <a:gd name="T5" fmla="*/ 170 h 434"/>
                <a:gd name="T6" fmla="*/ 249 w 275"/>
                <a:gd name="T7" fmla="*/ 79 h 434"/>
                <a:gd name="T8" fmla="*/ 172 w 275"/>
                <a:gd name="T9" fmla="*/ 12 h 434"/>
                <a:gd name="T10" fmla="*/ 15 w 275"/>
                <a:gd name="T11" fmla="*/ 108 h 434"/>
                <a:gd name="T12" fmla="*/ 0 w 275"/>
                <a:gd name="T13" fmla="*/ 220 h 434"/>
                <a:gd name="T14" fmla="*/ 21 w 275"/>
                <a:gd name="T15" fmla="*/ 340 h 434"/>
                <a:gd name="T16" fmla="*/ 94 w 275"/>
                <a:gd name="T17" fmla="*/ 414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 h="434">
                  <a:moveTo>
                    <a:pt x="94" y="414"/>
                  </a:moveTo>
                  <a:cubicBezTo>
                    <a:pt x="180" y="434"/>
                    <a:pt x="238" y="404"/>
                    <a:pt x="258" y="325"/>
                  </a:cubicBezTo>
                  <a:cubicBezTo>
                    <a:pt x="271" y="274"/>
                    <a:pt x="275" y="222"/>
                    <a:pt x="268" y="170"/>
                  </a:cubicBezTo>
                  <a:cubicBezTo>
                    <a:pt x="265" y="139"/>
                    <a:pt x="259" y="108"/>
                    <a:pt x="249" y="79"/>
                  </a:cubicBezTo>
                  <a:cubicBezTo>
                    <a:pt x="237" y="43"/>
                    <a:pt x="210" y="18"/>
                    <a:pt x="172" y="12"/>
                  </a:cubicBezTo>
                  <a:cubicBezTo>
                    <a:pt x="98" y="0"/>
                    <a:pt x="36" y="18"/>
                    <a:pt x="15" y="108"/>
                  </a:cubicBezTo>
                  <a:cubicBezTo>
                    <a:pt x="7" y="142"/>
                    <a:pt x="6" y="177"/>
                    <a:pt x="0" y="220"/>
                  </a:cubicBezTo>
                  <a:cubicBezTo>
                    <a:pt x="6" y="255"/>
                    <a:pt x="11" y="298"/>
                    <a:pt x="21" y="340"/>
                  </a:cubicBezTo>
                  <a:cubicBezTo>
                    <a:pt x="31" y="377"/>
                    <a:pt x="55" y="405"/>
                    <a:pt x="94" y="4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BR"/>
            </a:p>
          </p:txBody>
        </p:sp>
      </p:grpSp>
      <p:sp>
        <p:nvSpPr>
          <p:cNvPr id="66" name="CaixaDeTexto 65">
            <a:extLst>
              <a:ext uri="{FF2B5EF4-FFF2-40B4-BE49-F238E27FC236}">
                <a16:creationId xmlns:a16="http://schemas.microsoft.com/office/drawing/2014/main" id="{DE781763-90F2-5753-8B8F-966AAD6DCEFF}"/>
              </a:ext>
            </a:extLst>
          </p:cNvPr>
          <p:cNvSpPr txBox="1"/>
          <p:nvPr userDrawn="1"/>
        </p:nvSpPr>
        <p:spPr>
          <a:xfrm>
            <a:off x="366713" y="5213858"/>
            <a:ext cx="11453811" cy="740587"/>
          </a:xfrm>
          <a:prstGeom prst="rect">
            <a:avLst/>
          </a:prstGeom>
          <a:noFill/>
        </p:spPr>
        <p:txBody>
          <a:bodyPr wrap="square" lIns="0" tIns="0" rIns="0" bIns="0" anchor="b">
            <a:spAutoFit/>
          </a:bodyPr>
          <a:lstStyle/>
          <a:p>
            <a:pPr algn="ctr">
              <a:lnSpc>
                <a:spcPct val="150000"/>
              </a:lnSpc>
            </a:pPr>
            <a:r>
              <a:rPr lang="pt-BR" sz="1100" b="0" i="0">
                <a:solidFill>
                  <a:schemeClr val="bg1"/>
                </a:solidFill>
                <a:effectLst/>
              </a:rPr>
              <a:t>Rua Minas de Prata, 30 – Itaim Bibi</a:t>
            </a:r>
            <a:br>
              <a:rPr lang="pt-BR" sz="1100" b="0" i="0">
                <a:solidFill>
                  <a:schemeClr val="bg1"/>
                </a:solidFill>
                <a:effectLst/>
              </a:rPr>
            </a:br>
            <a:r>
              <a:rPr lang="pt-BR" sz="1100" b="0" i="0">
                <a:solidFill>
                  <a:schemeClr val="bg1"/>
                </a:solidFill>
                <a:effectLst/>
              </a:rPr>
              <a:t>CEP: 04552-080 - São Paulo – SP</a:t>
            </a:r>
          </a:p>
          <a:p>
            <a:pPr algn="ctr">
              <a:lnSpc>
                <a:spcPct val="150000"/>
              </a:lnSpc>
            </a:pPr>
            <a:r>
              <a:rPr lang="pt-BR" sz="1100">
                <a:solidFill>
                  <a:schemeClr val="bg1"/>
                </a:solidFill>
              </a:rPr>
              <a:t>relacionamento@kinea.com.br</a:t>
            </a:r>
          </a:p>
        </p:txBody>
      </p:sp>
      <p:sp>
        <p:nvSpPr>
          <p:cNvPr id="67" name="Rectangle 10">
            <a:extLst>
              <a:ext uri="{FF2B5EF4-FFF2-40B4-BE49-F238E27FC236}">
                <a16:creationId xmlns:a16="http://schemas.microsoft.com/office/drawing/2014/main" id="{60707125-EA02-8ABD-4B31-99DC31C8A319}"/>
              </a:ext>
            </a:extLst>
          </p:cNvPr>
          <p:cNvSpPr/>
          <p:nvPr userDrawn="1"/>
        </p:nvSpPr>
        <p:spPr>
          <a:xfrm>
            <a:off x="547328" y="1576942"/>
            <a:ext cx="5330100" cy="3077766"/>
          </a:xfrm>
          <a:prstGeom prst="rect">
            <a:avLst/>
          </a:prstGeom>
          <a:noFill/>
        </p:spPr>
        <p:txBody>
          <a:bodyPr wrap="square" lIns="0" tIns="0" rIns="0" bIns="0">
            <a:spAutoFit/>
          </a:bodyPr>
          <a:lstStyle/>
          <a:p>
            <a:pPr marL="0" marR="0" lvl="0" indent="0" algn="just" defTabSz="457200" rtl="0" eaLnBrk="1" fontAlgn="auto" latinLnBrk="0" hangingPunct="1">
              <a:spcBef>
                <a:spcPts val="0"/>
              </a:spcBef>
              <a:spcAft>
                <a:spcPts val="0"/>
              </a:spcAft>
              <a:buClrTx/>
              <a:buSzTx/>
              <a:buFontTx/>
              <a:buNone/>
              <a:tabLst/>
              <a:defRPr/>
            </a:pPr>
            <a:r>
              <a:rPr lang="en-US" sz="800">
                <a:solidFill>
                  <a:srgbClr val="7F7F7F"/>
                </a:solidFill>
                <a:latin typeface="Titillium Web ExtraLight" panose="00000300000000000000" pitchFamily="2" charset="0"/>
              </a:rPr>
              <a:t>This material was prepared by </a:t>
            </a:r>
            <a:r>
              <a:rPr lang="en-US" sz="800" err="1">
                <a:solidFill>
                  <a:srgbClr val="7F7F7F"/>
                </a:solidFill>
                <a:latin typeface="Titillium Web ExtraLight" panose="00000300000000000000" pitchFamily="2" charset="0"/>
              </a:rPr>
              <a:t>Kinea</a:t>
            </a:r>
            <a:r>
              <a:rPr lang="en-US" sz="800">
                <a:solidFill>
                  <a:srgbClr val="7F7F7F"/>
                </a:solidFill>
                <a:latin typeface="Titillium Web ExtraLight" panose="00000300000000000000" pitchFamily="2" charset="0"/>
              </a:rPr>
              <a:t> (</a:t>
            </a:r>
            <a:r>
              <a:rPr lang="en-US" sz="800" err="1">
                <a:solidFill>
                  <a:srgbClr val="7F7F7F"/>
                </a:solidFill>
                <a:latin typeface="Titillium Web ExtraLight" panose="00000300000000000000" pitchFamily="2" charset="0"/>
              </a:rPr>
              <a:t>Kinea</a:t>
            </a:r>
            <a:r>
              <a:rPr lang="en-US" sz="800">
                <a:solidFill>
                  <a:srgbClr val="7F7F7F"/>
                </a:solidFill>
                <a:latin typeface="Titillium Web ExtraLight" panose="00000300000000000000" pitchFamily="2" charset="0"/>
              </a:rPr>
              <a:t> </a:t>
            </a:r>
            <a:r>
              <a:rPr lang="en-US" sz="800" err="1">
                <a:solidFill>
                  <a:srgbClr val="7F7F7F"/>
                </a:solidFill>
                <a:latin typeface="Titillium Web ExtraLight" panose="00000300000000000000" pitchFamily="2" charset="0"/>
              </a:rPr>
              <a:t>Investimentos</a:t>
            </a:r>
            <a:r>
              <a:rPr lang="en-US" sz="800">
                <a:solidFill>
                  <a:srgbClr val="7F7F7F"/>
                </a:solidFill>
                <a:latin typeface="Titillium Web ExtraLight" panose="00000300000000000000" pitchFamily="2" charset="0"/>
              </a:rPr>
              <a:t> </a:t>
            </a:r>
            <a:r>
              <a:rPr lang="en-US" sz="800" err="1">
                <a:solidFill>
                  <a:srgbClr val="7F7F7F"/>
                </a:solidFill>
                <a:latin typeface="Titillium Web ExtraLight" panose="00000300000000000000" pitchFamily="2" charset="0"/>
              </a:rPr>
              <a:t>Ltda</a:t>
            </a:r>
            <a:r>
              <a:rPr lang="en-US" sz="800">
                <a:solidFill>
                  <a:srgbClr val="7F7F7F"/>
                </a:solidFill>
                <a:latin typeface="Titillium Web ExtraLight" panose="00000300000000000000" pitchFamily="2" charset="0"/>
              </a:rPr>
              <a:t> and </a:t>
            </a:r>
            <a:r>
              <a:rPr lang="en-US" sz="800" err="1">
                <a:solidFill>
                  <a:srgbClr val="7F7F7F"/>
                </a:solidFill>
                <a:latin typeface="Titillium Web ExtraLight" panose="00000300000000000000" pitchFamily="2" charset="0"/>
              </a:rPr>
              <a:t>Kinea</a:t>
            </a:r>
            <a:r>
              <a:rPr lang="en-US" sz="800">
                <a:solidFill>
                  <a:srgbClr val="7F7F7F"/>
                </a:solidFill>
                <a:latin typeface="Titillium Web ExtraLight" panose="00000300000000000000" pitchFamily="2" charset="0"/>
              </a:rPr>
              <a:t> Private Equity </a:t>
            </a:r>
            <a:r>
              <a:rPr lang="en-US" sz="800" err="1">
                <a:solidFill>
                  <a:srgbClr val="7F7F7F"/>
                </a:solidFill>
                <a:latin typeface="Titillium Web ExtraLight" panose="00000300000000000000" pitchFamily="2" charset="0"/>
              </a:rPr>
              <a:t>Investimentos</a:t>
            </a:r>
            <a:r>
              <a:rPr lang="en-US" sz="800">
                <a:solidFill>
                  <a:srgbClr val="7F7F7F"/>
                </a:solidFill>
                <a:latin typeface="Titillium Web ExtraLight" panose="00000300000000000000" pitchFamily="2" charset="0"/>
              </a:rPr>
              <a:t> S.A.), an Itaú </a:t>
            </a:r>
            <a:r>
              <a:rPr lang="en-US" sz="800" err="1">
                <a:solidFill>
                  <a:srgbClr val="7F7F7F"/>
                </a:solidFill>
                <a:latin typeface="Titillium Web ExtraLight" panose="00000300000000000000" pitchFamily="2" charset="0"/>
              </a:rPr>
              <a:t>Unibanco</a:t>
            </a:r>
            <a:r>
              <a:rPr lang="en-US" sz="800">
                <a:solidFill>
                  <a:srgbClr val="7F7F7F"/>
                </a:solidFill>
                <a:latin typeface="Titillium Web ExtraLight" panose="00000300000000000000" pitchFamily="2" charset="0"/>
              </a:rPr>
              <a:t> Group company. </a:t>
            </a:r>
            <a:r>
              <a:rPr lang="en-US" sz="800" err="1">
                <a:solidFill>
                  <a:srgbClr val="7F7F7F"/>
                </a:solidFill>
                <a:latin typeface="Titillium Web ExtraLight" panose="00000300000000000000" pitchFamily="2" charset="0"/>
              </a:rPr>
              <a:t>Kinea</a:t>
            </a:r>
            <a:r>
              <a:rPr lang="en-US" sz="800">
                <a:solidFill>
                  <a:srgbClr val="7F7F7F"/>
                </a:solidFill>
                <a:latin typeface="Titillium Web ExtraLight" panose="00000300000000000000" pitchFamily="2" charset="0"/>
              </a:rPr>
              <a:t> does not sell or distribute investment fund shares. </a:t>
            </a:r>
          </a:p>
          <a:p>
            <a:pPr marL="0" marR="0" lvl="0" indent="0" algn="just" defTabSz="457200" rtl="0" eaLnBrk="1" fontAlgn="auto" latinLnBrk="0" hangingPunct="1">
              <a:spcBef>
                <a:spcPts val="0"/>
              </a:spcBef>
              <a:spcAft>
                <a:spcPts val="0"/>
              </a:spcAft>
              <a:buClrTx/>
              <a:buSzTx/>
              <a:buFontTx/>
              <a:buNone/>
              <a:tabLst/>
              <a:defRPr/>
            </a:pPr>
            <a:endParaRPr lang="en-US" sz="800">
              <a:solidFill>
                <a:srgbClr val="7F7F7F"/>
              </a:solidFill>
              <a:latin typeface="Titillium Web ExtraLight" panose="00000300000000000000" pitchFamily="2" charset="0"/>
            </a:endParaRPr>
          </a:p>
          <a:p>
            <a:pPr marL="0" marR="0" lvl="0" indent="0" algn="just" defTabSz="457200" rtl="0" eaLnBrk="1" fontAlgn="auto" latinLnBrk="0" hangingPunct="1">
              <a:spcBef>
                <a:spcPts val="0"/>
              </a:spcBef>
              <a:spcAft>
                <a:spcPts val="0"/>
              </a:spcAft>
              <a:buClrTx/>
              <a:buSzTx/>
              <a:buFontTx/>
              <a:buNone/>
              <a:tabLst/>
              <a:defRPr/>
            </a:pPr>
            <a:r>
              <a:rPr lang="en-US" sz="800">
                <a:solidFill>
                  <a:srgbClr val="7F7F7F"/>
                </a:solidFill>
                <a:latin typeface="Titillium Web ExtraLight" panose="00000300000000000000" pitchFamily="2" charset="0"/>
              </a:rPr>
              <a:t>Read the fund’s regulation and other legal documents before investing. The funds are supervised and overseen by the Brazilian Securities and Exchange Commission – CVM. Open-end funds not intended to qualified investors have essential information sheets. The ANBIMA (the Brazilian financial and capital markets association) style description is included in the supplementary information form. Refer to those documents on the CVM website http://www.cvm.gov.br/ or on the website of the respective fund managers. There is no guarantee of long-term tax treatment for funds that report such treatment in the regulation. </a:t>
            </a:r>
          </a:p>
          <a:p>
            <a:pPr marL="0" marR="0" lvl="0" indent="0" algn="just" defTabSz="457200" rtl="0" eaLnBrk="1" fontAlgn="auto" latinLnBrk="0" hangingPunct="1">
              <a:spcBef>
                <a:spcPts val="0"/>
              </a:spcBef>
              <a:spcAft>
                <a:spcPts val="0"/>
              </a:spcAft>
              <a:buClrTx/>
              <a:buSzTx/>
              <a:buFontTx/>
              <a:buNone/>
              <a:tabLst/>
              <a:defRPr/>
            </a:pPr>
            <a:endParaRPr lang="en-US" sz="800">
              <a:solidFill>
                <a:srgbClr val="7F7F7F"/>
              </a:solidFill>
              <a:latin typeface="Titillium Web ExtraLight" panose="00000300000000000000" pitchFamily="2" charset="0"/>
            </a:endParaRPr>
          </a:p>
          <a:p>
            <a:pPr marL="0" marR="0" lvl="0" indent="0" algn="just" defTabSz="457200" rtl="0" eaLnBrk="1" fontAlgn="auto" latinLnBrk="0" hangingPunct="1">
              <a:spcBef>
                <a:spcPts val="0"/>
              </a:spcBef>
              <a:spcAft>
                <a:spcPts val="0"/>
              </a:spcAft>
              <a:buClrTx/>
              <a:buSzTx/>
              <a:buFontTx/>
              <a:buNone/>
              <a:tabLst/>
              <a:defRPr/>
            </a:pPr>
            <a:r>
              <a:rPr lang="en-US" sz="800" err="1">
                <a:solidFill>
                  <a:srgbClr val="7F7F7F"/>
                </a:solidFill>
                <a:latin typeface="Titillium Web ExtraLight" panose="00000300000000000000" pitchFamily="2" charset="0"/>
              </a:rPr>
              <a:t>Kinea</a:t>
            </a:r>
            <a:r>
              <a:rPr lang="en-US" sz="800">
                <a:solidFill>
                  <a:srgbClr val="7F7F7F"/>
                </a:solidFill>
                <a:latin typeface="Titillium Web ExtraLight" panose="00000300000000000000" pitchFamily="2" charset="0"/>
              </a:rPr>
              <a:t> funds are not registered in the United States of America under the Investment Company Act of 1940 or the Securities Act of 1933. They may not be offered or sold in the United States of America or in any of its territories, possessions or areas subject to its jurisdiction, or to persons considered to be US  Persons for purposes of the US capital markets regulation. </a:t>
            </a:r>
          </a:p>
          <a:p>
            <a:pPr marL="0" marR="0" lvl="0" indent="0" algn="just" defTabSz="457200" rtl="0" eaLnBrk="1" fontAlgn="auto" latinLnBrk="0" hangingPunct="1">
              <a:spcBef>
                <a:spcPts val="0"/>
              </a:spcBef>
              <a:spcAft>
                <a:spcPts val="0"/>
              </a:spcAft>
              <a:buClrTx/>
              <a:buSzTx/>
              <a:buFontTx/>
              <a:buNone/>
              <a:tabLst/>
              <a:defRPr/>
            </a:pPr>
            <a:endParaRPr lang="en-US" sz="800">
              <a:solidFill>
                <a:srgbClr val="7F7F7F"/>
              </a:solidFill>
              <a:latin typeface="Titillium Web ExtraLight" panose="00000300000000000000" pitchFamily="2" charset="0"/>
            </a:endParaRPr>
          </a:p>
          <a:p>
            <a:pPr marL="0" marR="0" lvl="0" indent="0" algn="just" defTabSz="457200" rtl="0" eaLnBrk="1" fontAlgn="auto" latinLnBrk="0" hangingPunct="1">
              <a:spcBef>
                <a:spcPts val="0"/>
              </a:spcBef>
              <a:spcAft>
                <a:spcPts val="0"/>
              </a:spcAft>
              <a:buClrTx/>
              <a:buSzTx/>
              <a:buFontTx/>
              <a:buNone/>
              <a:tabLst/>
              <a:defRPr/>
            </a:pPr>
            <a:r>
              <a:rPr lang="en-US" sz="800" err="1">
                <a:solidFill>
                  <a:srgbClr val="7F7F7F"/>
                </a:solidFill>
                <a:latin typeface="Titillium Web ExtraLight" panose="00000300000000000000" pitchFamily="2" charset="0"/>
              </a:rPr>
              <a:t>Kinea</a:t>
            </a:r>
            <a:r>
              <a:rPr lang="en-US" sz="800">
                <a:solidFill>
                  <a:srgbClr val="7F7F7F"/>
                </a:solidFill>
                <a:latin typeface="Titillium Web ExtraLight" panose="00000300000000000000" pitchFamily="2" charset="0"/>
              </a:rPr>
              <a:t> Investment Funds could present a high degree of volatility and risk. </a:t>
            </a:r>
          </a:p>
          <a:p>
            <a:pPr marL="0" marR="0" lvl="0" indent="0" algn="just" defTabSz="457200" rtl="0" eaLnBrk="1" fontAlgn="auto" latinLnBrk="0" hangingPunct="1">
              <a:spcBef>
                <a:spcPts val="0"/>
              </a:spcBef>
              <a:spcAft>
                <a:spcPts val="0"/>
              </a:spcAft>
              <a:buClrTx/>
              <a:buSzTx/>
              <a:buFontTx/>
              <a:buNone/>
              <a:tabLst/>
              <a:defRPr/>
            </a:pPr>
            <a:endParaRPr lang="en-US" sz="800">
              <a:solidFill>
                <a:srgbClr val="7F7F7F"/>
              </a:solidFill>
              <a:latin typeface="Titillium Web ExtraLight" panose="00000300000000000000" pitchFamily="2" charset="0"/>
            </a:endParaRPr>
          </a:p>
          <a:p>
            <a:pPr marL="0" marR="0" lvl="0" indent="0" algn="just" defTabSz="457200" rtl="0" eaLnBrk="1" fontAlgn="auto" latinLnBrk="0" hangingPunct="1">
              <a:spcBef>
                <a:spcPts val="0"/>
              </a:spcBef>
              <a:spcAft>
                <a:spcPts val="0"/>
              </a:spcAft>
              <a:buClrTx/>
              <a:buSzTx/>
              <a:buFontTx/>
              <a:buNone/>
              <a:tabLst/>
              <a:defRPr/>
            </a:pPr>
            <a:r>
              <a:rPr lang="en-US" sz="800">
                <a:solidFill>
                  <a:srgbClr val="7F7F7F"/>
                </a:solidFill>
                <a:latin typeface="Titillium Web ExtraLight" panose="00000300000000000000" pitchFamily="2" charset="0"/>
              </a:rPr>
              <a:t>Some funds report in their regulation that they use derivatives strategies as part of their investment policy, which, depending on how they are applied, could result in financial losses for shareholders in excess of the invested capital, forcing shareholders to contribute additional capital to cover the fund. </a:t>
            </a:r>
          </a:p>
          <a:p>
            <a:pPr marL="0" marR="0" lvl="0" indent="0" algn="just" defTabSz="457200" rtl="0" eaLnBrk="1" fontAlgn="auto" latinLnBrk="0" hangingPunct="1">
              <a:spcBef>
                <a:spcPts val="0"/>
              </a:spcBef>
              <a:spcAft>
                <a:spcPts val="0"/>
              </a:spcAft>
              <a:buClrTx/>
              <a:buSzTx/>
              <a:buFontTx/>
              <a:buNone/>
              <a:tabLst/>
              <a:defRPr/>
            </a:pPr>
            <a:endParaRPr lang="en-US" sz="800">
              <a:solidFill>
                <a:srgbClr val="7F7F7F"/>
              </a:solidFill>
              <a:latin typeface="Titillium Web ExtraLight" panose="00000300000000000000" pitchFamily="2" charset="0"/>
            </a:endParaRPr>
          </a:p>
          <a:p>
            <a:pPr marL="0" marR="0" lvl="0" indent="0" algn="just" defTabSz="457200" rtl="0" eaLnBrk="1" fontAlgn="auto" latinLnBrk="0" hangingPunct="1">
              <a:spcBef>
                <a:spcPts val="0"/>
              </a:spcBef>
              <a:spcAft>
                <a:spcPts val="0"/>
              </a:spcAft>
              <a:buClrTx/>
              <a:buSzTx/>
              <a:buFontTx/>
              <a:buNone/>
              <a:tabLst/>
              <a:defRPr/>
            </a:pPr>
            <a:r>
              <a:rPr lang="en-US" sz="800">
                <a:solidFill>
                  <a:srgbClr val="7F7F7F"/>
                </a:solidFill>
                <a:latin typeface="Titillium Web ExtraLight" panose="00000300000000000000" pitchFamily="2" charset="0"/>
              </a:rPr>
              <a:t>A performance assessment is recommended for the investment funds in this document at least every 12 months. Past profitability is not a guarantee of future profitability, and investment funds are not guaranteed by the Managing Institution, or by any insurance mechanism, nor by the Brazilian Deposit Insurance Fund – FGC. </a:t>
            </a:r>
          </a:p>
          <a:p>
            <a:pPr marL="0" marR="0" lvl="0" indent="0" algn="just" defTabSz="457200" rtl="0" eaLnBrk="1" fontAlgn="auto" latinLnBrk="0" hangingPunct="1">
              <a:spcBef>
                <a:spcPts val="0"/>
              </a:spcBef>
              <a:spcAft>
                <a:spcPts val="0"/>
              </a:spcAft>
              <a:buClrTx/>
              <a:buSzTx/>
              <a:buFontTx/>
              <a:buNone/>
              <a:tabLst/>
              <a:defRPr/>
            </a:pPr>
            <a:endParaRPr lang="en-US" sz="800">
              <a:solidFill>
                <a:srgbClr val="7F7F7F"/>
              </a:solidFill>
              <a:latin typeface="Titillium Web ExtraLight" panose="00000300000000000000" pitchFamily="2" charset="0"/>
            </a:endParaRPr>
          </a:p>
          <a:p>
            <a:pPr marL="0" marR="0" lvl="0" indent="0" algn="just" defTabSz="457200" rtl="0" eaLnBrk="1" fontAlgn="auto" latinLnBrk="0" hangingPunct="1">
              <a:spcBef>
                <a:spcPts val="0"/>
              </a:spcBef>
              <a:spcAft>
                <a:spcPts val="0"/>
              </a:spcAft>
              <a:buClrTx/>
              <a:buSzTx/>
              <a:buFontTx/>
              <a:buNone/>
              <a:tabLst/>
              <a:defRPr/>
            </a:pPr>
            <a:r>
              <a:rPr lang="en-US" sz="800">
                <a:solidFill>
                  <a:srgbClr val="7F7F7F"/>
                </a:solidFill>
                <a:latin typeface="Titillium Web ExtraLight" panose="00000300000000000000" pitchFamily="2" charset="0"/>
              </a:rPr>
              <a:t>Equity Investment Funds comply with ICVM 578; therefore, such funds are closed-end funds in which shares are redeemed only at the end of the fund’s term. </a:t>
            </a:r>
          </a:p>
        </p:txBody>
      </p:sp>
      <p:sp>
        <p:nvSpPr>
          <p:cNvPr id="68" name="Rectangle 15">
            <a:extLst>
              <a:ext uri="{FF2B5EF4-FFF2-40B4-BE49-F238E27FC236}">
                <a16:creationId xmlns:a16="http://schemas.microsoft.com/office/drawing/2014/main" id="{21BDFDF8-D83E-861E-D471-68B2F7557DFD}"/>
              </a:ext>
            </a:extLst>
          </p:cNvPr>
          <p:cNvSpPr/>
          <p:nvPr userDrawn="1"/>
        </p:nvSpPr>
        <p:spPr>
          <a:xfrm>
            <a:off x="6314573" y="1576942"/>
            <a:ext cx="5387847" cy="2831544"/>
          </a:xfrm>
          <a:prstGeom prst="rect">
            <a:avLst/>
          </a:prstGeom>
          <a:noFill/>
        </p:spPr>
        <p:txBody>
          <a:bodyPr wrap="square" lIns="0" tIns="0" rIns="0" bIns="0">
            <a:spAutoFit/>
          </a:bodyPr>
          <a:lstStyle/>
          <a:p>
            <a:pPr lvl="0" algn="just" defTabSz="457200">
              <a:defRPr/>
            </a:pPr>
            <a:r>
              <a:rPr lang="en-US" sz="800">
                <a:solidFill>
                  <a:srgbClr val="7F7F7F"/>
                </a:solidFill>
                <a:latin typeface="Titillium Web ExtraLight" panose="00000300000000000000" pitchFamily="2" charset="0"/>
              </a:rPr>
              <a:t>This modality concentrates the portfolio in a few low-liquidity assets, which could result in financial losses for shareholders that could exceed the invested capital, and thus forcing shareholders to contribute additional funds to cover the fund, in the event of a negative result. Real Estate Investment Funds comply with ICVM472; therefore, they are closed-end funds in which shares are not redeemable and shareholders may face difficulties in disposing of their shares in the secondary market.</a:t>
            </a:r>
          </a:p>
          <a:p>
            <a:pPr lvl="0" algn="just" defTabSz="457200">
              <a:defRPr/>
            </a:pPr>
            <a:endParaRPr lang="en-US" sz="800">
              <a:solidFill>
                <a:srgbClr val="7F7F7F"/>
              </a:solidFill>
              <a:latin typeface="Titillium Web ExtraLight" panose="00000300000000000000" pitchFamily="2" charset="0"/>
            </a:endParaRPr>
          </a:p>
          <a:p>
            <a:pPr lvl="0" algn="just" defTabSz="457200">
              <a:defRPr/>
            </a:pPr>
            <a:r>
              <a:rPr lang="en-US" sz="800">
                <a:solidFill>
                  <a:srgbClr val="7F7F7F"/>
                </a:solidFill>
                <a:latin typeface="Titillium Web ExtraLight" panose="00000300000000000000" pitchFamily="2" charset="0"/>
              </a:rPr>
              <a:t>The Investment Funds in Receivables comply with ICVM356; therefore, they are open-end or closed-end funds in which: (</a:t>
            </a:r>
            <a:r>
              <a:rPr lang="en-US" sz="800" err="1">
                <a:solidFill>
                  <a:srgbClr val="7F7F7F"/>
                </a:solidFill>
                <a:latin typeface="Titillium Web ExtraLight" panose="00000300000000000000" pitchFamily="2" charset="0"/>
              </a:rPr>
              <a:t>i</a:t>
            </a:r>
            <a:r>
              <a:rPr lang="en-US" sz="800">
                <a:solidFill>
                  <a:srgbClr val="7F7F7F"/>
                </a:solidFill>
                <a:latin typeface="Titillium Web ExtraLight" panose="00000300000000000000" pitchFamily="2" charset="0"/>
              </a:rPr>
              <a:t>) for open-end funds, the redemption of shares is conditioned on the fund’s cash availability; and (ii) for closed-end funds, in which shares are not redeemable, shareholders may face difficulties in disposing of their shares in the secondary market. </a:t>
            </a:r>
          </a:p>
          <a:p>
            <a:pPr lvl="0" algn="just" defTabSz="457200">
              <a:defRPr/>
            </a:pPr>
            <a:endParaRPr lang="en-US" sz="800">
              <a:solidFill>
                <a:srgbClr val="7F7F7F"/>
              </a:solidFill>
              <a:latin typeface="Titillium Web ExtraLight" panose="00000300000000000000" pitchFamily="2" charset="0"/>
            </a:endParaRPr>
          </a:p>
          <a:p>
            <a:pPr lvl="0" algn="just" defTabSz="457200">
              <a:defRPr/>
            </a:pPr>
            <a:r>
              <a:rPr lang="en-US" sz="800">
                <a:solidFill>
                  <a:srgbClr val="7F7F7F"/>
                </a:solidFill>
                <a:latin typeface="Titillium Web ExtraLight" panose="00000300000000000000" pitchFamily="2" charset="0"/>
              </a:rPr>
              <a:t>Opinions, estimates and projections reflect the current judgment of the person responsible for their content on the date of their disclosure and are, therefore, subject to changes without notice. Projections use historical data and assumptions, thus the following disclaimers apply: (1) They are not free of errors; (2) It is not possible to ensure that the scenarios obtained will actually occur; (3) They do not constitute, under any circumstances, a promise or guarantee of expected return, nor maximum exposure to loss; and (4) They must not be used to support any administrative procedure before oversight or regulatory bodies. This content is for information purposes and does not constitute, nor should it be construed as an offer or request to buy or sell any securities, financial instrument or interest in any specific business strategy, regardless of jurisdiction. Some of the information contained herein was obtained based on market data and public sources believed to be reliable. </a:t>
            </a:r>
          </a:p>
          <a:p>
            <a:pPr lvl="0" algn="just" defTabSz="457200">
              <a:defRPr/>
            </a:pPr>
            <a:endParaRPr lang="en-US" sz="800">
              <a:solidFill>
                <a:srgbClr val="7F7F7F"/>
              </a:solidFill>
              <a:latin typeface="Titillium Web ExtraLight" panose="00000300000000000000" pitchFamily="2" charset="0"/>
            </a:endParaRPr>
          </a:p>
          <a:p>
            <a:pPr lvl="0" algn="just" defTabSz="457200">
              <a:defRPr/>
            </a:pPr>
            <a:r>
              <a:rPr lang="en-US" sz="800">
                <a:solidFill>
                  <a:srgbClr val="7F7F7F"/>
                </a:solidFill>
                <a:latin typeface="Titillium Web ExtraLight" panose="00000300000000000000" pitchFamily="2" charset="0"/>
              </a:rPr>
              <a:t>The Itaú </a:t>
            </a:r>
            <a:r>
              <a:rPr lang="en-US" sz="800" err="1">
                <a:solidFill>
                  <a:srgbClr val="7F7F7F"/>
                </a:solidFill>
                <a:latin typeface="Titillium Web ExtraLight" panose="00000300000000000000" pitchFamily="2" charset="0"/>
              </a:rPr>
              <a:t>Unibanco</a:t>
            </a:r>
            <a:r>
              <a:rPr lang="en-US" sz="800">
                <a:solidFill>
                  <a:srgbClr val="7F7F7F"/>
                </a:solidFill>
                <a:latin typeface="Titillium Web ExtraLight" panose="00000300000000000000" pitchFamily="2" charset="0"/>
              </a:rPr>
              <a:t> Group and </a:t>
            </a:r>
            <a:r>
              <a:rPr lang="en-US" sz="800" err="1">
                <a:solidFill>
                  <a:srgbClr val="7F7F7F"/>
                </a:solidFill>
                <a:latin typeface="Titillium Web ExtraLight" panose="00000300000000000000" pitchFamily="2" charset="0"/>
              </a:rPr>
              <a:t>Kinea</a:t>
            </a:r>
            <a:r>
              <a:rPr lang="en-US" sz="800">
                <a:solidFill>
                  <a:srgbClr val="7F7F7F"/>
                </a:solidFill>
                <a:latin typeface="Titillium Web ExtraLight" panose="00000300000000000000" pitchFamily="2" charset="0"/>
              </a:rPr>
              <a:t> do not expressly or implicitly declare or guarantee the integrity, reliability or accuracy of such information and disclaim any responsibility for any damages, either direct or indirect, that may arise from the use of this material and of its content. This material may not be reproduced or redistributed to any person, in whole or in part, for any purpose, without the prior written consent of </a:t>
            </a:r>
            <a:r>
              <a:rPr lang="en-US" sz="800" err="1">
                <a:solidFill>
                  <a:srgbClr val="7F7F7F"/>
                </a:solidFill>
                <a:latin typeface="Titillium Web ExtraLight" panose="00000300000000000000" pitchFamily="2" charset="0"/>
              </a:rPr>
              <a:t>Kinea</a:t>
            </a:r>
            <a:r>
              <a:rPr lang="en-US" sz="800">
                <a:solidFill>
                  <a:srgbClr val="7F7F7F"/>
                </a:solidFill>
                <a:latin typeface="Titillium Web ExtraLight" panose="00000300000000000000" pitchFamily="2" charset="0"/>
              </a:rPr>
              <a:t>. Any other information or clarification about the Fund may be obtained from the Administrator and the Manager, through the email: relacionamento@kinea.com.br</a:t>
            </a:r>
          </a:p>
        </p:txBody>
      </p:sp>
      <p:sp>
        <p:nvSpPr>
          <p:cNvPr id="69" name="CaixaDeTexto 68">
            <a:extLst>
              <a:ext uri="{FF2B5EF4-FFF2-40B4-BE49-F238E27FC236}">
                <a16:creationId xmlns:a16="http://schemas.microsoft.com/office/drawing/2014/main" id="{FDDF1E5F-4B9B-ADAC-BAC9-F9AE3948CC82}"/>
              </a:ext>
            </a:extLst>
          </p:cNvPr>
          <p:cNvSpPr txBox="1"/>
          <p:nvPr userDrawn="1"/>
        </p:nvSpPr>
        <p:spPr>
          <a:xfrm>
            <a:off x="547328" y="1117954"/>
            <a:ext cx="6105330" cy="276999"/>
          </a:xfrm>
          <a:prstGeom prst="rect">
            <a:avLst/>
          </a:prstGeom>
          <a:noFill/>
        </p:spPr>
        <p:txBody>
          <a:bodyPr wrap="square" lIns="0" tIns="0" rIns="0" bIns="0">
            <a:spAutoFit/>
          </a:bodyPr>
          <a:lstStyle/>
          <a:p>
            <a:r>
              <a:rPr lang="pt-BR">
                <a:latin typeface="Titillium Web SemiBold" panose="00000700000000000000" pitchFamily="2" charset="0"/>
              </a:rPr>
              <a:t>KINEA INVESTIMENTOS LTDA.</a:t>
            </a:r>
          </a:p>
        </p:txBody>
      </p:sp>
      <p:pic>
        <p:nvPicPr>
          <p:cNvPr id="2" name="Imagem 1" descr="Logotipo&#10;&#10;Descrição gerada automaticamente">
            <a:extLst>
              <a:ext uri="{FF2B5EF4-FFF2-40B4-BE49-F238E27FC236}">
                <a16:creationId xmlns:a16="http://schemas.microsoft.com/office/drawing/2014/main" id="{F640158B-4746-5B7E-344D-E6FD545944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9153" y="529279"/>
            <a:ext cx="1137600" cy="518880"/>
          </a:xfrm>
          <a:prstGeom prst="rect">
            <a:avLst/>
          </a:prstGeom>
        </p:spPr>
      </p:pic>
    </p:spTree>
    <p:extLst>
      <p:ext uri="{BB962C8B-B14F-4D97-AF65-F5344CB8AC3E}">
        <p14:creationId xmlns:p14="http://schemas.microsoft.com/office/powerpoint/2010/main" val="5475573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ags" Target="../tags/tag2.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0181B7A-2C9C-E9F1-6144-5108B4ED2D1F}"/>
              </a:ext>
            </a:extLst>
          </p:cNvPr>
          <p:cNvGraphicFramePr>
            <a:graphicFrameLocks noChangeAspect="1"/>
          </p:cNvGraphicFramePr>
          <p:nvPr userDrawn="1">
            <p:custDataLst>
              <p:tags r:id="rId58"/>
            </p:custDataLst>
            <p:extLst>
              <p:ext uri="{D42A27DB-BD31-4B8C-83A1-F6EECF244321}">
                <p14:modId xmlns:p14="http://schemas.microsoft.com/office/powerpoint/2010/main" val="2666586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9" imgW="261" imgH="264" progId="TCLayout.ActiveDocument.1">
                  <p:embed/>
                </p:oleObj>
              </mc:Choice>
              <mc:Fallback>
                <p:oleObj name="Slide do think-cell" r:id="rId59" imgW="261" imgH="264" progId="TCLayout.ActiveDocument.1">
                  <p:embed/>
                  <p:pic>
                    <p:nvPicPr>
                      <p:cNvPr id="8" name="think-cell data - do not delete" hidden="1">
                        <a:extLst>
                          <a:ext uri="{FF2B5EF4-FFF2-40B4-BE49-F238E27FC236}">
                            <a16:creationId xmlns:a16="http://schemas.microsoft.com/office/drawing/2014/main" id="{70181B7A-2C9C-E9F1-6144-5108B4ED2D1F}"/>
                          </a:ext>
                        </a:extLst>
                      </p:cNvPr>
                      <p:cNvPicPr/>
                      <p:nvPr/>
                    </p:nvPicPr>
                    <p:blipFill>
                      <a:blip r:embed="rId60"/>
                      <a:stretch>
                        <a:fillRect/>
                      </a:stretch>
                    </p:blipFill>
                    <p:spPr>
                      <a:xfrm>
                        <a:off x="1588" y="1588"/>
                        <a:ext cx="1588" cy="1588"/>
                      </a:xfrm>
                      <a:prstGeom prst="rect">
                        <a:avLst/>
                      </a:prstGeom>
                    </p:spPr>
                  </p:pic>
                </p:oleObj>
              </mc:Fallback>
            </mc:AlternateContent>
          </a:graphicData>
        </a:graphic>
      </p:graphicFrame>
      <p:sp>
        <p:nvSpPr>
          <p:cNvPr id="2" name="Espaço Reservado para Título 1">
            <a:extLst>
              <a:ext uri="{FF2B5EF4-FFF2-40B4-BE49-F238E27FC236}">
                <a16:creationId xmlns:a16="http://schemas.microsoft.com/office/drawing/2014/main" id="{FF1FA203-CC39-F87B-5045-234B4C200F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E471D753-0460-9437-1EF4-B18C937A41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DC4AF76-BE68-3F26-2F2F-5BE57E47A1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pt-BR"/>
          </a:p>
        </p:txBody>
      </p:sp>
      <p:sp>
        <p:nvSpPr>
          <p:cNvPr id="5" name="Espaço Reservado para Rodapé 4">
            <a:extLst>
              <a:ext uri="{FF2B5EF4-FFF2-40B4-BE49-F238E27FC236}">
                <a16:creationId xmlns:a16="http://schemas.microsoft.com/office/drawing/2014/main" id="{8B3D0863-B54A-3BF9-BB79-A51491AB1F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a:t>Institucional - Abril de 2024</a:t>
            </a:r>
          </a:p>
        </p:txBody>
      </p:sp>
      <p:sp>
        <p:nvSpPr>
          <p:cNvPr id="6" name="Espaço Reservado para Número de Slide 5">
            <a:extLst>
              <a:ext uri="{FF2B5EF4-FFF2-40B4-BE49-F238E27FC236}">
                <a16:creationId xmlns:a16="http://schemas.microsoft.com/office/drawing/2014/main" id="{892000BB-0AA6-4EF4-284B-961BF28811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A59D6A-B924-4BE1-B6FA-2CF7BE304220}" type="slidenum">
              <a:rPr lang="pt-BR" smtClean="0"/>
              <a:t>‹#›</a:t>
            </a:fld>
            <a:endParaRPr lang="pt-BR"/>
          </a:p>
        </p:txBody>
      </p:sp>
    </p:spTree>
    <p:extLst>
      <p:ext uri="{BB962C8B-B14F-4D97-AF65-F5344CB8AC3E}">
        <p14:creationId xmlns:p14="http://schemas.microsoft.com/office/powerpoint/2010/main" val="2096485125"/>
      </p:ext>
    </p:extLst>
  </p:cSld>
  <p:clrMap bg1="lt1" tx1="dk1" bg2="lt2" tx2="dk2" accent1="accent1" accent2="accent2" accent3="accent3" accent4="accent4" accent5="accent5" accent6="accent6" hlink="hlink" folHlink="folHlink"/>
  <p:sldLayoutIdLst>
    <p:sldLayoutId id="2147483652" r:id="rId1"/>
    <p:sldLayoutId id="2147483707" r:id="rId2"/>
    <p:sldLayoutId id="2147483711" r:id="rId3"/>
    <p:sldLayoutId id="2147483688" r:id="rId4"/>
    <p:sldLayoutId id="2147483710" r:id="rId5"/>
    <p:sldLayoutId id="2147483712" r:id="rId6"/>
    <p:sldLayoutId id="2147483714" r:id="rId7"/>
    <p:sldLayoutId id="2147483713" r:id="rId8"/>
    <p:sldLayoutId id="2147483709" r:id="rId9"/>
    <p:sldLayoutId id="2147483650" r:id="rId10"/>
    <p:sldLayoutId id="2147483689" r:id="rId11"/>
    <p:sldLayoutId id="2147483698" r:id="rId12"/>
    <p:sldLayoutId id="2147483690" r:id="rId13"/>
    <p:sldLayoutId id="2147483699" r:id="rId14"/>
    <p:sldLayoutId id="2147483691" r:id="rId15"/>
    <p:sldLayoutId id="2147483692" r:id="rId16"/>
    <p:sldLayoutId id="2147483701" r:id="rId17"/>
    <p:sldLayoutId id="2147483693" r:id="rId18"/>
    <p:sldLayoutId id="2147483694" r:id="rId19"/>
    <p:sldLayoutId id="2147483687" r:id="rId20"/>
    <p:sldLayoutId id="2147483700" r:id="rId21"/>
    <p:sldLayoutId id="2147483708" r:id="rId22"/>
    <p:sldLayoutId id="2147483695" r:id="rId23"/>
    <p:sldLayoutId id="2147483697" r:id="rId24"/>
    <p:sldLayoutId id="2147483702" r:id="rId25"/>
    <p:sldLayoutId id="2147483703" r:id="rId26"/>
    <p:sldLayoutId id="2147483704" r:id="rId27"/>
    <p:sldLayoutId id="2147483696" r:id="rId28"/>
    <p:sldLayoutId id="2147483705" r:id="rId29"/>
    <p:sldLayoutId id="2147483667" r:id="rId30"/>
    <p:sldLayoutId id="2147483661" r:id="rId31"/>
    <p:sldLayoutId id="2147483662" r:id="rId32"/>
    <p:sldLayoutId id="2147483663" r:id="rId33"/>
    <p:sldLayoutId id="2147483664" r:id="rId34"/>
    <p:sldLayoutId id="2147483665" r:id="rId35"/>
    <p:sldLayoutId id="2147483666" r:id="rId36"/>
    <p:sldLayoutId id="2147483668" r:id="rId37"/>
    <p:sldLayoutId id="2147483685" r:id="rId38"/>
    <p:sldLayoutId id="2147483670" r:id="rId39"/>
    <p:sldLayoutId id="2147483669" r:id="rId40"/>
    <p:sldLayoutId id="2147483676" r:id="rId41"/>
    <p:sldLayoutId id="2147483671" r:id="rId42"/>
    <p:sldLayoutId id="2147483672" r:id="rId43"/>
    <p:sldLayoutId id="2147483673" r:id="rId44"/>
    <p:sldLayoutId id="2147483674" r:id="rId45"/>
    <p:sldLayoutId id="2147483675" r:id="rId46"/>
    <p:sldLayoutId id="2147483677" r:id="rId47"/>
    <p:sldLayoutId id="2147483679" r:id="rId48"/>
    <p:sldLayoutId id="2147483680" r:id="rId49"/>
    <p:sldLayoutId id="2147483681" r:id="rId50"/>
    <p:sldLayoutId id="2147483682" r:id="rId51"/>
    <p:sldLayoutId id="2147483683" r:id="rId52"/>
    <p:sldLayoutId id="2147483684" r:id="rId53"/>
    <p:sldLayoutId id="2147483678" r:id="rId54"/>
    <p:sldLayoutId id="2147483686" r:id="rId55"/>
    <p:sldLayoutId id="2147483706" r:id="rId5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41" userDrawn="1">
          <p15:clr>
            <a:srgbClr val="F26B43"/>
          </p15:clr>
        </p15:guide>
        <p15:guide id="2" pos="3840" userDrawn="1">
          <p15:clr>
            <a:srgbClr val="F26B43"/>
          </p15:clr>
        </p15:guide>
        <p15:guide id="3" pos="224" userDrawn="1">
          <p15:clr>
            <a:srgbClr val="F26B43"/>
          </p15:clr>
        </p15:guide>
        <p15:guide id="4" pos="7448" userDrawn="1">
          <p15:clr>
            <a:srgbClr val="F26B43"/>
          </p15:clr>
        </p15:guide>
        <p15:guide id="5" orient="horz" pos="836" userDrawn="1">
          <p15:clr>
            <a:srgbClr val="F26B43"/>
          </p15:clr>
        </p15:guide>
        <p15:guide id="6" orient="horz" pos="3840" userDrawn="1">
          <p15:clr>
            <a:srgbClr val="F26B43"/>
          </p15:clr>
        </p15:guide>
      </p15:sldGuideLst>
    </p:ext>
  </p:extLst>
</p:sldMaster>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o Office">
  <a:themeElements>
    <a:clrScheme name="Kinea">
      <a:dk1>
        <a:srgbClr val="061844"/>
      </a:dk1>
      <a:lt1>
        <a:sysClr val="window" lastClr="FFFFFF"/>
      </a:lt1>
      <a:dk2>
        <a:srgbClr val="F2F2F2"/>
      </a:dk2>
      <a:lt2>
        <a:srgbClr val="061844"/>
      </a:lt2>
      <a:accent1>
        <a:srgbClr val="061844"/>
      </a:accent1>
      <a:accent2>
        <a:srgbClr val="CBBA83"/>
      </a:accent2>
      <a:accent3>
        <a:srgbClr val="82ADA9"/>
      </a:accent3>
      <a:accent4>
        <a:srgbClr val="90A4AE"/>
      </a:accent4>
      <a:accent5>
        <a:srgbClr val="4BA3C7"/>
      </a:accent5>
      <a:accent6>
        <a:srgbClr val="5072A9"/>
      </a:accent6>
      <a:hlink>
        <a:srgbClr val="4BA3C7"/>
      </a:hlink>
      <a:folHlink>
        <a:srgbClr val="CBBA83"/>
      </a:folHlink>
    </a:clrScheme>
    <a:fontScheme name="Office">
      <a:majorFont>
        <a:latin typeface="Titillium Web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tillium Web Ligh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Kinea - AZUL INSTITUCIONAL">
      <a:srgbClr val="061844"/>
    </a:custClr>
    <a:custClr name="Kinea - AMARELO IMOBILIÁRIOS TIJOLO">
      <a:srgbClr val="CBBA83"/>
    </a:custClr>
    <a:custClr name="Kinea - Azul BACKGROUND">
      <a:srgbClr val="0F182A"/>
    </a:custClr>
    <a:custClr name="Kinea - AZUL MULTIMERCADOS">
      <a:srgbClr val="4BA3C7"/>
    </a:custClr>
    <a:custClr name="Kinea - CINZA INSTITUCIONAL">
      <a:srgbClr val="F2F2F2"/>
    </a:custClr>
    <a:custClr name="Kinea - AZUL AÇÕES">
      <a:srgbClr val="5072A9"/>
    </a:custClr>
    <a:custClr name="Kinea - VERDE RENDA FIXA">
      <a:srgbClr val="82ADA9"/>
    </a:custClr>
    <a:custClr name="Kinea - CINZA PRIVATE EQUITY">
      <a:srgbClr val="90A4AE"/>
    </a:custClr>
    <a:custClr name="Kinea - VERMELHO INFRA">
      <a:srgbClr val="BA6B6C"/>
    </a:custClr>
    <a:custClr name="Kinea - LARANJA IMOBILIÁRIOS DE CRI">
      <a:srgbClr val="CB9B8C"/>
    </a:custClr>
    <a:custClr name="Kinea - AZUL INSTITUCIONAL">
      <a:srgbClr val="374769"/>
    </a:custClr>
    <a:custClr name="Kinea - AMARELO IMOBILIÁRIOS TIJOLO">
      <a:srgbClr val="D5C89C"/>
    </a:custClr>
    <a:custClr name="Kinea - Azul BACKGROUND">
      <a:srgbClr val="3F4655"/>
    </a:custClr>
    <a:custClr name="Kinea - AZUL MULTIMERCADOS">
      <a:srgbClr val="6FB5D2"/>
    </a:custClr>
    <a:custClr name="Kinea - CINZA INSTITUCIONAL">
      <a:srgbClr val="D9D9D9"/>
    </a:custClr>
    <a:custClr name="Kinea - AZUL AÇÕES">
      <a:srgbClr val="738EBA"/>
    </a:custClr>
    <a:custClr name="Kinea - VERDE RENDA FIXA">
      <a:srgbClr val="9BBDBA"/>
    </a:custClr>
    <a:custClr name="Kinea - CINZA PRIVATE EQUITY">
      <a:srgbClr val="A6B6BE"/>
    </a:custClr>
    <a:custClr name="Kinea - VERMELHO INFRA">
      <a:srgbClr val="C88989"/>
    </a:custClr>
    <a:custClr name="Kinea - LARANJA IMOBILIÁRIOS DE CRI">
      <a:srgbClr val="D5AFA3"/>
    </a:custClr>
    <a:custClr name="Kinea - AZUL INSTITUCIONAL">
      <a:srgbClr val="69758F"/>
    </a:custClr>
    <a:custClr name="Kinea - AMARELO IMOBILIÁRIOS TIJOLO">
      <a:srgbClr val="E0D6B5"/>
    </a:custClr>
    <a:custClr name="Kinea - Azul BACKGROUND">
      <a:srgbClr val="6F747F"/>
    </a:custClr>
    <a:custClr name="Kinea - AZUL MULTIMERCADOS">
      <a:srgbClr val="93C8DD"/>
    </a:custClr>
    <a:custClr name="Kinea - CINZA INSTITUCIONAL">
      <a:srgbClr val="BFBFBF"/>
    </a:custClr>
    <a:custClr name="Kinea - AZUL AÇÕES">
      <a:srgbClr val="96AACB"/>
    </a:custClr>
    <a:custClr name="Kinea - VERDE RENDA FIXA">
      <a:srgbClr val="B4CECB"/>
    </a:custClr>
    <a:custClr name="Kinea - CINZA PRIVATE EQUITY">
      <a:srgbClr val="BCC8CE"/>
    </a:custClr>
    <a:custClr name="Kinea - VERMELHO INFRA">
      <a:srgbClr val="D6A6A7"/>
    </a:custClr>
    <a:custClr name="Kinea - LARANJA IMOBILIÁRIOS DE CRI">
      <a:srgbClr val="E0C3BA"/>
    </a:custClr>
    <a:custClr name="Kinea - AZUL INSTITUCIONAL">
      <a:srgbClr val="9BA3B4"/>
    </a:custClr>
    <a:custClr name="Kinea - AMARELO IMOBILIÁRIOS TIJOLO">
      <a:srgbClr val="EAE3CD"/>
    </a:custClr>
    <a:custClr name="Kinea - Azul BACKGROUND">
      <a:srgbClr val="9FA3AA"/>
    </a:custClr>
    <a:custClr name="Kinea - AZUL MULTIMERCADOS">
      <a:srgbClr val="B7DAE9"/>
    </a:custClr>
    <a:custClr name="Kinea - CINZA INSTITUCIONAL">
      <a:srgbClr val="A6A6A6"/>
    </a:custClr>
    <a:custClr name="Kinea - AZUL AÇÕES">
      <a:srgbClr val="B9C7DD"/>
    </a:custClr>
    <a:custClr name="Kinea - VERDE RENDA FIXA">
      <a:srgbClr val="CDDEDD"/>
    </a:custClr>
    <a:custClr name="Kinea - CINZA PRIVATE EQUITY">
      <a:srgbClr val="D3DBDF"/>
    </a:custClr>
    <a:custClr name="Kinea - VERMELHO INFRA">
      <a:srgbClr val="E3C4C4"/>
    </a:custClr>
    <a:custClr name="Kinea - LARANJA IMOBILIÁRIOS DE CRI">
      <a:srgbClr val="EAD7D1"/>
    </a:custClr>
    <a:custClr name="Kinea - AZUL INSTITUCIONAL">
      <a:srgbClr val="CDD1DA"/>
    </a:custClr>
    <a:custClr name="Kinea - AMARELO IMOBILIÁRIOS TIJOLO">
      <a:srgbClr val="F5F1E6"/>
    </a:custClr>
    <a:custClr name="Kinea - Azul BACKGROUND">
      <a:srgbClr val="CFD1D4"/>
    </a:custClr>
    <a:custClr name="Kinea - AZUL MULTIMERCADOS">
      <a:srgbClr val="DBEDF4"/>
    </a:custClr>
    <a:custClr name="Kinea - CINZA INSTITUCIONAL">
      <a:srgbClr val="7F7F7F"/>
    </a:custClr>
    <a:custClr name="Kinea - AZUL AÇÕES">
      <a:srgbClr val="DCE3EE"/>
    </a:custClr>
    <a:custClr name="Kinea - VERDE RENDA FIXA">
      <a:srgbClr val="E6EFEE"/>
    </a:custClr>
    <a:custClr name="Kinea - CINZA PRIVATE EQUITY">
      <a:srgbClr val="E9EDEF"/>
    </a:custClr>
    <a:custClr name="Kinea - VERMELHO INFRA">
      <a:srgbClr val="F1E1E2"/>
    </a:custClr>
    <a:custClr name="Kinea - LARANJA IMOBILIÁRIOS DE CRI">
      <a:srgbClr val="F5EBE8"/>
    </a:custClr>
  </a:custClr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91d1d09-f460-4121-8a5f-1d82a263e5ab" xsi:nil="true"/>
    <lcf76f155ced4ddcb4097134ff3c332f xmlns="158d1859-ff68-4431-9da7-ed8c2cfaab8a">
      <Terms xmlns="http://schemas.microsoft.com/office/infopath/2007/PartnerControls"/>
    </lcf76f155ced4ddcb4097134ff3c332f>
    <_ip_UnifiedCompliancePolicyUIAction xmlns="http://schemas.microsoft.com/sharepoint/v3" xsi:nil="true"/>
    <Gestor xmlns="158d1859-ff68-4431-9da7-ed8c2cfaab8a">
      <UserInfo>
        <DisplayName/>
        <AccountId xsi:nil="true"/>
        <AccountType/>
      </UserInfo>
    </Gestor>
    <Subtema xmlns="158d1859-ff68-4431-9da7-ed8c2cfaab8a" xsi:nil="true"/>
    <_ip_UnifiedCompliancePolicyProperties xmlns="http://schemas.microsoft.com/sharepoint/v3" xsi:nil="true"/>
    <Introdu_x00e7__x00e3_o xmlns="158d1859-ff68-4431-9da7-ed8c2cfaab8a" xsi:nil="true"/>
    <T_x00f3_picos xmlns="158d1859-ff68-4431-9da7-ed8c2cfaab8a" xsi:nil="true"/>
    <Desenvolvimento xmlns="158d1859-ff68-4431-9da7-ed8c2cfaab8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6611EAC055429409D8B7CDFFCC277A8" ma:contentTypeVersion="32" ma:contentTypeDescription="Criar um novo documento." ma:contentTypeScope="" ma:versionID="a88fab23b436c7ee5c3251fa55b8b589">
  <xsd:schema xmlns:xsd="http://www.w3.org/2001/XMLSchema" xmlns:xs="http://www.w3.org/2001/XMLSchema" xmlns:p="http://schemas.microsoft.com/office/2006/metadata/properties" xmlns:ns1="http://schemas.microsoft.com/sharepoint/v3" xmlns:ns2="158d1859-ff68-4431-9da7-ed8c2cfaab8a" xmlns:ns3="a91d1d09-f460-4121-8a5f-1d82a263e5ab" targetNamespace="http://schemas.microsoft.com/office/2006/metadata/properties" ma:root="true" ma:fieldsID="52b49f9de497f5f502f0d2b4004bea69" ns1:_="" ns2:_="" ns3:_="">
    <xsd:import namespace="http://schemas.microsoft.com/sharepoint/v3"/>
    <xsd:import namespace="158d1859-ff68-4431-9da7-ed8c2cfaab8a"/>
    <xsd:import namespace="a91d1d09-f460-4121-8a5f-1d82a263e5a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1:_ip_UnifiedCompliancePolicyProperties" minOccurs="0"/>
                <xsd:element ref="ns1:_ip_UnifiedCompliancePolicyUIAction" minOccurs="0"/>
                <xsd:element ref="ns2:Introdu_x00e7__x00e3_o" minOccurs="0"/>
                <xsd:element ref="ns2:T_x00f3_picos" minOccurs="0"/>
                <xsd:element ref="ns2:Desenvolvimento" minOccurs="0"/>
                <xsd:element ref="ns2:Gestor" minOccurs="0"/>
                <xsd:element ref="ns2:Subtema"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Propriedades da Política de Conformidade Unificada" ma:hidden="true" ma:internalName="_ip_UnifiedCompliancePolicyProperties">
      <xsd:simpleType>
        <xsd:restriction base="dms:Note"/>
      </xsd:simpleType>
    </xsd:element>
    <xsd:element name="_ip_UnifiedCompliancePolicyUIAction" ma:index="21" nillable="true" ma:displayName="Ação de IU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8d1859-ff68-4431-9da7-ed8c2cfaab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Introdu_x00e7__x00e3_o" ma:index="22" nillable="true" ma:displayName="Introdução" ma:format="Dropdown" ma:internalName="Introdu_x00e7__x00e3_o">
      <xsd:simpleType>
        <xsd:restriction base="dms:Note">
          <xsd:maxLength value="255"/>
        </xsd:restriction>
      </xsd:simpleType>
    </xsd:element>
    <xsd:element name="T_x00f3_picos" ma:index="23" nillable="true" ma:displayName="Tópicos" ma:format="Dropdown" ma:internalName="T_x00f3_picos">
      <xsd:simpleType>
        <xsd:restriction base="dms:Note">
          <xsd:maxLength value="255"/>
        </xsd:restriction>
      </xsd:simpleType>
    </xsd:element>
    <xsd:element name="Desenvolvimento" ma:index="24" nillable="true" ma:displayName="Desenvolvimento" ma:format="Dropdown" ma:internalName="Desenvolvimento">
      <xsd:simpleType>
        <xsd:restriction base="dms:Note">
          <xsd:maxLength value="255"/>
        </xsd:restriction>
      </xsd:simpleType>
    </xsd:element>
    <xsd:element name="Gestor" ma:index="25" nillable="true" ma:displayName="Gestor" ma:format="Dropdown" ma:list="UserInfo" ma:SharePointGroup="0" ma:internalName="Gesto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ubtema" ma:index="26" nillable="true" ma:displayName="Subtema" ma:format="Dropdown" ma:internalName="Subtema">
      <xsd:simpleType>
        <xsd:restriction base="dms:Choice">
          <xsd:enumeration value="Sim"/>
          <xsd:enumeration value="Não"/>
        </xsd:restriction>
      </xsd:simpleType>
    </xsd:element>
    <xsd:element name="MediaLengthInSeconds" ma:index="27" nillable="true" ma:displayName="Length (seconds)" ma:internalName="MediaLengthInSeconds" ma:readOnly="true">
      <xsd:simpleType>
        <xsd:restriction base="dms:Unknown"/>
      </xsd:simpleType>
    </xsd:element>
    <xsd:element name="lcf76f155ced4ddcb4097134ff3c332f" ma:index="29" nillable="true" ma:taxonomy="true" ma:internalName="lcf76f155ced4ddcb4097134ff3c332f" ma:taxonomyFieldName="MediaServiceImageTags" ma:displayName="Etiquetas de Imagem" ma:readOnly="false" ma:fieldId="{5cf76f15-5ced-4ddc-b409-7134ff3c332f}" ma:taxonomyMulti="true" ma:sspId="0950beca-b328-4607-a8b4-7a69b88987b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91d1d09-f460-4121-8a5f-1d82a263e5ab" elementFormDefault="qualified">
    <xsd:import namespace="http://schemas.microsoft.com/office/2006/documentManagement/types"/>
    <xsd:import namespace="http://schemas.microsoft.com/office/infopath/2007/PartnerControls"/>
    <xsd:element name="SharedWithUsers" ma:index="10" nillable="true" ma:displayName="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hes de Partilhado Com" ma:internalName="SharedWithDetails" ma:readOnly="true">
      <xsd:simpleType>
        <xsd:restriction base="dms:Note">
          <xsd:maxLength value="255"/>
        </xsd:restriction>
      </xsd:simpleType>
    </xsd:element>
    <xsd:element name="TaxCatchAll" ma:index="30" nillable="true" ma:displayName="Taxonomy Catch All Column" ma:hidden="true" ma:list="{cc1f52a3-b60c-45f1-b612-a689eab9cde6}" ma:internalName="TaxCatchAll" ma:showField="CatchAllData" ma:web="a91d1d09-f460-4121-8a5f-1d82a263e5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B4A2AC-93D1-4876-B6D9-CB42510F7873}">
  <ds:schemaRefs>
    <ds:schemaRef ds:uri="http://schemas.microsoft.com/office/2006/metadata/properties"/>
    <ds:schemaRef ds:uri="158d1859-ff68-4431-9da7-ed8c2cfaab8a"/>
    <ds:schemaRef ds:uri="http://purl.org/dc/elements/1.1/"/>
    <ds:schemaRef ds:uri="http://purl.org/dc/dcmitype/"/>
    <ds:schemaRef ds:uri="http://schemas.microsoft.com/office/2006/documentManagement/types"/>
    <ds:schemaRef ds:uri="http://www.w3.org/XML/1998/namespace"/>
    <ds:schemaRef ds:uri="http://purl.org/dc/terms/"/>
    <ds:schemaRef ds:uri="http://schemas.openxmlformats.org/package/2006/metadata/core-properties"/>
    <ds:schemaRef ds:uri="http://schemas.microsoft.com/office/infopath/2007/PartnerControls"/>
    <ds:schemaRef ds:uri="a91d1d09-f460-4121-8a5f-1d82a263e5ab"/>
    <ds:schemaRef ds:uri="http://schemas.microsoft.com/sharepoint/v3"/>
  </ds:schemaRefs>
</ds:datastoreItem>
</file>

<file path=customXml/itemProps2.xml><?xml version="1.0" encoding="utf-8"?>
<ds:datastoreItem xmlns:ds="http://schemas.openxmlformats.org/officeDocument/2006/customXml" ds:itemID="{9BFA1CAC-9604-40DB-99F3-259B608658FF}">
  <ds:schemaRefs>
    <ds:schemaRef ds:uri="158d1859-ff68-4431-9da7-ed8c2cfaab8a"/>
    <ds:schemaRef ds:uri="a91d1d09-f460-4121-8a5f-1d82a263e5a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E2DB5B5-32DA-4AAC-AFE7-80043286AE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28</TotalTime>
  <Words>0</Words>
  <Application>Microsoft Office PowerPoint</Application>
  <PresentationFormat>Widescreen</PresentationFormat>
  <Paragraphs>0</Paragraphs>
  <Slides>0</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0</vt:i4>
      </vt:variant>
    </vt:vector>
  </HeadingPairs>
  <TitlesOfParts>
    <vt:vector size="9" baseType="lpstr">
      <vt:lpstr>Aptos</vt:lpstr>
      <vt:lpstr>Arial</vt:lpstr>
      <vt:lpstr>Calibri</vt:lpstr>
      <vt:lpstr>Titillium Web</vt:lpstr>
      <vt:lpstr>Titillium Web ExtraLight</vt:lpstr>
      <vt:lpstr>Titillium Web Light</vt:lpstr>
      <vt:lpstr>Titillium Web SemiBold</vt:lpstr>
      <vt:lpstr>Tema do Office</vt:lpstr>
      <vt:lpstr>Slide do think-cell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Rafael Fortino</dc:creator>
  <cp:lastModifiedBy>José Victor Lopes</cp:lastModifiedBy>
  <cp:revision>4</cp:revision>
  <dcterms:created xsi:type="dcterms:W3CDTF">2023-01-31T22:50:53Z</dcterms:created>
  <dcterms:modified xsi:type="dcterms:W3CDTF">2026-02-11T22:05:00Z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c996bf-6aee-415c-aa4c-e35ad0009c67_Enabled">
    <vt:lpwstr>true</vt:lpwstr>
  </property>
  <property fmtid="{D5CDD505-2E9C-101B-9397-08002B2CF9AE}" pid="3" name="MSIP_Label_4fc996bf-6aee-415c-aa4c-e35ad0009c67_SetDate">
    <vt:lpwstr>2023-02-03T13:14:11Z</vt:lpwstr>
  </property>
  <property fmtid="{D5CDD505-2E9C-101B-9397-08002B2CF9AE}" pid="4" name="MSIP_Label_4fc996bf-6aee-415c-aa4c-e35ad0009c67_Method">
    <vt:lpwstr>Standard</vt:lpwstr>
  </property>
  <property fmtid="{D5CDD505-2E9C-101B-9397-08002B2CF9AE}" pid="5" name="MSIP_Label_4fc996bf-6aee-415c-aa4c-e35ad0009c67_Name">
    <vt:lpwstr>Compartilhamento Interno</vt:lpwstr>
  </property>
  <property fmtid="{D5CDD505-2E9C-101B-9397-08002B2CF9AE}" pid="6" name="MSIP_Label_4fc996bf-6aee-415c-aa4c-e35ad0009c67_SiteId">
    <vt:lpwstr>591669a0-183f-49a5-98f4-9aa0d0b63d81</vt:lpwstr>
  </property>
  <property fmtid="{D5CDD505-2E9C-101B-9397-08002B2CF9AE}" pid="7" name="MSIP_Label_4fc996bf-6aee-415c-aa4c-e35ad0009c67_ActionId">
    <vt:lpwstr>b043865d-e657-4ab9-8474-a609ab01b9ee</vt:lpwstr>
  </property>
  <property fmtid="{D5CDD505-2E9C-101B-9397-08002B2CF9AE}" pid="8" name="MSIP_Label_4fc996bf-6aee-415c-aa4c-e35ad0009c67_ContentBits">
    <vt:lpwstr>2</vt:lpwstr>
  </property>
  <property fmtid="{D5CDD505-2E9C-101B-9397-08002B2CF9AE}" pid="9" name="ContentTypeId">
    <vt:lpwstr>0x01010076611EAC055429409D8B7CDFFCC277A8</vt:lpwstr>
  </property>
  <property fmtid="{D5CDD505-2E9C-101B-9397-08002B2CF9AE}" pid="10" name="MediaServiceImageTags">
    <vt:lpwstr/>
  </property>
</Properties>
</file>