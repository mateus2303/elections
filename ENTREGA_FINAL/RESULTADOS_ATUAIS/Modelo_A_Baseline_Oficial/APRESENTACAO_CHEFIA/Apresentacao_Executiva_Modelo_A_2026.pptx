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3B0120F-B00F-B797-4792-E6DA8709B9E0}" name="Gabriel Hasmann Freire Moraes" initials="GHFM" userId="S::gabriel.freire-moraes@kinea.com.br::394dac8f-536a-421d-837f-5fda3e69ebac" providerId="AD"/>
  <p188:author id="{49883D11-50F5-847B-FFD4-C8FA35D15480}" name="Cesar Augusto Medeiros" initials="CA" userId="S::cesar.medeiros@kinea.com.br::a4627d40-f849-4a15-af95-a798394aa58c" providerId="AD"/>
  <p188:author id="{B7DB979B-13C8-AF15-7A71-6D94C70E6D61}" name="Alessandro Ricardo Estevam" initials="ARE" userId="S::alessandro.estevam@kinea.com.br::75f5b5f4-1773-4c5b-8766-e7a04e3857ca" providerId="AD"/>
  <p188:author id="{C0A8CFA4-796C-1C76-8A6B-C288C008383F}" name="i2a advogados" initials="i2a" userId="i2a advogados" providerId="None"/>
  <p188:author id="{B61C06B0-2083-CB18-F313-5F70FAA5ABE0}" name="Rafael Fortino" initials="RF" userId="03ae968820bd3618" providerId="Windows Live"/>
  <p188:author id="{84D809B3-4384-0409-10B4-A04CFC900903}" name="Artur Pereira Batista Silva" initials="AP" userId="S::artur-batista.silva@kinea.com.br::acd007be-2e0f-4ce6-a94c-cfea362ec8e0" providerId="AD"/>
  <p188:author id="{CC4C02C1-0782-9A08-149A-72A14060DEC5}" name="Bruna Sotopietra" initials="BS" userId="S::bruna.sotopietra@kinea.com.br::cfb3da09-b322-410a-beae-f5848e5d82a7" providerId="AD"/>
  <p188:author id="{E7895FD8-706A-7C47-49B8-687025F052A6}" name="Karen Rohr" initials="KR" userId="S::karen.rohr@kinea.com.br::9c1e27a9-d5e9-4853-ae0e-ab14c4d90500" providerId="AD"/>
  <p188:author id="{DB9183F1-EA1D-2AD4-28CB-E44234234DE1}" name="Caio Faria Araujo" initials="CFA" userId="S::caio.faria-araujo@kinea.com.br::bac4c529-4f26-4514-b02c-a675abbb0690"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Estilo Médio 2 - Ênfas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Estilo Médio 2 - Ênfase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Estilo Médio 2 - Ênfase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Estilo Médio 2 - Ênfase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Estilo Médio 2 - Ênfas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Estilo com Tema 1 - Ênfase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EC20E35-A176-4012-BC5E-935CFFF8708E}" styleName="Estilo Mé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Estilo Médio 3 - Ênfase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Estilo Médio 1 - Ênfase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Estilo Médio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EB9631B5-78F2-41C9-869B-9F39066F8104}" styleName="Estilo Médio 3 - Ênfase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C4B1156A-380E-4F78-BDF5-A606A8083BF9}" styleName="Estilo Médio 4 - Ênfase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Estilo Claro 1 - Ênfase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Estilo Claro 1 - Ênfase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202B0CA-FC54-4496-8BCA-5EF66A818D29}" styleName="Estilo Escuro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Estilo Escuro 2 - Ênfase 1/Ênfas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85BE263C-DBD7-4A20-BB59-AAB30ACAA65A}" styleName="Estilo Médio 3 - Ênfase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Estilo Médio 3 - Ênfase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4" d="100"/>
          <a:sy n="54" d="100"/>
        </p:scale>
        <p:origin x="108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eus Lima" userId="b9714ce59e861ad1" providerId="LiveId" clId="{BFF867E1-1AEC-46DA-A37B-CB8BEB5E2DD9}"/>
    <pc:docChg chg="custSel modSld">
      <pc:chgData name="Mateus Lima" userId="b9714ce59e861ad1" providerId="LiveId" clId="{BFF867E1-1AEC-46DA-A37B-CB8BEB5E2DD9}" dt="2026-07-24T14:46:33.528" v="6" actId="700"/>
      <pc:docMkLst>
        <pc:docMk/>
      </pc:docMkLst>
      <pc:sldChg chg="addSp modSp mod modClrScheme chgLayout">
        <pc:chgData name="Mateus Lima" userId="b9714ce59e861ad1" providerId="LiveId" clId="{BFF867E1-1AEC-46DA-A37B-CB8BEB5E2DD9}" dt="2026-07-24T14:45:55.714" v="0" actId="700"/>
        <pc:sldMkLst>
          <pc:docMk/>
          <pc:sldMk cId="3020662754" sldId="258"/>
        </pc:sldMkLst>
        <pc:spChg chg="mod ord">
          <ac:chgData name="Mateus Lima" userId="b9714ce59e861ad1" providerId="LiveId" clId="{BFF867E1-1AEC-46DA-A37B-CB8BEB5E2DD9}" dt="2026-07-24T14:45:55.714" v="0" actId="700"/>
          <ac:spMkLst>
            <pc:docMk/>
            <pc:sldMk cId="3020662754" sldId="258"/>
            <ac:spMk id="2" creationId="{A1A5893C-D317-3A06-A425-94E98E674259}"/>
          </ac:spMkLst>
        </pc:spChg>
        <pc:spChg chg="mod ord">
          <ac:chgData name="Mateus Lima" userId="b9714ce59e861ad1" providerId="LiveId" clId="{BFF867E1-1AEC-46DA-A37B-CB8BEB5E2DD9}" dt="2026-07-24T14:45:55.714" v="0" actId="700"/>
          <ac:spMkLst>
            <pc:docMk/>
            <pc:sldMk cId="3020662754" sldId="258"/>
            <ac:spMk id="3" creationId="{5BC23103-E2DC-603C-7B78-9D6DC625A77E}"/>
          </ac:spMkLst>
        </pc:spChg>
        <pc:spChg chg="mod ord">
          <ac:chgData name="Mateus Lima" userId="b9714ce59e861ad1" providerId="LiveId" clId="{BFF867E1-1AEC-46DA-A37B-CB8BEB5E2DD9}" dt="2026-07-24T14:45:55.714" v="0" actId="700"/>
          <ac:spMkLst>
            <pc:docMk/>
            <pc:sldMk cId="3020662754" sldId="258"/>
            <ac:spMk id="4" creationId="{A56F410C-D8CF-64F4-EE0B-24F882A35932}"/>
          </ac:spMkLst>
        </pc:spChg>
        <pc:spChg chg="mod ord">
          <ac:chgData name="Mateus Lima" userId="b9714ce59e861ad1" providerId="LiveId" clId="{BFF867E1-1AEC-46DA-A37B-CB8BEB5E2DD9}" dt="2026-07-24T14:45:55.714" v="0" actId="700"/>
          <ac:spMkLst>
            <pc:docMk/>
            <pc:sldMk cId="3020662754" sldId="258"/>
            <ac:spMk id="5" creationId="{2B60364D-0AE0-377C-AFDA-A4A31957516D}"/>
          </ac:spMkLst>
        </pc:spChg>
        <pc:spChg chg="add mod ord">
          <ac:chgData name="Mateus Lima" userId="b9714ce59e861ad1" providerId="LiveId" clId="{BFF867E1-1AEC-46DA-A37B-CB8BEB5E2DD9}" dt="2026-07-24T14:45:55.714" v="0" actId="700"/>
          <ac:spMkLst>
            <pc:docMk/>
            <pc:sldMk cId="3020662754" sldId="258"/>
            <ac:spMk id="6" creationId="{F39B4EA9-2AF2-AF7B-1B8C-38483A58D5C4}"/>
          </ac:spMkLst>
        </pc:spChg>
      </pc:sldChg>
      <pc:sldChg chg="addSp modSp mod modClrScheme chgLayout">
        <pc:chgData name="Mateus Lima" userId="b9714ce59e861ad1" providerId="LiveId" clId="{BFF867E1-1AEC-46DA-A37B-CB8BEB5E2DD9}" dt="2026-07-24T14:46:05.503" v="1" actId="700"/>
        <pc:sldMkLst>
          <pc:docMk/>
          <pc:sldMk cId="3020662754" sldId="259"/>
        </pc:sldMkLst>
        <pc:spChg chg="mod ord">
          <ac:chgData name="Mateus Lima" userId="b9714ce59e861ad1" providerId="LiveId" clId="{BFF867E1-1AEC-46DA-A37B-CB8BEB5E2DD9}" dt="2026-07-24T14:46:05.503" v="1" actId="700"/>
          <ac:spMkLst>
            <pc:docMk/>
            <pc:sldMk cId="3020662754" sldId="259"/>
            <ac:spMk id="2" creationId="{A1A5893C-D317-3A06-A425-94E98E674259}"/>
          </ac:spMkLst>
        </pc:spChg>
        <pc:spChg chg="mod ord">
          <ac:chgData name="Mateus Lima" userId="b9714ce59e861ad1" providerId="LiveId" clId="{BFF867E1-1AEC-46DA-A37B-CB8BEB5E2DD9}" dt="2026-07-24T14:46:05.503" v="1" actId="700"/>
          <ac:spMkLst>
            <pc:docMk/>
            <pc:sldMk cId="3020662754" sldId="259"/>
            <ac:spMk id="3" creationId="{5BC23103-E2DC-603C-7B78-9D6DC625A77E}"/>
          </ac:spMkLst>
        </pc:spChg>
        <pc:spChg chg="mod ord">
          <ac:chgData name="Mateus Lima" userId="b9714ce59e861ad1" providerId="LiveId" clId="{BFF867E1-1AEC-46DA-A37B-CB8BEB5E2DD9}" dt="2026-07-24T14:46:05.503" v="1" actId="700"/>
          <ac:spMkLst>
            <pc:docMk/>
            <pc:sldMk cId="3020662754" sldId="259"/>
            <ac:spMk id="4" creationId="{A56F410C-D8CF-64F4-EE0B-24F882A35932}"/>
          </ac:spMkLst>
        </pc:spChg>
        <pc:spChg chg="mod ord">
          <ac:chgData name="Mateus Lima" userId="b9714ce59e861ad1" providerId="LiveId" clId="{BFF867E1-1AEC-46DA-A37B-CB8BEB5E2DD9}" dt="2026-07-24T14:46:05.503" v="1" actId="700"/>
          <ac:spMkLst>
            <pc:docMk/>
            <pc:sldMk cId="3020662754" sldId="259"/>
            <ac:spMk id="5" creationId="{2B60364D-0AE0-377C-AFDA-A4A31957516D}"/>
          </ac:spMkLst>
        </pc:spChg>
        <pc:spChg chg="add mod ord">
          <ac:chgData name="Mateus Lima" userId="b9714ce59e861ad1" providerId="LiveId" clId="{BFF867E1-1AEC-46DA-A37B-CB8BEB5E2DD9}" dt="2026-07-24T14:46:05.503" v="1" actId="700"/>
          <ac:spMkLst>
            <pc:docMk/>
            <pc:sldMk cId="3020662754" sldId="259"/>
            <ac:spMk id="6" creationId="{DE6D9C99-81FA-B13E-0057-7DB24079C2CD}"/>
          </ac:spMkLst>
        </pc:spChg>
      </pc:sldChg>
      <pc:sldChg chg="addSp modSp mod modClrScheme chgLayout">
        <pc:chgData name="Mateus Lima" userId="b9714ce59e861ad1" providerId="LiveId" clId="{BFF867E1-1AEC-46DA-A37B-CB8BEB5E2DD9}" dt="2026-07-24T14:46:16.857" v="2" actId="700"/>
        <pc:sldMkLst>
          <pc:docMk/>
          <pc:sldMk cId="3020662754" sldId="260"/>
        </pc:sldMkLst>
        <pc:spChg chg="mod ord">
          <ac:chgData name="Mateus Lima" userId="b9714ce59e861ad1" providerId="LiveId" clId="{BFF867E1-1AEC-46DA-A37B-CB8BEB5E2DD9}" dt="2026-07-24T14:46:16.857" v="2" actId="700"/>
          <ac:spMkLst>
            <pc:docMk/>
            <pc:sldMk cId="3020662754" sldId="260"/>
            <ac:spMk id="2" creationId="{A1A5893C-D317-3A06-A425-94E98E674259}"/>
          </ac:spMkLst>
        </pc:spChg>
        <pc:spChg chg="mod ord">
          <ac:chgData name="Mateus Lima" userId="b9714ce59e861ad1" providerId="LiveId" clId="{BFF867E1-1AEC-46DA-A37B-CB8BEB5E2DD9}" dt="2026-07-24T14:46:16.857" v="2" actId="700"/>
          <ac:spMkLst>
            <pc:docMk/>
            <pc:sldMk cId="3020662754" sldId="260"/>
            <ac:spMk id="3" creationId="{5BC23103-E2DC-603C-7B78-9D6DC625A77E}"/>
          </ac:spMkLst>
        </pc:spChg>
        <pc:spChg chg="mod ord">
          <ac:chgData name="Mateus Lima" userId="b9714ce59e861ad1" providerId="LiveId" clId="{BFF867E1-1AEC-46DA-A37B-CB8BEB5E2DD9}" dt="2026-07-24T14:46:16.857" v="2" actId="700"/>
          <ac:spMkLst>
            <pc:docMk/>
            <pc:sldMk cId="3020662754" sldId="260"/>
            <ac:spMk id="4" creationId="{A56F410C-D8CF-64F4-EE0B-24F882A35932}"/>
          </ac:spMkLst>
        </pc:spChg>
        <pc:spChg chg="mod ord">
          <ac:chgData name="Mateus Lima" userId="b9714ce59e861ad1" providerId="LiveId" clId="{BFF867E1-1AEC-46DA-A37B-CB8BEB5E2DD9}" dt="2026-07-24T14:46:16.857" v="2" actId="700"/>
          <ac:spMkLst>
            <pc:docMk/>
            <pc:sldMk cId="3020662754" sldId="260"/>
            <ac:spMk id="5" creationId="{2B60364D-0AE0-377C-AFDA-A4A31957516D}"/>
          </ac:spMkLst>
        </pc:spChg>
        <pc:spChg chg="add mod ord">
          <ac:chgData name="Mateus Lima" userId="b9714ce59e861ad1" providerId="LiveId" clId="{BFF867E1-1AEC-46DA-A37B-CB8BEB5E2DD9}" dt="2026-07-24T14:46:16.857" v="2" actId="700"/>
          <ac:spMkLst>
            <pc:docMk/>
            <pc:sldMk cId="3020662754" sldId="260"/>
            <ac:spMk id="6" creationId="{7A0DBEFB-72E0-7579-745E-B3673CFB3D59}"/>
          </ac:spMkLst>
        </pc:spChg>
      </pc:sldChg>
      <pc:sldChg chg="addSp modSp mod modClrScheme chgLayout">
        <pc:chgData name="Mateus Lima" userId="b9714ce59e861ad1" providerId="LiveId" clId="{BFF867E1-1AEC-46DA-A37B-CB8BEB5E2DD9}" dt="2026-07-24T14:46:21.175" v="3" actId="700"/>
        <pc:sldMkLst>
          <pc:docMk/>
          <pc:sldMk cId="3020662754" sldId="261"/>
        </pc:sldMkLst>
        <pc:spChg chg="mod ord">
          <ac:chgData name="Mateus Lima" userId="b9714ce59e861ad1" providerId="LiveId" clId="{BFF867E1-1AEC-46DA-A37B-CB8BEB5E2DD9}" dt="2026-07-24T14:46:21.175" v="3" actId="700"/>
          <ac:spMkLst>
            <pc:docMk/>
            <pc:sldMk cId="3020662754" sldId="261"/>
            <ac:spMk id="2" creationId="{A1A5893C-D317-3A06-A425-94E98E674259}"/>
          </ac:spMkLst>
        </pc:spChg>
        <pc:spChg chg="mod ord">
          <ac:chgData name="Mateus Lima" userId="b9714ce59e861ad1" providerId="LiveId" clId="{BFF867E1-1AEC-46DA-A37B-CB8BEB5E2DD9}" dt="2026-07-24T14:46:21.175" v="3" actId="700"/>
          <ac:spMkLst>
            <pc:docMk/>
            <pc:sldMk cId="3020662754" sldId="261"/>
            <ac:spMk id="3" creationId="{5BC23103-E2DC-603C-7B78-9D6DC625A77E}"/>
          </ac:spMkLst>
        </pc:spChg>
        <pc:spChg chg="mod ord">
          <ac:chgData name="Mateus Lima" userId="b9714ce59e861ad1" providerId="LiveId" clId="{BFF867E1-1AEC-46DA-A37B-CB8BEB5E2DD9}" dt="2026-07-24T14:46:21.175" v="3" actId="700"/>
          <ac:spMkLst>
            <pc:docMk/>
            <pc:sldMk cId="3020662754" sldId="261"/>
            <ac:spMk id="4" creationId="{A56F410C-D8CF-64F4-EE0B-24F882A35932}"/>
          </ac:spMkLst>
        </pc:spChg>
        <pc:spChg chg="mod ord">
          <ac:chgData name="Mateus Lima" userId="b9714ce59e861ad1" providerId="LiveId" clId="{BFF867E1-1AEC-46DA-A37B-CB8BEB5E2DD9}" dt="2026-07-24T14:46:21.175" v="3" actId="700"/>
          <ac:spMkLst>
            <pc:docMk/>
            <pc:sldMk cId="3020662754" sldId="261"/>
            <ac:spMk id="5" creationId="{2B60364D-0AE0-377C-AFDA-A4A31957516D}"/>
          </ac:spMkLst>
        </pc:spChg>
        <pc:spChg chg="add mod ord">
          <ac:chgData name="Mateus Lima" userId="b9714ce59e861ad1" providerId="LiveId" clId="{BFF867E1-1AEC-46DA-A37B-CB8BEB5E2DD9}" dt="2026-07-24T14:46:21.175" v="3" actId="700"/>
          <ac:spMkLst>
            <pc:docMk/>
            <pc:sldMk cId="3020662754" sldId="261"/>
            <ac:spMk id="6" creationId="{45312E77-4817-F63E-4B46-43FF1DB90CA4}"/>
          </ac:spMkLst>
        </pc:spChg>
      </pc:sldChg>
      <pc:sldChg chg="addSp modSp mod modClrScheme chgLayout">
        <pc:chgData name="Mateus Lima" userId="b9714ce59e861ad1" providerId="LiveId" clId="{BFF867E1-1AEC-46DA-A37B-CB8BEB5E2DD9}" dt="2026-07-24T14:46:24.550" v="4" actId="700"/>
        <pc:sldMkLst>
          <pc:docMk/>
          <pc:sldMk cId="3020662754" sldId="262"/>
        </pc:sldMkLst>
        <pc:spChg chg="mod ord">
          <ac:chgData name="Mateus Lima" userId="b9714ce59e861ad1" providerId="LiveId" clId="{BFF867E1-1AEC-46DA-A37B-CB8BEB5E2DD9}" dt="2026-07-24T14:46:24.550" v="4" actId="700"/>
          <ac:spMkLst>
            <pc:docMk/>
            <pc:sldMk cId="3020662754" sldId="262"/>
            <ac:spMk id="2" creationId="{A1A5893C-D317-3A06-A425-94E98E674259}"/>
          </ac:spMkLst>
        </pc:spChg>
        <pc:spChg chg="mod ord">
          <ac:chgData name="Mateus Lima" userId="b9714ce59e861ad1" providerId="LiveId" clId="{BFF867E1-1AEC-46DA-A37B-CB8BEB5E2DD9}" dt="2026-07-24T14:46:24.550" v="4" actId="700"/>
          <ac:spMkLst>
            <pc:docMk/>
            <pc:sldMk cId="3020662754" sldId="262"/>
            <ac:spMk id="3" creationId="{5BC23103-E2DC-603C-7B78-9D6DC625A77E}"/>
          </ac:spMkLst>
        </pc:spChg>
        <pc:spChg chg="mod ord">
          <ac:chgData name="Mateus Lima" userId="b9714ce59e861ad1" providerId="LiveId" clId="{BFF867E1-1AEC-46DA-A37B-CB8BEB5E2DD9}" dt="2026-07-24T14:46:24.550" v="4" actId="700"/>
          <ac:spMkLst>
            <pc:docMk/>
            <pc:sldMk cId="3020662754" sldId="262"/>
            <ac:spMk id="4" creationId="{A56F410C-D8CF-64F4-EE0B-24F882A35932}"/>
          </ac:spMkLst>
        </pc:spChg>
        <pc:spChg chg="mod ord">
          <ac:chgData name="Mateus Lima" userId="b9714ce59e861ad1" providerId="LiveId" clId="{BFF867E1-1AEC-46DA-A37B-CB8BEB5E2DD9}" dt="2026-07-24T14:46:24.550" v="4" actId="700"/>
          <ac:spMkLst>
            <pc:docMk/>
            <pc:sldMk cId="3020662754" sldId="262"/>
            <ac:spMk id="5" creationId="{2B60364D-0AE0-377C-AFDA-A4A31957516D}"/>
          </ac:spMkLst>
        </pc:spChg>
        <pc:spChg chg="add mod ord">
          <ac:chgData name="Mateus Lima" userId="b9714ce59e861ad1" providerId="LiveId" clId="{BFF867E1-1AEC-46DA-A37B-CB8BEB5E2DD9}" dt="2026-07-24T14:46:24.550" v="4" actId="700"/>
          <ac:spMkLst>
            <pc:docMk/>
            <pc:sldMk cId="3020662754" sldId="262"/>
            <ac:spMk id="6" creationId="{8583AF5C-7F2D-B6EF-45FA-6B35C7D408A2}"/>
          </ac:spMkLst>
        </pc:spChg>
      </pc:sldChg>
      <pc:sldChg chg="addSp modSp mod modClrScheme chgLayout">
        <pc:chgData name="Mateus Lima" userId="b9714ce59e861ad1" providerId="LiveId" clId="{BFF867E1-1AEC-46DA-A37B-CB8BEB5E2DD9}" dt="2026-07-24T14:46:30.184" v="5" actId="700"/>
        <pc:sldMkLst>
          <pc:docMk/>
          <pc:sldMk cId="3020662754" sldId="263"/>
        </pc:sldMkLst>
        <pc:spChg chg="mod ord">
          <ac:chgData name="Mateus Lima" userId="b9714ce59e861ad1" providerId="LiveId" clId="{BFF867E1-1AEC-46DA-A37B-CB8BEB5E2DD9}" dt="2026-07-24T14:46:30.184" v="5" actId="700"/>
          <ac:spMkLst>
            <pc:docMk/>
            <pc:sldMk cId="3020662754" sldId="263"/>
            <ac:spMk id="2" creationId="{A1A5893C-D317-3A06-A425-94E98E674259}"/>
          </ac:spMkLst>
        </pc:spChg>
        <pc:spChg chg="mod ord">
          <ac:chgData name="Mateus Lima" userId="b9714ce59e861ad1" providerId="LiveId" clId="{BFF867E1-1AEC-46DA-A37B-CB8BEB5E2DD9}" dt="2026-07-24T14:46:30.184" v="5" actId="700"/>
          <ac:spMkLst>
            <pc:docMk/>
            <pc:sldMk cId="3020662754" sldId="263"/>
            <ac:spMk id="3" creationId="{5BC23103-E2DC-603C-7B78-9D6DC625A77E}"/>
          </ac:spMkLst>
        </pc:spChg>
        <pc:spChg chg="mod ord">
          <ac:chgData name="Mateus Lima" userId="b9714ce59e861ad1" providerId="LiveId" clId="{BFF867E1-1AEC-46DA-A37B-CB8BEB5E2DD9}" dt="2026-07-24T14:46:30.184" v="5" actId="700"/>
          <ac:spMkLst>
            <pc:docMk/>
            <pc:sldMk cId="3020662754" sldId="263"/>
            <ac:spMk id="4" creationId="{A56F410C-D8CF-64F4-EE0B-24F882A35932}"/>
          </ac:spMkLst>
        </pc:spChg>
        <pc:spChg chg="mod ord">
          <ac:chgData name="Mateus Lima" userId="b9714ce59e861ad1" providerId="LiveId" clId="{BFF867E1-1AEC-46DA-A37B-CB8BEB5E2DD9}" dt="2026-07-24T14:46:30.184" v="5" actId="700"/>
          <ac:spMkLst>
            <pc:docMk/>
            <pc:sldMk cId="3020662754" sldId="263"/>
            <ac:spMk id="5" creationId="{2B60364D-0AE0-377C-AFDA-A4A31957516D}"/>
          </ac:spMkLst>
        </pc:spChg>
        <pc:spChg chg="add mod ord">
          <ac:chgData name="Mateus Lima" userId="b9714ce59e861ad1" providerId="LiveId" clId="{BFF867E1-1AEC-46DA-A37B-CB8BEB5E2DD9}" dt="2026-07-24T14:46:30.184" v="5" actId="700"/>
          <ac:spMkLst>
            <pc:docMk/>
            <pc:sldMk cId="3020662754" sldId="263"/>
            <ac:spMk id="6" creationId="{E3293D6E-20B2-55B8-6DAF-E0901CF75F79}"/>
          </ac:spMkLst>
        </pc:spChg>
      </pc:sldChg>
      <pc:sldChg chg="addSp modSp mod modClrScheme chgLayout">
        <pc:chgData name="Mateus Lima" userId="b9714ce59e861ad1" providerId="LiveId" clId="{BFF867E1-1AEC-46DA-A37B-CB8BEB5E2DD9}" dt="2026-07-24T14:46:33.528" v="6" actId="700"/>
        <pc:sldMkLst>
          <pc:docMk/>
          <pc:sldMk cId="3020662754" sldId="266"/>
        </pc:sldMkLst>
        <pc:spChg chg="mod ord">
          <ac:chgData name="Mateus Lima" userId="b9714ce59e861ad1" providerId="LiveId" clId="{BFF867E1-1AEC-46DA-A37B-CB8BEB5E2DD9}" dt="2026-07-24T14:46:33.528" v="6" actId="700"/>
          <ac:spMkLst>
            <pc:docMk/>
            <pc:sldMk cId="3020662754" sldId="266"/>
            <ac:spMk id="2" creationId="{A1A5893C-D317-3A06-A425-94E98E674259}"/>
          </ac:spMkLst>
        </pc:spChg>
        <pc:spChg chg="mod ord">
          <ac:chgData name="Mateus Lima" userId="b9714ce59e861ad1" providerId="LiveId" clId="{BFF867E1-1AEC-46DA-A37B-CB8BEB5E2DD9}" dt="2026-07-24T14:46:33.528" v="6" actId="700"/>
          <ac:spMkLst>
            <pc:docMk/>
            <pc:sldMk cId="3020662754" sldId="266"/>
            <ac:spMk id="3" creationId="{5BC23103-E2DC-603C-7B78-9D6DC625A77E}"/>
          </ac:spMkLst>
        </pc:spChg>
        <pc:spChg chg="mod ord">
          <ac:chgData name="Mateus Lima" userId="b9714ce59e861ad1" providerId="LiveId" clId="{BFF867E1-1AEC-46DA-A37B-CB8BEB5E2DD9}" dt="2026-07-24T14:46:33.528" v="6" actId="700"/>
          <ac:spMkLst>
            <pc:docMk/>
            <pc:sldMk cId="3020662754" sldId="266"/>
            <ac:spMk id="4" creationId="{A56F410C-D8CF-64F4-EE0B-24F882A35932}"/>
          </ac:spMkLst>
        </pc:spChg>
        <pc:spChg chg="mod ord">
          <ac:chgData name="Mateus Lima" userId="b9714ce59e861ad1" providerId="LiveId" clId="{BFF867E1-1AEC-46DA-A37B-CB8BEB5E2DD9}" dt="2026-07-24T14:46:33.528" v="6" actId="700"/>
          <ac:spMkLst>
            <pc:docMk/>
            <pc:sldMk cId="3020662754" sldId="266"/>
            <ac:spMk id="5" creationId="{2B60364D-0AE0-377C-AFDA-A4A31957516D}"/>
          </ac:spMkLst>
        </pc:spChg>
        <pc:spChg chg="add mod ord">
          <ac:chgData name="Mateus Lima" userId="b9714ce59e861ad1" providerId="LiveId" clId="{BFF867E1-1AEC-46DA-A37B-CB8BEB5E2DD9}" dt="2026-07-24T14:46:33.528" v="6" actId="700"/>
          <ac:spMkLst>
            <pc:docMk/>
            <pc:sldMk cId="3020662754" sldId="266"/>
            <ac:spMk id="6" creationId="{B808BB5B-7367-9700-7CB2-24B525028A6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ayout Personalizado">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Layout Personalizado">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51F376F3-DAE7-BDC7-3D98-FB5090682B61}"/>
              </a:ext>
            </a:extLst>
          </p:cNvPr>
          <p:cNvSpPr>
            <a:spLocks noGrp="1"/>
          </p:cNvSpPr>
          <p:nvPr/>
        </p:nvSpPr>
        <p:spPr>
          <a:xfrm>
            <a:off x="-26800" y="0"/>
            <a:ext cx="12218799" cy="6858000"/>
          </a:xfrm>
          <a:prstGeom prst="rect">
            <a:avLst/>
          </a:prstGeom>
          <a:solidFill>
            <a:srgbClr val="0F182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59" name="Imagem 6"/>
          <p:cNvPicPr>
            <a:picLocks noChangeAspect="1"/>
          </p:cNvPicPr>
          <p:nvPr/>
        </p:nvPicPr>
        <p:blipFill>
          <a:blip r:embed="rId2"/>
          <a:srcRect t="16959" b="16959"/>
          <a:stretch/>
        </p:blipFill>
        <p:spPr>
          <a:xfrm>
            <a:off x="-4763" y="-1"/>
            <a:ext cx="12184642" cy="4529139"/>
          </a:xfrm>
        </p:spPr>
      </p:pic>
      <p:sp>
        <p:nvSpPr>
          <p:cNvPr id="8" name="Forma Livre: Forma 7">
            <a:extLst>
              <a:ext uri="{FF2B5EF4-FFF2-40B4-BE49-F238E27FC236}">
                <a16:creationId xmlns:a16="http://schemas.microsoft.com/office/drawing/2014/main" id="{021B2966-5A6F-C66E-780A-A36C59DB34AE}"/>
              </a:ext>
            </a:extLst>
          </p:cNvPr>
          <p:cNvSpPr>
            <a:spLocks noGrp="1"/>
          </p:cNvSpPr>
          <p:nvPr/>
        </p:nvSpPr>
        <p:spPr>
          <a:xfrm>
            <a:off x="-26409" y="0"/>
            <a:ext cx="12206288" cy="4538664"/>
          </a:xfrm>
          <a:custGeom>
            <a:avLst/>
            <a:gdLst>
              <a:gd name="connsiteX0" fmla="*/ 0 w 12206288"/>
              <a:gd name="connsiteY0" fmla="*/ 4524375 h 4524375"/>
              <a:gd name="connsiteX1" fmla="*/ 7681913 w 12206288"/>
              <a:gd name="connsiteY1" fmla="*/ 4524375 h 4524375"/>
              <a:gd name="connsiteX2" fmla="*/ 12206288 w 12206288"/>
              <a:gd name="connsiteY2" fmla="*/ 0 h 4524375"/>
              <a:gd name="connsiteX3" fmla="*/ 23813 w 12206288"/>
              <a:gd name="connsiteY3" fmla="*/ 0 h 4524375"/>
              <a:gd name="connsiteX4" fmla="*/ 0 w 12206288"/>
              <a:gd name="connsiteY4" fmla="*/ 4524375 h 4524375"/>
            </a:gdLst>
            <a:ahLst/>
            <a:cxnLst/>
            <a:rect l="l" t="t" r="r" b="b"/>
            <a:pathLst>
              <a:path w="12206288" h="4524375">
                <a:moveTo>
                  <a:pt x="0" y="4524375"/>
                </a:moveTo>
                <a:lnTo>
                  <a:pt x="7681913" y="4524375"/>
                </a:lnTo>
                <a:lnTo>
                  <a:pt x="12206288" y="0"/>
                </a:lnTo>
                <a:lnTo>
                  <a:pt x="23813" y="0"/>
                </a:lnTo>
                <a:lnTo>
                  <a:pt x="0" y="4524375"/>
                </a:lnTo>
                <a:close/>
              </a:path>
            </a:pathLst>
          </a:custGeom>
          <a:gradFill>
            <a:gsLst>
              <a:gs pos="0">
                <a:srgbClr val="0F182A"/>
              </a:gs>
              <a:gs pos="100000">
                <a:srgbClr val="0F182A">
                  <a:alpha val="0"/>
                </a:srgb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Forma Livre: Forma 8">
            <a:extLst>
              <a:ext uri="{FF2B5EF4-FFF2-40B4-BE49-F238E27FC236}">
                <a16:creationId xmlns:a16="http://schemas.microsoft.com/office/drawing/2014/main" id="{6D4AF327-3D4D-6EEC-C914-CC6054E75258}"/>
              </a:ext>
            </a:extLst>
          </p:cNvPr>
          <p:cNvSpPr>
            <a:spLocks noGrp="1"/>
          </p:cNvSpPr>
          <p:nvPr/>
        </p:nvSpPr>
        <p:spPr>
          <a:xfrm>
            <a:off x="-38920" y="4533900"/>
            <a:ext cx="7685750" cy="2305050"/>
          </a:xfrm>
          <a:custGeom>
            <a:avLst/>
            <a:gdLst>
              <a:gd name="connsiteX0" fmla="*/ 4763 w 7672388"/>
              <a:gd name="connsiteY0" fmla="*/ 0 h 2305050"/>
              <a:gd name="connsiteX1" fmla="*/ 7672388 w 7672388"/>
              <a:gd name="connsiteY1" fmla="*/ 0 h 2305050"/>
              <a:gd name="connsiteX2" fmla="*/ 5367338 w 7672388"/>
              <a:gd name="connsiteY2" fmla="*/ 2305050 h 2305050"/>
              <a:gd name="connsiteX3" fmla="*/ 0 w 7672388"/>
              <a:gd name="connsiteY3" fmla="*/ 2305050 h 2305050"/>
              <a:gd name="connsiteX4" fmla="*/ 4763 w 7672388"/>
              <a:gd name="connsiteY4" fmla="*/ 0 h 2305050"/>
            </a:gdLst>
            <a:ahLst/>
            <a:cxnLst/>
            <a:rect l="l" t="t" r="r" b="b"/>
            <a:pathLst>
              <a:path w="7672388" h="2305050">
                <a:moveTo>
                  <a:pt x="4763" y="0"/>
                </a:moveTo>
                <a:lnTo>
                  <a:pt x="7672388" y="0"/>
                </a:lnTo>
                <a:lnTo>
                  <a:pt x="5367338" y="2305050"/>
                </a:lnTo>
                <a:lnTo>
                  <a:pt x="0" y="2305050"/>
                </a:lnTo>
                <a:cubicBezTo>
                  <a:pt x="1588" y="1536700"/>
                  <a:pt x="3175" y="768350"/>
                  <a:pt x="4763" y="0"/>
                </a:cubicBezTo>
                <a:close/>
              </a:path>
            </a:pathLst>
          </a:custGeom>
          <a:gradFill rotWithShape="1">
            <a:gsLst>
              <a:gs pos="0">
                <a:srgbClr val="0F182A">
                  <a:alpha val="0"/>
                </a:srgbClr>
              </a:gs>
              <a:gs pos="100000">
                <a:srgbClr val="CDD1DA">
                  <a:alpha val="19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cxnSp>
        <p:nvCxnSpPr>
          <p:cNvPr id="62" name="Conector reto 9"/>
          <p:cNvCxnSpPr>
            <a:stCxn id="9" idx="0"/>
          </p:cNvCxnSpPr>
          <p:nvPr/>
        </p:nvCxnSpPr>
        <p:spPr>
          <a:xfrm flipV="1">
            <a:off x="-34149" y="4523951"/>
            <a:ext cx="12226149" cy="9949"/>
          </a:xfrm>
          <a:prstGeom prst="line">
            <a:avLst/>
          </a:prstGeom>
          <a:ln>
            <a:solidFill>
              <a:srgbClr val="82ADA9"/>
            </a:solidFill>
          </a:ln>
        </p:spPr>
        <p:style>
          <a:lnRef idx="1">
            <a:schemeClr val="accent1"/>
          </a:lnRef>
          <a:fillRef idx="0">
            <a:schemeClr val="accent1"/>
          </a:fillRef>
          <a:effectRef idx="0">
            <a:schemeClr val="accent1"/>
          </a:effectRef>
          <a:fontRef idx="minor">
            <a:schemeClr val="tx1"/>
          </a:fontRef>
        </p:style>
      </p:cxnSp>
      <p:sp>
        <p:nvSpPr>
          <p:cNvPr id="11" name="Conector reto 10">
            <a:extLst>
              <a:ext uri="{FF2B5EF4-FFF2-40B4-BE49-F238E27FC236}">
                <a16:creationId xmlns:a16="http://schemas.microsoft.com/office/drawing/2014/main" id="{EFE2F586-1F1D-48F9-AC49-58401D2E083D}"/>
              </a:ext>
            </a:extLst>
          </p:cNvPr>
          <p:cNvSpPr>
            <a:spLocks noGrp="1"/>
          </p:cNvSpPr>
          <p:nvPr/>
        </p:nvSpPr>
        <p:spPr>
          <a:xfrm flipV="1">
            <a:off x="5322711" y="0"/>
            <a:ext cx="6858000" cy="6858000"/>
          </a:xfrm>
          <a:prstGeom prst="line">
            <a:avLst/>
          </a:prstGeom>
          <a:ln>
            <a:solidFill>
              <a:srgbClr val="B7DAE9"/>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sp>
        <p:nvSpPr>
          <p:cNvPr id="14" name="Conector reto 13">
            <a:extLst>
              <a:ext uri="{FF2B5EF4-FFF2-40B4-BE49-F238E27FC236}">
                <a16:creationId xmlns:a16="http://schemas.microsoft.com/office/drawing/2014/main" id="{2C78C010-4CC4-474C-8090-A6544C359915}"/>
              </a:ext>
            </a:extLst>
          </p:cNvPr>
          <p:cNvSpPr>
            <a:spLocks noGrp="1"/>
          </p:cNvSpPr>
          <p:nvPr/>
        </p:nvSpPr>
        <p:spPr>
          <a:xfrm flipV="1">
            <a:off x="8864600" y="1912263"/>
            <a:ext cx="2171700" cy="2171700"/>
          </a:xfrm>
          <a:prstGeom prst="line">
            <a:avLst/>
          </a:prstGeom>
          <a:ln>
            <a:solidFill>
              <a:srgbClr val="4BA3C7"/>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sp>
        <p:nvSpPr>
          <p:cNvPr id="15" name="Conector reto 14">
            <a:extLst>
              <a:ext uri="{FF2B5EF4-FFF2-40B4-BE49-F238E27FC236}">
                <a16:creationId xmlns:a16="http://schemas.microsoft.com/office/drawing/2014/main" id="{6AD80415-28BF-4D4E-A0C8-CD2A94260136}"/>
              </a:ext>
            </a:extLst>
          </p:cNvPr>
          <p:cNvSpPr>
            <a:spLocks noGrp="1"/>
          </p:cNvSpPr>
          <p:nvPr/>
        </p:nvSpPr>
        <p:spPr>
          <a:xfrm flipV="1">
            <a:off x="10815783" y="1629782"/>
            <a:ext cx="968085" cy="968085"/>
          </a:xfrm>
          <a:prstGeom prst="line">
            <a:avLst/>
          </a:prstGeom>
          <a:ln>
            <a:solidFill>
              <a:srgbClr val="82ADA9"/>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sp>
        <p:nvSpPr>
          <p:cNvPr id="16" name="Conector reto 15">
            <a:extLst>
              <a:ext uri="{FF2B5EF4-FFF2-40B4-BE49-F238E27FC236}">
                <a16:creationId xmlns:a16="http://schemas.microsoft.com/office/drawing/2014/main" id="{B0D7565A-30CF-4241-B217-FE35916E00DE}"/>
              </a:ext>
            </a:extLst>
          </p:cNvPr>
          <p:cNvSpPr>
            <a:spLocks noGrp="1"/>
          </p:cNvSpPr>
          <p:nvPr/>
        </p:nvSpPr>
        <p:spPr>
          <a:xfrm flipV="1">
            <a:off x="9184966" y="3917160"/>
            <a:ext cx="528280" cy="5282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sp>
        <p:nvSpPr>
          <p:cNvPr id="17" name="Conector reto 16">
            <a:extLst>
              <a:ext uri="{FF2B5EF4-FFF2-40B4-BE49-F238E27FC236}">
                <a16:creationId xmlns:a16="http://schemas.microsoft.com/office/drawing/2014/main" id="{8BD7991B-AB54-4690-8FE0-C741EDBD98DF}"/>
              </a:ext>
            </a:extLst>
          </p:cNvPr>
          <p:cNvSpPr>
            <a:spLocks noGrp="1"/>
          </p:cNvSpPr>
          <p:nvPr/>
        </p:nvSpPr>
        <p:spPr>
          <a:xfrm flipV="1">
            <a:off x="5705191" y="2032374"/>
            <a:ext cx="1292225" cy="129222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sp>
        <p:nvSpPr>
          <p:cNvPr id="18" name="Conector reto 17">
            <a:extLst>
              <a:ext uri="{FF2B5EF4-FFF2-40B4-BE49-F238E27FC236}">
                <a16:creationId xmlns:a16="http://schemas.microsoft.com/office/drawing/2014/main" id="{7B8ED391-E894-4934-BD4F-D03EAC0C1D3F}"/>
              </a:ext>
            </a:extLst>
          </p:cNvPr>
          <p:cNvSpPr>
            <a:spLocks noGrp="1"/>
          </p:cNvSpPr>
          <p:nvPr/>
        </p:nvSpPr>
        <p:spPr>
          <a:xfrm flipV="1">
            <a:off x="505908" y="204394"/>
            <a:ext cx="1909431" cy="1909431"/>
          </a:xfrm>
          <a:prstGeom prst="line">
            <a:avLst/>
          </a:prstGeom>
          <a:ln>
            <a:solidFill>
              <a:srgbClr val="93C8DD"/>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sp>
        <p:nvSpPr>
          <p:cNvPr id="19" name="Conector reto 18">
            <a:extLst>
              <a:ext uri="{FF2B5EF4-FFF2-40B4-BE49-F238E27FC236}">
                <a16:creationId xmlns:a16="http://schemas.microsoft.com/office/drawing/2014/main" id="{FFCB1570-AD0B-4CBC-B3E6-10478FE0BF65}"/>
              </a:ext>
            </a:extLst>
          </p:cNvPr>
          <p:cNvSpPr>
            <a:spLocks noGrp="1"/>
          </p:cNvSpPr>
          <p:nvPr/>
        </p:nvSpPr>
        <p:spPr>
          <a:xfrm flipV="1">
            <a:off x="7004052" y="411718"/>
            <a:ext cx="3745201" cy="3745201"/>
          </a:xfrm>
          <a:prstGeom prst="line">
            <a:avLst/>
          </a:prstGeom>
          <a:ln>
            <a:solidFill>
              <a:srgbClr val="93C8DD"/>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sp>
        <p:nvSpPr>
          <p:cNvPr id="39" name="Conector reto 38">
            <a:extLst>
              <a:ext uri="{FF2B5EF4-FFF2-40B4-BE49-F238E27FC236}">
                <a16:creationId xmlns:a16="http://schemas.microsoft.com/office/drawing/2014/main" id="{728D1A60-49DE-4309-B063-37BFA0B0751C}"/>
              </a:ext>
            </a:extLst>
          </p:cNvPr>
          <p:cNvSpPr>
            <a:spLocks noGrp="1"/>
          </p:cNvSpPr>
          <p:nvPr/>
        </p:nvSpPr>
        <p:spPr>
          <a:xfrm flipV="1">
            <a:off x="6709481" y="552336"/>
            <a:ext cx="1310569" cy="1310569"/>
          </a:xfrm>
          <a:prstGeom prst="line">
            <a:avLst/>
          </a:prstGeom>
          <a:ln>
            <a:solidFill>
              <a:srgbClr val="82ADA9"/>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sp>
        <p:nvSpPr>
          <p:cNvPr id="40" name="Conector reto 39">
            <a:extLst>
              <a:ext uri="{FF2B5EF4-FFF2-40B4-BE49-F238E27FC236}">
                <a16:creationId xmlns:a16="http://schemas.microsoft.com/office/drawing/2014/main" id="{989B035D-5153-4780-A35F-C6501EB1B860}"/>
              </a:ext>
            </a:extLst>
          </p:cNvPr>
          <p:cNvSpPr>
            <a:spLocks noGrp="1"/>
          </p:cNvSpPr>
          <p:nvPr/>
        </p:nvSpPr>
        <p:spPr>
          <a:xfrm flipV="1">
            <a:off x="5706023" y="3014212"/>
            <a:ext cx="1310569" cy="1310569"/>
          </a:xfrm>
          <a:prstGeom prst="line">
            <a:avLst/>
          </a:prstGeom>
          <a:ln>
            <a:solidFill>
              <a:srgbClr val="4BA3C7"/>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sp>
        <p:nvSpPr>
          <p:cNvPr id="41" name="Conector reto 40">
            <a:extLst>
              <a:ext uri="{FF2B5EF4-FFF2-40B4-BE49-F238E27FC236}">
                <a16:creationId xmlns:a16="http://schemas.microsoft.com/office/drawing/2014/main" id="{3CD7D646-9647-4A88-AEF0-E7999E1538B7}"/>
              </a:ext>
            </a:extLst>
          </p:cNvPr>
          <p:cNvSpPr>
            <a:spLocks noGrp="1"/>
          </p:cNvSpPr>
          <p:nvPr/>
        </p:nvSpPr>
        <p:spPr>
          <a:xfrm flipV="1">
            <a:off x="112146" y="5931877"/>
            <a:ext cx="787525" cy="78752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sp>
        <p:nvSpPr>
          <p:cNvPr id="42" name="Conector reto 41">
            <a:extLst>
              <a:ext uri="{FF2B5EF4-FFF2-40B4-BE49-F238E27FC236}">
                <a16:creationId xmlns:a16="http://schemas.microsoft.com/office/drawing/2014/main" id="{949C39E8-6DF6-4393-A06E-324456690A95}"/>
              </a:ext>
            </a:extLst>
          </p:cNvPr>
          <p:cNvSpPr>
            <a:spLocks noGrp="1"/>
          </p:cNvSpPr>
          <p:nvPr/>
        </p:nvSpPr>
        <p:spPr>
          <a:xfrm flipV="1">
            <a:off x="1979902" y="5260702"/>
            <a:ext cx="1372744" cy="1372744"/>
          </a:xfrm>
          <a:prstGeom prst="line">
            <a:avLst/>
          </a:prstGeom>
          <a:ln>
            <a:solidFill>
              <a:srgbClr val="4BA3C7"/>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sp>
        <p:nvSpPr>
          <p:cNvPr id="43" name="Conector reto 42">
            <a:extLst>
              <a:ext uri="{FF2B5EF4-FFF2-40B4-BE49-F238E27FC236}">
                <a16:creationId xmlns:a16="http://schemas.microsoft.com/office/drawing/2014/main" id="{EEDDD3D3-7F90-46DD-B2F0-99E09E48F131}"/>
              </a:ext>
            </a:extLst>
          </p:cNvPr>
          <p:cNvSpPr>
            <a:spLocks noGrp="1"/>
          </p:cNvSpPr>
          <p:nvPr/>
        </p:nvSpPr>
        <p:spPr>
          <a:xfrm flipV="1">
            <a:off x="6813074" y="4659373"/>
            <a:ext cx="1238250" cy="1238250"/>
          </a:xfrm>
          <a:prstGeom prst="line">
            <a:avLst/>
          </a:prstGeom>
          <a:ln>
            <a:solidFill>
              <a:srgbClr val="4BA3C7"/>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sp>
        <p:nvSpPr>
          <p:cNvPr id="44" name="Conector reto 43">
            <a:extLst>
              <a:ext uri="{FF2B5EF4-FFF2-40B4-BE49-F238E27FC236}">
                <a16:creationId xmlns:a16="http://schemas.microsoft.com/office/drawing/2014/main" id="{225E2207-FBA7-4FCF-8991-CAEB885CE719}"/>
              </a:ext>
            </a:extLst>
          </p:cNvPr>
          <p:cNvSpPr>
            <a:spLocks noGrp="1"/>
          </p:cNvSpPr>
          <p:nvPr/>
        </p:nvSpPr>
        <p:spPr>
          <a:xfrm flipV="1">
            <a:off x="10102850" y="2880348"/>
            <a:ext cx="1460500" cy="14605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sp>
        <p:nvSpPr>
          <p:cNvPr id="47" name="Espaço Reservado para Texto 45">
            <a:extLst>
              <a:ext uri="{FF2B5EF4-FFF2-40B4-BE49-F238E27FC236}">
                <a16:creationId xmlns:a16="http://schemas.microsoft.com/office/drawing/2014/main" id="{934EE2A0-1921-1416-F4D1-960F26A8A22D}"/>
              </a:ext>
            </a:extLst>
          </p:cNvPr>
          <p:cNvSpPr>
            <a:spLocks noGrp="1"/>
          </p:cNvSpPr>
          <p:nvPr>
            <p:ph type="body" idx="10" hasCustomPrompt="1"/>
          </p:nvPr>
        </p:nvSpPr>
        <p:spPr>
          <a:xfrm>
            <a:off x="355600" y="3689345"/>
            <a:ext cx="5740400" cy="854080"/>
          </a:xfrm>
        </p:spPr>
        <p:txBody>
          <a:bodyPr lIns="0" tIns="0" rIns="0" bIns="0" anchor="b">
            <a:spAutoFit/>
          </a:bodyPr>
          <a:lstStyle>
            <a:lvl1pPr marL="0" indent="0" algn="l" defTabSz="914400">
              <a:buNone/>
              <a:defRPr sz="6000" kern="1200" cap="all" baseline="0">
                <a:solidFill>
                  <a:schemeClr val="bg1"/>
                </a:solidFill>
                <a:latin typeface="Titillium Web ExtraLight"/>
                <a:ea typeface="Titillium Web ExtraLight"/>
                <a:cs typeface="Titillium Web ExtraLight"/>
              </a:defRPr>
            </a:lvl1pPr>
            <a:lvl2pPr marL="0" indent="0" algn="l" defTabSz="914400">
              <a:buNone/>
              <a:defRPr sz="6000" kern="1200">
                <a:solidFill>
                  <a:schemeClr val="bg1"/>
                </a:solidFill>
                <a:latin typeface="Titillium Web ExtraLight"/>
                <a:ea typeface="Titillium Web ExtraLight"/>
                <a:cs typeface="Titillium Web ExtraLight"/>
              </a:defRPr>
            </a:lvl2pPr>
            <a:lvl3pPr marL="0" indent="0" algn="l" defTabSz="914400">
              <a:buNone/>
              <a:defRPr sz="6000" kern="1200">
                <a:solidFill>
                  <a:schemeClr val="bg1"/>
                </a:solidFill>
                <a:latin typeface="Titillium Web ExtraLight"/>
                <a:ea typeface="Titillium Web ExtraLight"/>
                <a:cs typeface="Titillium Web ExtraLight"/>
              </a:defRPr>
            </a:lvl3pPr>
            <a:lvl4pPr marL="0" indent="0" algn="l" defTabSz="914400">
              <a:buNone/>
              <a:defRPr sz="6000" kern="1200">
                <a:solidFill>
                  <a:schemeClr val="bg1"/>
                </a:solidFill>
                <a:latin typeface="Titillium Web ExtraLight"/>
                <a:ea typeface="Titillium Web ExtraLight"/>
                <a:cs typeface="Titillium Web ExtraLight"/>
              </a:defRPr>
            </a:lvl4pPr>
            <a:lvl5pPr marL="0" indent="0" algn="l" defTabSz="914400">
              <a:buNone/>
              <a:defRPr sz="6000" kern="1200">
                <a:solidFill>
                  <a:schemeClr val="bg1"/>
                </a:solidFill>
                <a:latin typeface="Titillium Web ExtraLight"/>
                <a:ea typeface="Titillium Web ExtraLight"/>
                <a:cs typeface="Titillium Web ExtraLight"/>
              </a:defRPr>
            </a:lvl5pPr>
          </a:lstStyle>
          <a:p>
            <a:pPr>
              <a:buNone/>
            </a:pPr>
            <a:r>
              <a:t>TÍTULO</a:t>
            </a:r>
          </a:p>
        </p:txBody>
      </p:sp>
      <p:sp>
        <p:nvSpPr>
          <p:cNvPr id="48" name="Espaço Reservado para Texto 45">
            <a:extLst>
              <a:ext uri="{FF2B5EF4-FFF2-40B4-BE49-F238E27FC236}">
                <a16:creationId xmlns:a16="http://schemas.microsoft.com/office/drawing/2014/main" id="{024F41C7-4542-D3A0-22E3-50D07626763C}"/>
              </a:ext>
            </a:extLst>
          </p:cNvPr>
          <p:cNvSpPr>
            <a:spLocks noGrp="1"/>
          </p:cNvSpPr>
          <p:nvPr>
            <p:ph type="body" idx="11" hasCustomPrompt="1"/>
          </p:nvPr>
        </p:nvSpPr>
        <p:spPr>
          <a:xfrm>
            <a:off x="355600" y="4584701"/>
            <a:ext cx="5740400" cy="362003"/>
          </a:xfrm>
        </p:spPr>
        <p:txBody>
          <a:bodyPr lIns="0" tIns="0" rIns="0" bIns="0" anchor="t">
            <a:normAutofit/>
          </a:bodyPr>
          <a:lstStyle>
            <a:lvl1pPr marL="0" indent="0" algn="l" defTabSz="914400">
              <a:buNone/>
              <a:defRPr sz="2800" kern="1200">
                <a:solidFill>
                  <a:srgbClr val="4BA3C7"/>
                </a:solidFill>
                <a:latin typeface="+mn-lt"/>
                <a:ea typeface="+mn-lt"/>
                <a:cs typeface="+mn-lt"/>
              </a:defRPr>
            </a:lvl1pPr>
            <a:lvl2pPr marL="0" indent="0" algn="l" defTabSz="914400">
              <a:buNone/>
              <a:defRPr sz="6000" kern="1200">
                <a:solidFill>
                  <a:schemeClr val="bg1"/>
                </a:solidFill>
                <a:latin typeface="Titillium Web ExtraLight"/>
                <a:ea typeface="Titillium Web ExtraLight"/>
                <a:cs typeface="Titillium Web ExtraLight"/>
              </a:defRPr>
            </a:lvl2pPr>
            <a:lvl3pPr marL="0" indent="0" algn="l" defTabSz="914400">
              <a:buNone/>
              <a:defRPr sz="6000" kern="1200">
                <a:solidFill>
                  <a:schemeClr val="bg1"/>
                </a:solidFill>
                <a:latin typeface="Titillium Web ExtraLight"/>
                <a:ea typeface="Titillium Web ExtraLight"/>
                <a:cs typeface="Titillium Web ExtraLight"/>
              </a:defRPr>
            </a:lvl3pPr>
            <a:lvl4pPr marL="0" indent="0" algn="l" defTabSz="914400">
              <a:buNone/>
              <a:defRPr sz="6000" kern="1200">
                <a:solidFill>
                  <a:schemeClr val="bg1"/>
                </a:solidFill>
                <a:latin typeface="Titillium Web ExtraLight"/>
                <a:ea typeface="Titillium Web ExtraLight"/>
                <a:cs typeface="Titillium Web ExtraLight"/>
              </a:defRPr>
            </a:lvl4pPr>
            <a:lvl5pPr marL="0" indent="0" algn="l" defTabSz="914400">
              <a:buNone/>
              <a:defRPr sz="6000" kern="1200">
                <a:solidFill>
                  <a:schemeClr val="bg1"/>
                </a:solidFill>
                <a:latin typeface="Titillium Web ExtraLight"/>
                <a:ea typeface="Titillium Web ExtraLight"/>
                <a:cs typeface="Titillium Web ExtraLight"/>
              </a:defRPr>
            </a:lvl5pPr>
          </a:lstStyle>
          <a:p>
            <a:pPr>
              <a:buNone/>
            </a:pPr>
            <a:r>
              <a:t>Subtitulo</a:t>
            </a:r>
          </a:p>
        </p:txBody>
      </p:sp>
      <p:pic>
        <p:nvPicPr>
          <p:cNvPr id="78" name="Imagem 2"/>
          <p:cNvPicPr>
            <a:picLocks noChangeAspect="1"/>
          </p:cNvPicPr>
          <p:nvPr/>
        </p:nvPicPr>
        <p:blipFill>
          <a:blip r:embed="rId3"/>
          <a:stretch>
            <a:fillRect/>
          </a:stretch>
        </p:blipFill>
        <p:spPr>
          <a:xfrm>
            <a:off x="9283632" y="5210593"/>
            <a:ext cx="2595600" cy="11839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3_INSTITUCIONAL">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idx="4"/>
          </p:nvPr>
        </p:nvSpPr>
        <p:spPr>
          <a:xfrm>
            <a:off x="11550857" y="6584949"/>
            <a:ext cx="264906" cy="174624"/>
          </a:xfrm>
          <a:prstGeom prst="rect">
            <a:avLst/>
          </a:prstGeom>
        </p:spPr>
        <p:txBody>
          <a:bodyPr lIns="0" tIns="0" rIns="0" bIns="0"/>
          <a:lstStyle>
            <a:lvl1pPr algn="r">
              <a:buNone/>
              <a:defRPr sz="900" kern="1200">
                <a:solidFill>
                  <a:srgbClr val="A6A5A5"/>
                </a:solidFill>
                <a:latin typeface="Titillium Web Light"/>
                <a:ea typeface="Titillium Web Light"/>
                <a:cs typeface="Titillium Web Light"/>
              </a:defRPr>
            </a:lvl1pPr>
          </a:lstStyle>
          <a:p>
            <a:fld id="{E8537E7D-B481-4A27-91D3-485D98CF8A66}" type="slidenum">
              <a:t>‹#›</a:t>
            </a:fld>
            <a:endParaRPr/>
          </a:p>
        </p:txBody>
      </p:sp>
      <p:sp>
        <p:nvSpPr>
          <p:cNvPr id="5" name="Conector reto 4">
            <a:extLst>
              <a:ext uri="{FF2B5EF4-FFF2-40B4-BE49-F238E27FC236}">
                <a16:creationId xmlns:a16="http://schemas.microsoft.com/office/drawing/2014/main" id="{E77D46DD-4779-4A93-8B48-927B9FAFD54A}"/>
              </a:ext>
            </a:extLst>
          </p:cNvPr>
          <p:cNvSpPr>
            <a:spLocks noGrp="1"/>
          </p:cNvSpPr>
          <p:nvPr/>
        </p:nv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7" name="Conector reto 6">
            <a:extLst>
              <a:ext uri="{FF2B5EF4-FFF2-40B4-BE49-F238E27FC236}">
                <a16:creationId xmlns:a16="http://schemas.microsoft.com/office/drawing/2014/main" id="{6ABE0423-07A4-4165-AB5C-C4BB0CA7FD0F}"/>
              </a:ext>
            </a:extLst>
          </p:cNvPr>
          <p:cNvSpPr>
            <a:spLocks noGrp="1"/>
          </p:cNvSpPr>
          <p:nvPr/>
        </p:nv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idx="10" hasCustomPrompt="1"/>
          </p:nvPr>
        </p:nvSpPr>
        <p:spPr>
          <a:xfrm>
            <a:off x="371475" y="311805"/>
            <a:ext cx="10289426" cy="309563"/>
          </a:xfrm>
          <a:prstGeom prst="rect">
            <a:avLst/>
          </a:prstGeom>
        </p:spPr>
        <p:txBody>
          <a:bodyPr lIns="0" tIns="0" rIns="0" bIns="0" anchor="b">
            <a:noAutofit/>
          </a:bodyPr>
          <a:lstStyle>
            <a:lvl1pPr marL="0" indent="0" algn="l" defTabSz="914400">
              <a:lnSpc>
                <a:spcPct val="90000"/>
              </a:lnSpc>
              <a:spcBef>
                <a:spcPts val="1000"/>
              </a:spcBef>
              <a:buFont typeface="Arial"/>
              <a:buNone/>
              <a:defRPr sz="2000" b="1" kern="1200" cap="all" baseline="0">
                <a:solidFill>
                  <a:srgbClr val="061844"/>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a:buNone/>
            </a:pPr>
            <a: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idx="16" hasCustomPrompt="1"/>
          </p:nvPr>
        </p:nvSpPr>
        <p:spPr>
          <a:xfrm>
            <a:off x="371475" y="596574"/>
            <a:ext cx="10289426" cy="266878"/>
          </a:xfrm>
          <a:prstGeom prst="rect">
            <a:avLst/>
          </a:prstGeom>
        </p:spPr>
        <p:txBody>
          <a:bodyPr lIns="0" tIns="0" rIns="0" bIns="0" anchor="ctr">
            <a:noAutofit/>
          </a:bodyPr>
          <a:lstStyle>
            <a:lvl1pPr marL="0" indent="0" algn="l" defTabSz="914400">
              <a:lnSpc>
                <a:spcPct val="90000"/>
              </a:lnSpc>
              <a:spcBef>
                <a:spcPts val="1000"/>
              </a:spcBef>
              <a:buFont typeface="Arial"/>
              <a:buNone/>
              <a:defRPr sz="1600" kern="1200" cap="none" baseline="0">
                <a:solidFill>
                  <a:srgbClr val="3F4655"/>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marL="0" indent="0" algn="l" defTabSz="914400">
              <a:lnSpc>
                <a:spcPct val="90000"/>
              </a:lnSpc>
              <a:spcBef>
                <a:spcPts val="1000"/>
              </a:spcBef>
              <a:buFont typeface="Arial"/>
              <a:buNone/>
            </a:pPr>
            <a: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idx="17" hasCustomPrompt="1"/>
          </p:nvPr>
        </p:nvSpPr>
        <p:spPr>
          <a:xfrm>
            <a:off x="730070" y="6303815"/>
            <a:ext cx="4999248" cy="151187"/>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Inserir fonte aqui</a:t>
            </a:r>
          </a:p>
        </p:txBody>
      </p:sp>
      <p:sp>
        <p:nvSpPr>
          <p:cNvPr id="38" name="CaixaDeTexto 37">
            <a:extLst>
              <a:ext uri="{FF2B5EF4-FFF2-40B4-BE49-F238E27FC236}">
                <a16:creationId xmlns:a16="http://schemas.microsoft.com/office/drawing/2014/main" id="{274463A4-53B8-8400-ED23-F1EF94181ADA}"/>
              </a:ext>
            </a:extLst>
          </p:cNvPr>
          <p:cNvSpPr>
            <a:spLocks noGrp="1"/>
          </p:cNvSpPr>
          <p:nvPr/>
        </p:nvSpPr>
        <p:spPr>
          <a:xfrm>
            <a:off x="371744" y="6306179"/>
            <a:ext cx="447765" cy="200055"/>
          </a:xfrm>
          <a:prstGeom prst="rect">
            <a:avLst/>
          </a:prstGeom>
          <a:noFill/>
        </p:spPr>
        <p:txBody>
          <a:bodyPr wrap="square">
            <a:spAutoFit/>
          </a:bodyPr>
          <a:lstStyle/>
          <a:p>
            <a:r>
              <a:rPr sz="700">
                <a:solidFill>
                  <a:srgbClr val="ABAAAA"/>
                </a:solidFill>
              </a:rPr>
              <a:t>Fonte:</a:t>
            </a:r>
          </a:p>
        </p:txBody>
      </p:sp>
      <p:sp>
        <p:nvSpPr>
          <p:cNvPr id="39" name="Espaço Reservado para Texto 33">
            <a:extLst>
              <a:ext uri="{FF2B5EF4-FFF2-40B4-BE49-F238E27FC236}">
                <a16:creationId xmlns:a16="http://schemas.microsoft.com/office/drawing/2014/main" id="{6AA6A693-4A19-4AE6-B968-482287CC0735}"/>
              </a:ext>
            </a:extLst>
          </p:cNvPr>
          <p:cNvSpPr>
            <a:spLocks noGrp="1"/>
          </p:cNvSpPr>
          <p:nvPr>
            <p:ph type="body" idx="22" hasCustomPrompt="1"/>
          </p:nvPr>
        </p:nvSpPr>
        <p:spPr>
          <a:xfrm>
            <a:off x="6462684" y="6303815"/>
            <a:ext cx="4999248" cy="151187"/>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Inserir fonte aqui</a:t>
            </a:r>
          </a:p>
        </p:txBody>
      </p:sp>
      <p:sp>
        <p:nvSpPr>
          <p:cNvPr id="40" name="CaixaDeTexto 39">
            <a:extLst>
              <a:ext uri="{FF2B5EF4-FFF2-40B4-BE49-F238E27FC236}">
                <a16:creationId xmlns:a16="http://schemas.microsoft.com/office/drawing/2014/main" id="{2C95A9B3-F024-5FC7-1D06-345E482C1208}"/>
              </a:ext>
            </a:extLst>
          </p:cNvPr>
          <p:cNvSpPr>
            <a:spLocks noGrp="1"/>
          </p:cNvSpPr>
          <p:nvPr/>
        </p:nvSpPr>
        <p:spPr>
          <a:xfrm>
            <a:off x="6104358" y="6306179"/>
            <a:ext cx="447765" cy="200055"/>
          </a:xfrm>
          <a:prstGeom prst="rect">
            <a:avLst/>
          </a:prstGeom>
          <a:noFill/>
        </p:spPr>
        <p:txBody>
          <a:bodyPr wrap="square">
            <a:spAutoFit/>
          </a:bodyPr>
          <a:lstStyle/>
          <a:p>
            <a:r>
              <a:rPr sz="700">
                <a:solidFill>
                  <a:srgbClr val="ABAAAA"/>
                </a:solidFill>
              </a:rPr>
              <a:t>Fonte:</a:t>
            </a:r>
          </a:p>
        </p:txBody>
      </p:sp>
      <p:pic>
        <p:nvPicPr>
          <p:cNvPr id="51" name="Imagem 5"/>
          <p:cNvPicPr>
            <a:picLocks noChangeAspect="1"/>
          </p:cNvPicPr>
          <p:nvPr/>
        </p:nvPicPr>
        <p:blipFill>
          <a:blip r:embed="rId2"/>
          <a:stretch>
            <a:fillRect/>
          </a:stretch>
        </p:blipFill>
        <p:spPr>
          <a:xfrm>
            <a:off x="10804163" y="361538"/>
            <a:ext cx="1011600" cy="461409"/>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INSTITUCIONAL">
    <p:spTree>
      <p:nvGrpSpPr>
        <p:cNvPr id="1" name=""/>
        <p:cNvGrpSpPr/>
        <p:nvPr/>
      </p:nvGrpSpPr>
      <p:grpSpPr>
        <a:xfrm>
          <a:off x="0" y="0"/>
          <a:ext cx="0" cy="0"/>
          <a:chOff x="0" y="0"/>
          <a:chExt cx="0" cy="0"/>
        </a:xfrm>
      </p:grpSpPr>
      <p:sp>
        <p:nvSpPr>
          <p:cNvPr id="37" name="Retângulo 36">
            <a:extLst>
              <a:ext uri="{FF2B5EF4-FFF2-40B4-BE49-F238E27FC236}">
                <a16:creationId xmlns:a16="http://schemas.microsoft.com/office/drawing/2014/main" id="{C4235444-7A37-E858-49DC-44E30150A28B}"/>
              </a:ext>
            </a:extLst>
          </p:cNvPr>
          <p:cNvSpPr>
            <a:spLocks noGrp="1"/>
          </p:cNvSpPr>
          <p:nvPr/>
        </p:nvSpPr>
        <p:spPr>
          <a:xfrm>
            <a:off x="6272212" y="1110841"/>
            <a:ext cx="5535613" cy="8108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68580" tIns="34290" rIns="68580" bIns="34290" anchor="ctr">
            <a:noAutofit/>
          </a:bodyPr>
          <a:lstStyle/>
          <a:p>
            <a:pPr marL="0" marR="0" indent="0" algn="ctr" defTabSz="685800">
              <a:lnSpc>
                <a:spcPct val="100000"/>
              </a:lnSpc>
              <a:spcBef>
                <a:spcPts val="0"/>
              </a:spcBef>
              <a:spcAft>
                <a:spcPts val="0"/>
              </a:spcAft>
              <a:buClrTx/>
              <a:buSzTx/>
              <a:buFont typeface="Arial"/>
              <a:buNone/>
            </a:pPr>
            <a:endParaRPr/>
          </a:p>
        </p:txBody>
      </p:sp>
      <p:sp>
        <p:nvSpPr>
          <p:cNvPr id="32" name="Retângulo 31">
            <a:extLst>
              <a:ext uri="{FF2B5EF4-FFF2-40B4-BE49-F238E27FC236}">
                <a16:creationId xmlns:a16="http://schemas.microsoft.com/office/drawing/2014/main" id="{943FAEEB-F594-0599-320C-2574E3AF9384}"/>
              </a:ext>
            </a:extLst>
          </p:cNvPr>
          <p:cNvSpPr>
            <a:spLocks noGrp="1"/>
          </p:cNvSpPr>
          <p:nvPr/>
        </p:nvSpPr>
        <p:spPr>
          <a:xfrm>
            <a:off x="363119" y="1110841"/>
            <a:ext cx="5535613" cy="8108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68580" tIns="34290" rIns="68580" bIns="34290" anchor="ctr">
            <a:noAutofit/>
          </a:bodyPr>
          <a:lstStyle/>
          <a:p>
            <a:pPr marL="0" marR="0" indent="0" algn="ctr" defTabSz="685800">
              <a:lnSpc>
                <a:spcPct val="100000"/>
              </a:lnSpc>
              <a:spcBef>
                <a:spcPts val="0"/>
              </a:spcBef>
              <a:spcAft>
                <a:spcPts val="0"/>
              </a:spcAft>
              <a:buClrTx/>
              <a:buSzTx/>
              <a:buFont typeface="Arial"/>
              <a:buNone/>
            </a:pPr>
            <a:endParaRPr/>
          </a:p>
        </p:txBody>
      </p:sp>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idx="4"/>
          </p:nvPr>
        </p:nvSpPr>
        <p:spPr>
          <a:xfrm>
            <a:off x="11550857" y="6584949"/>
            <a:ext cx="264906" cy="174624"/>
          </a:xfrm>
          <a:prstGeom prst="rect">
            <a:avLst/>
          </a:prstGeom>
        </p:spPr>
        <p:txBody>
          <a:bodyPr lIns="0" tIns="0" rIns="0" bIns="0"/>
          <a:lstStyle>
            <a:lvl1pPr algn="r">
              <a:buNone/>
              <a:defRPr sz="900" kern="1200">
                <a:solidFill>
                  <a:srgbClr val="A6A5A5"/>
                </a:solidFill>
                <a:latin typeface="Titillium Web Light"/>
                <a:ea typeface="Titillium Web Light"/>
                <a:cs typeface="Titillium Web Light"/>
              </a:defRPr>
            </a:lvl1pPr>
          </a:lstStyle>
          <a:p>
            <a:fld id="{E8537E7D-B481-4A27-91D3-485D98CF8A66}" type="slidenum">
              <a:t>‹#›</a:t>
            </a:fld>
            <a:endParaRPr/>
          </a:p>
        </p:txBody>
      </p:sp>
      <p:sp>
        <p:nvSpPr>
          <p:cNvPr id="5" name="Conector reto 4">
            <a:extLst>
              <a:ext uri="{FF2B5EF4-FFF2-40B4-BE49-F238E27FC236}">
                <a16:creationId xmlns:a16="http://schemas.microsoft.com/office/drawing/2014/main" id="{BDC634E3-EC89-412C-AE16-D36C76B77EE9}"/>
              </a:ext>
            </a:extLst>
          </p:cNvPr>
          <p:cNvSpPr>
            <a:spLocks noGrp="1"/>
          </p:cNvSpPr>
          <p:nvPr/>
        </p:nv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7" name="Conector reto 6">
            <a:extLst>
              <a:ext uri="{FF2B5EF4-FFF2-40B4-BE49-F238E27FC236}">
                <a16:creationId xmlns:a16="http://schemas.microsoft.com/office/drawing/2014/main" id="{3E62C818-D97B-4560-8E74-361B403EF6EB}"/>
              </a:ext>
            </a:extLst>
          </p:cNvPr>
          <p:cNvSpPr>
            <a:spLocks noGrp="1"/>
          </p:cNvSpPr>
          <p:nvPr/>
        </p:nv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idx="10" hasCustomPrompt="1"/>
          </p:nvPr>
        </p:nvSpPr>
        <p:spPr>
          <a:xfrm>
            <a:off x="371475" y="311805"/>
            <a:ext cx="10289426" cy="309563"/>
          </a:xfrm>
          <a:prstGeom prst="rect">
            <a:avLst/>
          </a:prstGeom>
        </p:spPr>
        <p:txBody>
          <a:bodyPr lIns="0" tIns="0" rIns="0" bIns="0" anchor="b">
            <a:noAutofit/>
          </a:bodyPr>
          <a:lstStyle>
            <a:lvl1pPr marL="0" indent="0" algn="l" defTabSz="914400">
              <a:lnSpc>
                <a:spcPct val="90000"/>
              </a:lnSpc>
              <a:spcBef>
                <a:spcPts val="1000"/>
              </a:spcBef>
              <a:buFont typeface="Arial"/>
              <a:buNone/>
              <a:defRPr sz="2000" b="1" kern="1200" cap="all" baseline="0">
                <a:solidFill>
                  <a:srgbClr val="061844"/>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a:buNone/>
            </a:pPr>
            <a: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idx="16" hasCustomPrompt="1"/>
          </p:nvPr>
        </p:nvSpPr>
        <p:spPr>
          <a:xfrm>
            <a:off x="371475" y="596574"/>
            <a:ext cx="10289426" cy="266878"/>
          </a:xfrm>
          <a:prstGeom prst="rect">
            <a:avLst/>
          </a:prstGeom>
        </p:spPr>
        <p:txBody>
          <a:bodyPr lIns="0" tIns="0" rIns="0" bIns="0" anchor="ctr">
            <a:noAutofit/>
          </a:bodyPr>
          <a:lstStyle>
            <a:lvl1pPr marL="0" indent="0" algn="l" defTabSz="914400">
              <a:lnSpc>
                <a:spcPct val="90000"/>
              </a:lnSpc>
              <a:spcBef>
                <a:spcPts val="1000"/>
              </a:spcBef>
              <a:buFont typeface="Arial"/>
              <a:buNone/>
              <a:defRPr sz="1600" kern="1200" cap="none" baseline="0">
                <a:solidFill>
                  <a:srgbClr val="3F4655"/>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marL="0" indent="0" algn="l" defTabSz="914400">
              <a:lnSpc>
                <a:spcPct val="90000"/>
              </a:lnSpc>
              <a:spcBef>
                <a:spcPts val="1000"/>
              </a:spcBef>
              <a:buFont typeface="Arial"/>
              <a:buNone/>
            </a:pPr>
            <a: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idx="17" hasCustomPrompt="1"/>
          </p:nvPr>
        </p:nvSpPr>
        <p:spPr>
          <a:xfrm>
            <a:off x="730070" y="6303815"/>
            <a:ext cx="4999248" cy="151187"/>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Inserir fonte aqui</a:t>
            </a:r>
          </a:p>
        </p:txBody>
      </p:sp>
      <p:sp>
        <p:nvSpPr>
          <p:cNvPr id="6" name="Espaço Reservado para Texto 5">
            <a:extLst>
              <a:ext uri="{FF2B5EF4-FFF2-40B4-BE49-F238E27FC236}">
                <a16:creationId xmlns:a16="http://schemas.microsoft.com/office/drawing/2014/main" id="{E9D289EB-E59B-8BE2-DC97-F9A17691749A}"/>
              </a:ext>
            </a:extLst>
          </p:cNvPr>
          <p:cNvSpPr>
            <a:spLocks noGrp="1"/>
          </p:cNvSpPr>
          <p:nvPr>
            <p:ph type="body" idx="18" hasCustomPrompt="1"/>
          </p:nvPr>
        </p:nvSpPr>
        <p:spPr>
          <a:xfrm>
            <a:off x="413586" y="1301194"/>
            <a:ext cx="5409244" cy="248285"/>
          </a:xfrm>
        </p:spPr>
        <p:txBody>
          <a:bodyPr lIns="0" tIns="0" rIns="0" bIns="0">
            <a:normAutofit/>
          </a:bodyPr>
          <a:lstStyle>
            <a:lvl1pPr marL="0" indent="0" algn="ctr" defTabSz="914400">
              <a:buNone/>
              <a:defRPr sz="1400" b="1" kern="1200">
                <a:solidFill>
                  <a:schemeClr val="tx1"/>
                </a:solidFill>
                <a:latin typeface="+mn-lt"/>
                <a:ea typeface="+mn-lt"/>
                <a:cs typeface="+mn-lt"/>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a:buNone/>
            </a:pPr>
            <a:r>
              <a:t>Titulo</a:t>
            </a:r>
          </a:p>
        </p:txBody>
      </p:sp>
      <p:sp>
        <p:nvSpPr>
          <p:cNvPr id="35" name="Retângulo 34">
            <a:extLst>
              <a:ext uri="{FF2B5EF4-FFF2-40B4-BE49-F238E27FC236}">
                <a16:creationId xmlns:a16="http://schemas.microsoft.com/office/drawing/2014/main" id="{211567DA-E10C-4994-BBE4-371BE95C9CEE}"/>
              </a:ext>
            </a:extLst>
          </p:cNvPr>
          <p:cNvSpPr>
            <a:spLocks noGrp="1"/>
          </p:cNvSpPr>
          <p:nvPr/>
        </p:nvSpPr>
        <p:spPr>
          <a:xfrm>
            <a:off x="6280149" y="2148691"/>
            <a:ext cx="5535613" cy="3944134"/>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indent="0" algn="ctr" defTabSz="685800">
              <a:lnSpc>
                <a:spcPct val="100000"/>
              </a:lnSpc>
              <a:spcBef>
                <a:spcPts val="0"/>
              </a:spcBef>
              <a:spcAft>
                <a:spcPts val="0"/>
              </a:spcAft>
              <a:buClrTx/>
              <a:buSzTx/>
              <a:buFont typeface="Arial"/>
              <a:buNone/>
            </a:pPr>
            <a:endParaRPr/>
          </a:p>
        </p:txBody>
      </p:sp>
      <p:sp>
        <p:nvSpPr>
          <p:cNvPr id="36" name="Retângulo 35">
            <a:extLst>
              <a:ext uri="{FF2B5EF4-FFF2-40B4-BE49-F238E27FC236}">
                <a16:creationId xmlns:a16="http://schemas.microsoft.com/office/drawing/2014/main" id="{F693B295-05D6-CBA4-B4AC-51807A8CCE91}"/>
              </a:ext>
            </a:extLst>
          </p:cNvPr>
          <p:cNvSpPr>
            <a:spLocks noGrp="1"/>
          </p:cNvSpPr>
          <p:nvPr/>
        </p:nvSpPr>
        <p:spPr>
          <a:xfrm>
            <a:off x="363119" y="2148691"/>
            <a:ext cx="5535613" cy="3944134"/>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indent="0" algn="ctr" defTabSz="685800">
              <a:lnSpc>
                <a:spcPct val="100000"/>
              </a:lnSpc>
              <a:spcBef>
                <a:spcPts val="0"/>
              </a:spcBef>
              <a:spcAft>
                <a:spcPts val="0"/>
              </a:spcAft>
              <a:buClrTx/>
              <a:buSzTx/>
              <a:buFont typeface="Arial"/>
              <a:buNone/>
            </a:pPr>
            <a:endParaRPr/>
          </a:p>
        </p:txBody>
      </p:sp>
      <p:sp>
        <p:nvSpPr>
          <p:cNvPr id="38" name="CaixaDeTexto 37">
            <a:extLst>
              <a:ext uri="{FF2B5EF4-FFF2-40B4-BE49-F238E27FC236}">
                <a16:creationId xmlns:a16="http://schemas.microsoft.com/office/drawing/2014/main" id="{274463A4-53B8-8400-ED23-F1EF94181ADA}"/>
              </a:ext>
            </a:extLst>
          </p:cNvPr>
          <p:cNvSpPr>
            <a:spLocks noGrp="1"/>
          </p:cNvSpPr>
          <p:nvPr/>
        </p:nvSpPr>
        <p:spPr>
          <a:xfrm>
            <a:off x="371744" y="6306179"/>
            <a:ext cx="447765" cy="200055"/>
          </a:xfrm>
          <a:prstGeom prst="rect">
            <a:avLst/>
          </a:prstGeom>
          <a:noFill/>
        </p:spPr>
        <p:txBody>
          <a:bodyPr wrap="square">
            <a:spAutoFit/>
          </a:bodyPr>
          <a:lstStyle/>
          <a:p>
            <a:r>
              <a:rPr sz="700">
                <a:solidFill>
                  <a:srgbClr val="ABAAAA"/>
                </a:solidFill>
              </a:rPr>
              <a:t>Fonte:</a:t>
            </a:r>
          </a:p>
        </p:txBody>
      </p:sp>
      <p:sp>
        <p:nvSpPr>
          <p:cNvPr id="39" name="Espaço Reservado para Texto 33">
            <a:extLst>
              <a:ext uri="{FF2B5EF4-FFF2-40B4-BE49-F238E27FC236}">
                <a16:creationId xmlns:a16="http://schemas.microsoft.com/office/drawing/2014/main" id="{6AA6A693-4A19-4AE6-B968-482287CC0735}"/>
              </a:ext>
            </a:extLst>
          </p:cNvPr>
          <p:cNvSpPr>
            <a:spLocks noGrp="1"/>
          </p:cNvSpPr>
          <p:nvPr>
            <p:ph type="body" idx="22" hasCustomPrompt="1"/>
          </p:nvPr>
        </p:nvSpPr>
        <p:spPr>
          <a:xfrm>
            <a:off x="6462684" y="6303815"/>
            <a:ext cx="4999248" cy="151187"/>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Inserir fonte aqui</a:t>
            </a:r>
          </a:p>
        </p:txBody>
      </p:sp>
      <p:sp>
        <p:nvSpPr>
          <p:cNvPr id="40" name="CaixaDeTexto 39">
            <a:extLst>
              <a:ext uri="{FF2B5EF4-FFF2-40B4-BE49-F238E27FC236}">
                <a16:creationId xmlns:a16="http://schemas.microsoft.com/office/drawing/2014/main" id="{2C95A9B3-F024-5FC7-1D06-345E482C1208}"/>
              </a:ext>
            </a:extLst>
          </p:cNvPr>
          <p:cNvSpPr>
            <a:spLocks noGrp="1"/>
          </p:cNvSpPr>
          <p:nvPr/>
        </p:nvSpPr>
        <p:spPr>
          <a:xfrm>
            <a:off x="6104358" y="6306179"/>
            <a:ext cx="447765" cy="200055"/>
          </a:xfrm>
          <a:prstGeom prst="rect">
            <a:avLst/>
          </a:prstGeom>
          <a:noFill/>
        </p:spPr>
        <p:txBody>
          <a:bodyPr wrap="square">
            <a:spAutoFit/>
          </a:bodyPr>
          <a:lstStyle/>
          <a:p>
            <a:r>
              <a:rPr sz="700">
                <a:solidFill>
                  <a:srgbClr val="ABAAAA"/>
                </a:solidFill>
              </a:rPr>
              <a:t>Fonte:</a:t>
            </a:r>
          </a:p>
        </p:txBody>
      </p:sp>
      <p:sp>
        <p:nvSpPr>
          <p:cNvPr id="55" name="Espaço Reservado para Texto 5">
            <a:extLst>
              <a:ext uri="{FF2B5EF4-FFF2-40B4-BE49-F238E27FC236}">
                <a16:creationId xmlns:a16="http://schemas.microsoft.com/office/drawing/2014/main" id="{67C8ADA9-BA21-6DE8-3C49-DCAEA908B0F0}"/>
              </a:ext>
            </a:extLst>
          </p:cNvPr>
          <p:cNvSpPr>
            <a:spLocks noGrp="1"/>
          </p:cNvSpPr>
          <p:nvPr>
            <p:ph type="body" idx="27" hasCustomPrompt="1"/>
          </p:nvPr>
        </p:nvSpPr>
        <p:spPr>
          <a:xfrm>
            <a:off x="413586" y="1573265"/>
            <a:ext cx="5409244" cy="227361"/>
          </a:xfrm>
        </p:spPr>
        <p:txBody>
          <a:bodyPr lIns="0" tIns="0" rIns="0" bIns="0">
            <a:normAutofit/>
          </a:bodyPr>
          <a:lstStyle>
            <a:lvl1pPr marL="0" indent="0" algn="ctr" defTabSz="914400">
              <a:buNone/>
              <a:defRPr sz="1400" b="0" kern="1200">
                <a:solidFill>
                  <a:schemeClr val="tx1"/>
                </a:solidFill>
                <a:latin typeface="+mn-lt"/>
                <a:ea typeface="+mn-lt"/>
                <a:cs typeface="+mn-lt"/>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marL="0" indent="0" algn="ctr" defTabSz="914400">
              <a:lnSpc>
                <a:spcPct val="90000"/>
              </a:lnSpc>
              <a:spcBef>
                <a:spcPts val="1000"/>
              </a:spcBef>
              <a:buFont typeface="Arial"/>
              <a:buNone/>
            </a:pPr>
            <a:r>
              <a:t>Unidade</a:t>
            </a:r>
          </a:p>
        </p:txBody>
      </p:sp>
      <p:sp>
        <p:nvSpPr>
          <p:cNvPr id="56" name="Espaço Reservado para Texto 5">
            <a:extLst>
              <a:ext uri="{FF2B5EF4-FFF2-40B4-BE49-F238E27FC236}">
                <a16:creationId xmlns:a16="http://schemas.microsoft.com/office/drawing/2014/main" id="{ADF03F72-442C-C9FC-37F3-38EFACCF3F68}"/>
              </a:ext>
            </a:extLst>
          </p:cNvPr>
          <p:cNvSpPr>
            <a:spLocks noGrp="1"/>
          </p:cNvSpPr>
          <p:nvPr>
            <p:ph type="body" idx="28" hasCustomPrompt="1"/>
          </p:nvPr>
        </p:nvSpPr>
        <p:spPr>
          <a:xfrm>
            <a:off x="6369170" y="1301194"/>
            <a:ext cx="5409244" cy="248285"/>
          </a:xfrm>
        </p:spPr>
        <p:txBody>
          <a:bodyPr lIns="0" tIns="0" rIns="0" bIns="0">
            <a:normAutofit/>
          </a:bodyPr>
          <a:lstStyle>
            <a:lvl1pPr marL="0" indent="0" algn="ctr" defTabSz="914400">
              <a:buNone/>
              <a:defRPr sz="1400" b="1" kern="1200">
                <a:solidFill>
                  <a:schemeClr val="tx1"/>
                </a:solidFill>
                <a:latin typeface="+mn-lt"/>
                <a:ea typeface="+mn-lt"/>
                <a:cs typeface="+mn-lt"/>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a:buNone/>
            </a:pPr>
            <a:r>
              <a:t>Titulo</a:t>
            </a:r>
          </a:p>
        </p:txBody>
      </p:sp>
      <p:sp>
        <p:nvSpPr>
          <p:cNvPr id="57" name="Espaço Reservado para Texto 5">
            <a:extLst>
              <a:ext uri="{FF2B5EF4-FFF2-40B4-BE49-F238E27FC236}">
                <a16:creationId xmlns:a16="http://schemas.microsoft.com/office/drawing/2014/main" id="{D2C8AD34-868E-2366-0455-C9251D7522D6}"/>
              </a:ext>
            </a:extLst>
          </p:cNvPr>
          <p:cNvSpPr>
            <a:spLocks noGrp="1"/>
          </p:cNvSpPr>
          <p:nvPr>
            <p:ph type="body" idx="29" hasCustomPrompt="1"/>
          </p:nvPr>
        </p:nvSpPr>
        <p:spPr>
          <a:xfrm>
            <a:off x="6369170" y="1573265"/>
            <a:ext cx="5409244" cy="227361"/>
          </a:xfrm>
        </p:spPr>
        <p:txBody>
          <a:bodyPr lIns="0" tIns="0" rIns="0" bIns="0">
            <a:normAutofit/>
          </a:bodyPr>
          <a:lstStyle>
            <a:lvl1pPr marL="0" indent="0" algn="ctr" defTabSz="914400">
              <a:buNone/>
              <a:defRPr sz="1400" b="0" kern="1200">
                <a:solidFill>
                  <a:schemeClr val="tx1"/>
                </a:solidFill>
                <a:latin typeface="+mn-lt"/>
                <a:ea typeface="+mn-lt"/>
                <a:cs typeface="+mn-lt"/>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marL="0" indent="0" algn="ctr" defTabSz="914400">
              <a:lnSpc>
                <a:spcPct val="90000"/>
              </a:lnSpc>
              <a:spcBef>
                <a:spcPts val="1000"/>
              </a:spcBef>
              <a:buFont typeface="Arial"/>
              <a:buNone/>
            </a:pPr>
            <a:r>
              <a:t>Unidade</a:t>
            </a:r>
          </a:p>
        </p:txBody>
      </p:sp>
      <p:pic>
        <p:nvPicPr>
          <p:cNvPr id="76" name="Imagem 2"/>
          <p:cNvPicPr>
            <a:picLocks noChangeAspect="1"/>
          </p:cNvPicPr>
          <p:nvPr/>
        </p:nvPicPr>
        <p:blipFill>
          <a:blip r:embed="rId2"/>
          <a:stretch>
            <a:fillRect/>
          </a:stretch>
        </p:blipFill>
        <p:spPr>
          <a:xfrm>
            <a:off x="10804163" y="361538"/>
            <a:ext cx="1011600" cy="461409"/>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Um_grafico">
    <p:spTree>
      <p:nvGrpSpPr>
        <p:cNvPr id="1" name=""/>
        <p:cNvGrpSpPr/>
        <p:nvPr/>
      </p:nvGrpSpPr>
      <p:grpSpPr>
        <a:xfrm>
          <a:off x="0" y="0"/>
          <a:ext cx="0" cy="0"/>
          <a:chOff x="0" y="0"/>
          <a:chExt cx="0" cy="0"/>
        </a:xfrm>
      </p:grpSpPr>
      <p:sp>
        <p:nvSpPr>
          <p:cNvPr id="32" name="Retângulo 31">
            <a:extLst>
              <a:ext uri="{FF2B5EF4-FFF2-40B4-BE49-F238E27FC236}">
                <a16:creationId xmlns:a16="http://schemas.microsoft.com/office/drawing/2014/main" id="{943FAEEB-F594-0599-320C-2574E3AF9384}"/>
              </a:ext>
            </a:extLst>
          </p:cNvPr>
          <p:cNvSpPr>
            <a:spLocks noGrp="1"/>
          </p:cNvSpPr>
          <p:nvPr/>
        </p:nvSpPr>
        <p:spPr>
          <a:xfrm>
            <a:off x="363119" y="1110841"/>
            <a:ext cx="11460581" cy="8108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68580" tIns="34290" rIns="68580" bIns="34290" anchor="ctr">
            <a:noAutofit/>
          </a:bodyPr>
          <a:lstStyle/>
          <a:p>
            <a:pPr marL="0" marR="0" indent="0" algn="ctr" defTabSz="685800">
              <a:lnSpc>
                <a:spcPct val="100000"/>
              </a:lnSpc>
              <a:spcBef>
                <a:spcPts val="0"/>
              </a:spcBef>
              <a:spcAft>
                <a:spcPts val="0"/>
              </a:spcAft>
              <a:buClrTx/>
              <a:buSzTx/>
              <a:buFont typeface="Arial"/>
              <a:buNone/>
            </a:pPr>
            <a:endParaRPr/>
          </a:p>
        </p:txBody>
      </p:sp>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idx="4"/>
          </p:nvPr>
        </p:nvSpPr>
        <p:spPr>
          <a:xfrm>
            <a:off x="11550857" y="6584949"/>
            <a:ext cx="264906" cy="174624"/>
          </a:xfrm>
          <a:prstGeom prst="rect">
            <a:avLst/>
          </a:prstGeom>
        </p:spPr>
        <p:txBody>
          <a:bodyPr lIns="0" tIns="0" rIns="0" bIns="0"/>
          <a:lstStyle>
            <a:lvl1pPr algn="r">
              <a:buNone/>
              <a:defRPr sz="900" kern="1200">
                <a:solidFill>
                  <a:srgbClr val="A6A5A5"/>
                </a:solidFill>
                <a:latin typeface="Titillium Web Light"/>
                <a:ea typeface="Titillium Web Light"/>
                <a:cs typeface="Titillium Web Light"/>
              </a:defRPr>
            </a:lvl1pPr>
          </a:lstStyle>
          <a:p>
            <a:fld id="{E8537E7D-B481-4A27-91D3-485D98CF8A66}" type="slidenum">
              <a:t>‹#›</a:t>
            </a:fld>
            <a:endParaRPr/>
          </a:p>
        </p:txBody>
      </p:sp>
      <p:sp>
        <p:nvSpPr>
          <p:cNvPr id="5" name="Conector reto 4">
            <a:extLst>
              <a:ext uri="{FF2B5EF4-FFF2-40B4-BE49-F238E27FC236}">
                <a16:creationId xmlns:a16="http://schemas.microsoft.com/office/drawing/2014/main" id="{675B7237-82BD-4393-9079-711901F2E24A}"/>
              </a:ext>
            </a:extLst>
          </p:cNvPr>
          <p:cNvSpPr>
            <a:spLocks noGrp="1"/>
          </p:cNvSpPr>
          <p:nvPr/>
        </p:nv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7" name="Conector reto 6">
            <a:extLst>
              <a:ext uri="{FF2B5EF4-FFF2-40B4-BE49-F238E27FC236}">
                <a16:creationId xmlns:a16="http://schemas.microsoft.com/office/drawing/2014/main" id="{CC01E40E-1C26-469B-9A95-D416B541008A}"/>
              </a:ext>
            </a:extLst>
          </p:cNvPr>
          <p:cNvSpPr>
            <a:spLocks noGrp="1"/>
          </p:cNvSpPr>
          <p:nvPr/>
        </p:nv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idx="10" hasCustomPrompt="1"/>
          </p:nvPr>
        </p:nvSpPr>
        <p:spPr>
          <a:xfrm>
            <a:off x="371475" y="311805"/>
            <a:ext cx="10289426" cy="309563"/>
          </a:xfrm>
          <a:prstGeom prst="rect">
            <a:avLst/>
          </a:prstGeom>
        </p:spPr>
        <p:txBody>
          <a:bodyPr lIns="0" tIns="0" rIns="0" bIns="0" anchor="b">
            <a:noAutofit/>
          </a:bodyPr>
          <a:lstStyle>
            <a:lvl1pPr marL="0" indent="0" algn="l" defTabSz="914400">
              <a:lnSpc>
                <a:spcPct val="90000"/>
              </a:lnSpc>
              <a:spcBef>
                <a:spcPts val="1000"/>
              </a:spcBef>
              <a:buFont typeface="Arial"/>
              <a:buNone/>
              <a:defRPr sz="2000" b="1" kern="1200" cap="all" baseline="0">
                <a:solidFill>
                  <a:srgbClr val="061844"/>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a:buNone/>
            </a:pPr>
            <a: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idx="16" hasCustomPrompt="1"/>
          </p:nvPr>
        </p:nvSpPr>
        <p:spPr>
          <a:xfrm>
            <a:off x="371475" y="596574"/>
            <a:ext cx="10289426" cy="266878"/>
          </a:xfrm>
          <a:prstGeom prst="rect">
            <a:avLst/>
          </a:prstGeom>
        </p:spPr>
        <p:txBody>
          <a:bodyPr lIns="0" tIns="0" rIns="0" bIns="0" anchor="ctr">
            <a:noAutofit/>
          </a:bodyPr>
          <a:lstStyle>
            <a:lvl1pPr marL="0" indent="0" algn="l" defTabSz="914400">
              <a:lnSpc>
                <a:spcPct val="90000"/>
              </a:lnSpc>
              <a:spcBef>
                <a:spcPts val="1000"/>
              </a:spcBef>
              <a:buFont typeface="Arial"/>
              <a:buNone/>
              <a:defRPr sz="1600" kern="1200" cap="none" baseline="0">
                <a:solidFill>
                  <a:srgbClr val="3F4655"/>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marL="0" indent="0" algn="l" defTabSz="914400">
              <a:lnSpc>
                <a:spcPct val="90000"/>
              </a:lnSpc>
              <a:spcBef>
                <a:spcPts val="1000"/>
              </a:spcBef>
              <a:buFont typeface="Arial"/>
              <a:buNone/>
            </a:pPr>
            <a: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idx="17" hasCustomPrompt="1"/>
          </p:nvPr>
        </p:nvSpPr>
        <p:spPr>
          <a:xfrm>
            <a:off x="730070" y="6303815"/>
            <a:ext cx="4999248" cy="151187"/>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Inserir fonte aqui</a:t>
            </a:r>
          </a:p>
        </p:txBody>
      </p:sp>
      <p:sp>
        <p:nvSpPr>
          <p:cNvPr id="6" name="Espaço Reservado para Texto 5">
            <a:extLst>
              <a:ext uri="{FF2B5EF4-FFF2-40B4-BE49-F238E27FC236}">
                <a16:creationId xmlns:a16="http://schemas.microsoft.com/office/drawing/2014/main" id="{E9D289EB-E59B-8BE2-DC97-F9A17691749A}"/>
              </a:ext>
            </a:extLst>
          </p:cNvPr>
          <p:cNvSpPr>
            <a:spLocks noGrp="1"/>
          </p:cNvSpPr>
          <p:nvPr>
            <p:ph type="body" idx="18" hasCustomPrompt="1"/>
          </p:nvPr>
        </p:nvSpPr>
        <p:spPr>
          <a:xfrm>
            <a:off x="413585" y="1301194"/>
            <a:ext cx="11198955" cy="248285"/>
          </a:xfrm>
        </p:spPr>
        <p:txBody>
          <a:bodyPr lIns="0" tIns="0" rIns="0" bIns="0">
            <a:normAutofit/>
          </a:bodyPr>
          <a:lstStyle>
            <a:lvl1pPr marL="0" indent="0" algn="ctr" defTabSz="914400">
              <a:buNone/>
              <a:defRPr sz="1400" b="1" kern="1200">
                <a:solidFill>
                  <a:schemeClr val="tx1"/>
                </a:solidFill>
                <a:latin typeface="+mn-lt"/>
                <a:ea typeface="+mn-lt"/>
                <a:cs typeface="+mn-lt"/>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a:buNone/>
            </a:pPr>
            <a:r>
              <a:t>Titulo</a:t>
            </a:r>
          </a:p>
        </p:txBody>
      </p:sp>
      <p:sp>
        <p:nvSpPr>
          <p:cNvPr id="36" name="Retângulo 35">
            <a:extLst>
              <a:ext uri="{FF2B5EF4-FFF2-40B4-BE49-F238E27FC236}">
                <a16:creationId xmlns:a16="http://schemas.microsoft.com/office/drawing/2014/main" id="{F693B295-05D6-CBA4-B4AC-51807A8CCE91}"/>
              </a:ext>
            </a:extLst>
          </p:cNvPr>
          <p:cNvSpPr>
            <a:spLocks noGrp="1"/>
          </p:cNvSpPr>
          <p:nvPr/>
        </p:nvSpPr>
        <p:spPr>
          <a:xfrm>
            <a:off x="363119" y="2148691"/>
            <a:ext cx="11460581" cy="3944134"/>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indent="0" algn="ctr" defTabSz="685800">
              <a:lnSpc>
                <a:spcPct val="100000"/>
              </a:lnSpc>
              <a:spcBef>
                <a:spcPts val="0"/>
              </a:spcBef>
              <a:spcAft>
                <a:spcPts val="0"/>
              </a:spcAft>
              <a:buClrTx/>
              <a:buSzTx/>
              <a:buFont typeface="Arial"/>
              <a:buNone/>
            </a:pPr>
            <a:endParaRPr/>
          </a:p>
        </p:txBody>
      </p:sp>
      <p:sp>
        <p:nvSpPr>
          <p:cNvPr id="38" name="CaixaDeTexto 37">
            <a:extLst>
              <a:ext uri="{FF2B5EF4-FFF2-40B4-BE49-F238E27FC236}">
                <a16:creationId xmlns:a16="http://schemas.microsoft.com/office/drawing/2014/main" id="{274463A4-53B8-8400-ED23-F1EF94181ADA}"/>
              </a:ext>
            </a:extLst>
          </p:cNvPr>
          <p:cNvSpPr>
            <a:spLocks noGrp="1"/>
          </p:cNvSpPr>
          <p:nvPr/>
        </p:nvSpPr>
        <p:spPr>
          <a:xfrm>
            <a:off x="371744" y="6306179"/>
            <a:ext cx="447765" cy="200055"/>
          </a:xfrm>
          <a:prstGeom prst="rect">
            <a:avLst/>
          </a:prstGeom>
          <a:noFill/>
        </p:spPr>
        <p:txBody>
          <a:bodyPr wrap="square">
            <a:spAutoFit/>
          </a:bodyPr>
          <a:lstStyle/>
          <a:p>
            <a:r>
              <a:rPr sz="700">
                <a:solidFill>
                  <a:srgbClr val="ABAAAA"/>
                </a:solidFill>
              </a:rPr>
              <a:t>Fonte:</a:t>
            </a:r>
          </a:p>
        </p:txBody>
      </p:sp>
      <p:sp>
        <p:nvSpPr>
          <p:cNvPr id="55" name="Espaço Reservado para Texto 5">
            <a:extLst>
              <a:ext uri="{FF2B5EF4-FFF2-40B4-BE49-F238E27FC236}">
                <a16:creationId xmlns:a16="http://schemas.microsoft.com/office/drawing/2014/main" id="{67C8ADA9-BA21-6DE8-3C49-DCAEA908B0F0}"/>
              </a:ext>
            </a:extLst>
          </p:cNvPr>
          <p:cNvSpPr>
            <a:spLocks noGrp="1"/>
          </p:cNvSpPr>
          <p:nvPr>
            <p:ph type="body" idx="27" hasCustomPrompt="1"/>
          </p:nvPr>
        </p:nvSpPr>
        <p:spPr>
          <a:xfrm>
            <a:off x="413585" y="1573265"/>
            <a:ext cx="11198955" cy="227361"/>
          </a:xfrm>
        </p:spPr>
        <p:txBody>
          <a:bodyPr lIns="0" tIns="0" rIns="0" bIns="0">
            <a:normAutofit/>
          </a:bodyPr>
          <a:lstStyle>
            <a:lvl1pPr marL="0" indent="0" algn="ctr" defTabSz="914400">
              <a:buNone/>
              <a:defRPr sz="1400" b="0" kern="1200">
                <a:solidFill>
                  <a:schemeClr val="tx1"/>
                </a:solidFill>
                <a:latin typeface="+mn-lt"/>
                <a:ea typeface="+mn-lt"/>
                <a:cs typeface="+mn-lt"/>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marL="0" indent="0" algn="ctr" defTabSz="914400">
              <a:lnSpc>
                <a:spcPct val="90000"/>
              </a:lnSpc>
              <a:spcBef>
                <a:spcPts val="1000"/>
              </a:spcBef>
              <a:buFont typeface="Arial"/>
              <a:buNone/>
            </a:pPr>
            <a:r>
              <a:t>Unidade</a:t>
            </a:r>
          </a:p>
        </p:txBody>
      </p:sp>
      <p:pic>
        <p:nvPicPr>
          <p:cNvPr id="68" name="Imagem 2"/>
          <p:cNvPicPr>
            <a:picLocks noChangeAspect="1"/>
          </p:cNvPicPr>
          <p:nvPr/>
        </p:nvPicPr>
        <p:blipFill>
          <a:blip r:embed="rId2"/>
          <a:stretch>
            <a:fillRect/>
          </a:stretch>
        </p:blipFill>
        <p:spPr>
          <a:xfrm>
            <a:off x="10804163" y="361538"/>
            <a:ext cx="1011600" cy="461409"/>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4_INSTITUCIONAL">
    <p:spTree>
      <p:nvGrpSpPr>
        <p:cNvPr id="1" name=""/>
        <p:cNvGrpSpPr/>
        <p:nvPr/>
      </p:nvGrpSpPr>
      <p:grpSpPr>
        <a:xfrm>
          <a:off x="0" y="0"/>
          <a:ext cx="0" cy="0"/>
          <a:chOff x="0" y="0"/>
          <a:chExt cx="0" cy="0"/>
        </a:xfrm>
      </p:grpSpPr>
      <p:sp>
        <p:nvSpPr>
          <p:cNvPr id="32" name="Retângulo 31">
            <a:extLst>
              <a:ext uri="{FF2B5EF4-FFF2-40B4-BE49-F238E27FC236}">
                <a16:creationId xmlns:a16="http://schemas.microsoft.com/office/drawing/2014/main" id="{943FAEEB-F594-0599-320C-2574E3AF9384}"/>
              </a:ext>
            </a:extLst>
          </p:cNvPr>
          <p:cNvSpPr>
            <a:spLocks noGrp="1"/>
          </p:cNvSpPr>
          <p:nvPr/>
        </p:nvSpPr>
        <p:spPr>
          <a:xfrm>
            <a:off x="363119" y="1124646"/>
            <a:ext cx="5683998" cy="540291"/>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68580" tIns="34290" rIns="68580" bIns="34290" anchor="ctr">
            <a:noAutofit/>
          </a:bodyPr>
          <a:lstStyle/>
          <a:p>
            <a:pPr marL="0" marR="0" indent="0" algn="ctr" defTabSz="685800">
              <a:lnSpc>
                <a:spcPct val="100000"/>
              </a:lnSpc>
              <a:spcBef>
                <a:spcPts val="0"/>
              </a:spcBef>
              <a:spcAft>
                <a:spcPts val="0"/>
              </a:spcAft>
              <a:buClrTx/>
              <a:buSzTx/>
              <a:buFont typeface="Arial"/>
              <a:buNone/>
            </a:pPr>
            <a:endParaRPr/>
          </a:p>
        </p:txBody>
      </p:sp>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idx="4"/>
          </p:nvPr>
        </p:nvSpPr>
        <p:spPr>
          <a:xfrm>
            <a:off x="11550857" y="6584949"/>
            <a:ext cx="264906" cy="174624"/>
          </a:xfrm>
          <a:prstGeom prst="rect">
            <a:avLst/>
          </a:prstGeom>
        </p:spPr>
        <p:txBody>
          <a:bodyPr lIns="0" tIns="0" rIns="0" bIns="0"/>
          <a:lstStyle>
            <a:lvl1pPr algn="r">
              <a:buNone/>
              <a:defRPr sz="900" kern="1200">
                <a:solidFill>
                  <a:srgbClr val="A6A5A5"/>
                </a:solidFill>
                <a:latin typeface="Titillium Web Light"/>
                <a:ea typeface="Titillium Web Light"/>
                <a:cs typeface="Titillium Web Light"/>
              </a:defRPr>
            </a:lvl1pPr>
          </a:lstStyle>
          <a:p>
            <a:fld id="{E8537E7D-B481-4A27-91D3-485D98CF8A66}" type="slidenum">
              <a:t>‹#›</a:t>
            </a:fld>
            <a:endParaRPr/>
          </a:p>
        </p:txBody>
      </p:sp>
      <p:sp>
        <p:nvSpPr>
          <p:cNvPr id="5" name="Conector reto 4">
            <a:extLst>
              <a:ext uri="{FF2B5EF4-FFF2-40B4-BE49-F238E27FC236}">
                <a16:creationId xmlns:a16="http://schemas.microsoft.com/office/drawing/2014/main" id="{114E46C8-AAB2-4CBB-9E56-FCC20F3B72D4}"/>
              </a:ext>
            </a:extLst>
          </p:cNvPr>
          <p:cNvSpPr>
            <a:spLocks noGrp="1"/>
          </p:cNvSpPr>
          <p:nvPr/>
        </p:nv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7" name="Conector reto 6">
            <a:extLst>
              <a:ext uri="{FF2B5EF4-FFF2-40B4-BE49-F238E27FC236}">
                <a16:creationId xmlns:a16="http://schemas.microsoft.com/office/drawing/2014/main" id="{F04AB393-91A2-454F-B98D-E49DDA9E5594}"/>
              </a:ext>
            </a:extLst>
          </p:cNvPr>
          <p:cNvSpPr>
            <a:spLocks noGrp="1"/>
          </p:cNvSpPr>
          <p:nvPr/>
        </p:nv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idx="10" hasCustomPrompt="1"/>
          </p:nvPr>
        </p:nvSpPr>
        <p:spPr>
          <a:xfrm>
            <a:off x="371475" y="311805"/>
            <a:ext cx="10289426" cy="309563"/>
          </a:xfrm>
          <a:prstGeom prst="rect">
            <a:avLst/>
          </a:prstGeom>
        </p:spPr>
        <p:txBody>
          <a:bodyPr lIns="0" tIns="0" rIns="0" bIns="0" anchor="b">
            <a:noAutofit/>
          </a:bodyPr>
          <a:lstStyle>
            <a:lvl1pPr marL="0" indent="0" algn="l" defTabSz="914400">
              <a:lnSpc>
                <a:spcPct val="90000"/>
              </a:lnSpc>
              <a:spcBef>
                <a:spcPts val="1000"/>
              </a:spcBef>
              <a:buFont typeface="Arial"/>
              <a:buNone/>
              <a:defRPr sz="2000" b="1" kern="1200" cap="all" baseline="0">
                <a:solidFill>
                  <a:srgbClr val="061844"/>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a:buNone/>
            </a:pPr>
            <a: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idx="16" hasCustomPrompt="1"/>
          </p:nvPr>
        </p:nvSpPr>
        <p:spPr>
          <a:xfrm>
            <a:off x="371475" y="596574"/>
            <a:ext cx="10289426" cy="266878"/>
          </a:xfrm>
          <a:prstGeom prst="rect">
            <a:avLst/>
          </a:prstGeom>
        </p:spPr>
        <p:txBody>
          <a:bodyPr lIns="0" tIns="0" rIns="0" bIns="0" anchor="ctr">
            <a:noAutofit/>
          </a:bodyPr>
          <a:lstStyle>
            <a:lvl1pPr marL="0" indent="0" algn="l" defTabSz="914400">
              <a:lnSpc>
                <a:spcPct val="90000"/>
              </a:lnSpc>
              <a:spcBef>
                <a:spcPts val="1000"/>
              </a:spcBef>
              <a:buFont typeface="Arial"/>
              <a:buNone/>
              <a:defRPr sz="1600" kern="1200" cap="none" baseline="0">
                <a:solidFill>
                  <a:srgbClr val="3F4655"/>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marL="0" indent="0" algn="l" defTabSz="914400">
              <a:lnSpc>
                <a:spcPct val="90000"/>
              </a:lnSpc>
              <a:spcBef>
                <a:spcPts val="1000"/>
              </a:spcBef>
              <a:buFont typeface="Arial"/>
              <a:buNone/>
            </a:pPr>
            <a: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idx="17" hasCustomPrompt="1"/>
          </p:nvPr>
        </p:nvSpPr>
        <p:spPr>
          <a:xfrm>
            <a:off x="730070" y="6303815"/>
            <a:ext cx="4999248" cy="151187"/>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Inserir fonte aqui</a:t>
            </a:r>
          </a:p>
        </p:txBody>
      </p:sp>
      <p:sp>
        <p:nvSpPr>
          <p:cNvPr id="6" name="Espaço Reservado para Texto 5">
            <a:extLst>
              <a:ext uri="{FF2B5EF4-FFF2-40B4-BE49-F238E27FC236}">
                <a16:creationId xmlns:a16="http://schemas.microsoft.com/office/drawing/2014/main" id="{E9D289EB-E59B-8BE2-DC97-F9A17691749A}"/>
              </a:ext>
            </a:extLst>
          </p:cNvPr>
          <p:cNvSpPr>
            <a:spLocks noGrp="1"/>
          </p:cNvSpPr>
          <p:nvPr>
            <p:ph type="body" idx="18" hasCustomPrompt="1"/>
          </p:nvPr>
        </p:nvSpPr>
        <p:spPr>
          <a:xfrm>
            <a:off x="413586" y="1159478"/>
            <a:ext cx="5554242" cy="239554"/>
          </a:xfrm>
        </p:spPr>
        <p:txBody>
          <a:bodyPr lIns="0" tIns="0" rIns="0" bIns="0">
            <a:normAutofit/>
          </a:bodyPr>
          <a:lstStyle>
            <a:lvl1pPr marL="0" indent="0" algn="ctr" defTabSz="914400">
              <a:buNone/>
              <a:defRPr sz="1400" b="1" kern="1200">
                <a:solidFill>
                  <a:schemeClr val="tx1"/>
                </a:solidFill>
                <a:latin typeface="+mn-lt"/>
                <a:ea typeface="+mn-lt"/>
                <a:cs typeface="+mn-lt"/>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a:buNone/>
            </a:pPr>
            <a:r>
              <a:t>Titulo</a:t>
            </a:r>
          </a:p>
        </p:txBody>
      </p:sp>
      <p:sp>
        <p:nvSpPr>
          <p:cNvPr id="35" name="Retângulo 34">
            <a:extLst>
              <a:ext uri="{FF2B5EF4-FFF2-40B4-BE49-F238E27FC236}">
                <a16:creationId xmlns:a16="http://schemas.microsoft.com/office/drawing/2014/main" id="{211567DA-E10C-4994-BBE4-371BE95C9CEE}"/>
              </a:ext>
            </a:extLst>
          </p:cNvPr>
          <p:cNvSpPr>
            <a:spLocks noGrp="1"/>
          </p:cNvSpPr>
          <p:nvPr/>
        </p:nvSpPr>
        <p:spPr>
          <a:xfrm>
            <a:off x="6144885" y="1729629"/>
            <a:ext cx="5670877" cy="4363195"/>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indent="0" algn="ctr" defTabSz="685800">
              <a:lnSpc>
                <a:spcPct val="100000"/>
              </a:lnSpc>
              <a:spcBef>
                <a:spcPts val="0"/>
              </a:spcBef>
              <a:spcAft>
                <a:spcPts val="0"/>
              </a:spcAft>
              <a:buClrTx/>
              <a:buSzTx/>
              <a:buFont typeface="Arial"/>
              <a:buNone/>
            </a:pPr>
            <a:endParaRPr/>
          </a:p>
        </p:txBody>
      </p:sp>
      <p:sp>
        <p:nvSpPr>
          <p:cNvPr id="36" name="Retângulo 35">
            <a:extLst>
              <a:ext uri="{FF2B5EF4-FFF2-40B4-BE49-F238E27FC236}">
                <a16:creationId xmlns:a16="http://schemas.microsoft.com/office/drawing/2014/main" id="{F693B295-05D6-CBA4-B4AC-51807A8CCE91}"/>
              </a:ext>
            </a:extLst>
          </p:cNvPr>
          <p:cNvSpPr>
            <a:spLocks noGrp="1"/>
          </p:cNvSpPr>
          <p:nvPr/>
        </p:nvSpPr>
        <p:spPr>
          <a:xfrm>
            <a:off x="363119" y="1729629"/>
            <a:ext cx="5683998" cy="184834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indent="0" algn="ctr" defTabSz="685800">
              <a:lnSpc>
                <a:spcPct val="100000"/>
              </a:lnSpc>
              <a:spcBef>
                <a:spcPts val="0"/>
              </a:spcBef>
              <a:spcAft>
                <a:spcPts val="0"/>
              </a:spcAft>
              <a:buClrTx/>
              <a:buSzTx/>
              <a:buFont typeface="Arial"/>
              <a:buNone/>
            </a:pPr>
            <a:endParaRPr/>
          </a:p>
        </p:txBody>
      </p:sp>
      <p:sp>
        <p:nvSpPr>
          <p:cNvPr id="38" name="CaixaDeTexto 37">
            <a:extLst>
              <a:ext uri="{FF2B5EF4-FFF2-40B4-BE49-F238E27FC236}">
                <a16:creationId xmlns:a16="http://schemas.microsoft.com/office/drawing/2014/main" id="{274463A4-53B8-8400-ED23-F1EF94181ADA}"/>
              </a:ext>
            </a:extLst>
          </p:cNvPr>
          <p:cNvSpPr>
            <a:spLocks noGrp="1"/>
          </p:cNvSpPr>
          <p:nvPr/>
        </p:nvSpPr>
        <p:spPr>
          <a:xfrm>
            <a:off x="371744" y="6306179"/>
            <a:ext cx="447765" cy="200055"/>
          </a:xfrm>
          <a:prstGeom prst="rect">
            <a:avLst/>
          </a:prstGeom>
          <a:noFill/>
        </p:spPr>
        <p:txBody>
          <a:bodyPr wrap="square">
            <a:spAutoFit/>
          </a:bodyPr>
          <a:lstStyle/>
          <a:p>
            <a:r>
              <a:rPr sz="700">
                <a:solidFill>
                  <a:srgbClr val="ABAAAA"/>
                </a:solidFill>
              </a:rPr>
              <a:t>Fonte:</a:t>
            </a:r>
          </a:p>
        </p:txBody>
      </p:sp>
      <p:sp>
        <p:nvSpPr>
          <p:cNvPr id="39" name="Espaço Reservado para Texto 33">
            <a:extLst>
              <a:ext uri="{FF2B5EF4-FFF2-40B4-BE49-F238E27FC236}">
                <a16:creationId xmlns:a16="http://schemas.microsoft.com/office/drawing/2014/main" id="{6AA6A693-4A19-4AE6-B968-482287CC0735}"/>
              </a:ext>
            </a:extLst>
          </p:cNvPr>
          <p:cNvSpPr>
            <a:spLocks noGrp="1"/>
          </p:cNvSpPr>
          <p:nvPr>
            <p:ph type="body" idx="22" hasCustomPrompt="1"/>
          </p:nvPr>
        </p:nvSpPr>
        <p:spPr>
          <a:xfrm>
            <a:off x="6462684" y="6303815"/>
            <a:ext cx="4999248" cy="151187"/>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Inserir fonte aqui</a:t>
            </a:r>
          </a:p>
        </p:txBody>
      </p:sp>
      <p:sp>
        <p:nvSpPr>
          <p:cNvPr id="40" name="CaixaDeTexto 39">
            <a:extLst>
              <a:ext uri="{FF2B5EF4-FFF2-40B4-BE49-F238E27FC236}">
                <a16:creationId xmlns:a16="http://schemas.microsoft.com/office/drawing/2014/main" id="{2C95A9B3-F024-5FC7-1D06-345E482C1208}"/>
              </a:ext>
            </a:extLst>
          </p:cNvPr>
          <p:cNvSpPr>
            <a:spLocks noGrp="1"/>
          </p:cNvSpPr>
          <p:nvPr/>
        </p:nvSpPr>
        <p:spPr>
          <a:xfrm>
            <a:off x="6104358" y="6306179"/>
            <a:ext cx="447765" cy="200055"/>
          </a:xfrm>
          <a:prstGeom prst="rect">
            <a:avLst/>
          </a:prstGeom>
          <a:noFill/>
        </p:spPr>
        <p:txBody>
          <a:bodyPr wrap="square">
            <a:spAutoFit/>
          </a:bodyPr>
          <a:lstStyle/>
          <a:p>
            <a:r>
              <a:rPr sz="700">
                <a:solidFill>
                  <a:srgbClr val="ABAAAA"/>
                </a:solidFill>
              </a:rPr>
              <a:t>Fonte:</a:t>
            </a:r>
          </a:p>
        </p:txBody>
      </p:sp>
      <p:sp>
        <p:nvSpPr>
          <p:cNvPr id="55" name="Espaço Reservado para Texto 5">
            <a:extLst>
              <a:ext uri="{FF2B5EF4-FFF2-40B4-BE49-F238E27FC236}">
                <a16:creationId xmlns:a16="http://schemas.microsoft.com/office/drawing/2014/main" id="{67C8ADA9-BA21-6DE8-3C49-DCAEA908B0F0}"/>
              </a:ext>
            </a:extLst>
          </p:cNvPr>
          <p:cNvSpPr>
            <a:spLocks noGrp="1"/>
          </p:cNvSpPr>
          <p:nvPr>
            <p:ph type="body" idx="27" hasCustomPrompt="1"/>
          </p:nvPr>
        </p:nvSpPr>
        <p:spPr>
          <a:xfrm>
            <a:off x="413586" y="1431549"/>
            <a:ext cx="5554242" cy="219366"/>
          </a:xfrm>
        </p:spPr>
        <p:txBody>
          <a:bodyPr lIns="0" tIns="0" rIns="0" bIns="0">
            <a:normAutofit/>
          </a:bodyPr>
          <a:lstStyle>
            <a:lvl1pPr marL="0" indent="0" algn="ctr" defTabSz="914400">
              <a:buNone/>
              <a:defRPr sz="1400" b="0" kern="1200">
                <a:solidFill>
                  <a:schemeClr val="tx1"/>
                </a:solidFill>
                <a:latin typeface="+mn-lt"/>
                <a:ea typeface="+mn-lt"/>
                <a:cs typeface="+mn-lt"/>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marL="0" indent="0" algn="ctr" defTabSz="914400">
              <a:lnSpc>
                <a:spcPct val="90000"/>
              </a:lnSpc>
              <a:spcBef>
                <a:spcPts val="1000"/>
              </a:spcBef>
              <a:buFont typeface="Arial"/>
              <a:buNone/>
            </a:pPr>
            <a:r>
              <a:t>Unidade</a:t>
            </a:r>
          </a:p>
        </p:txBody>
      </p:sp>
      <p:sp>
        <p:nvSpPr>
          <p:cNvPr id="33" name="Retângulo 32">
            <a:extLst>
              <a:ext uri="{FF2B5EF4-FFF2-40B4-BE49-F238E27FC236}">
                <a16:creationId xmlns:a16="http://schemas.microsoft.com/office/drawing/2014/main" id="{B75CED17-DD52-DA48-7B8A-AD7DB6B3D2EB}"/>
              </a:ext>
            </a:extLst>
          </p:cNvPr>
          <p:cNvSpPr>
            <a:spLocks noGrp="1"/>
          </p:cNvSpPr>
          <p:nvPr/>
        </p:nvSpPr>
        <p:spPr>
          <a:xfrm>
            <a:off x="363119" y="3642669"/>
            <a:ext cx="5683998" cy="540291"/>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68580" tIns="34290" rIns="68580" bIns="34290" anchor="ctr">
            <a:noAutofit/>
          </a:bodyPr>
          <a:lstStyle/>
          <a:p>
            <a:pPr marL="0" marR="0" indent="0" algn="ctr" defTabSz="685800">
              <a:lnSpc>
                <a:spcPct val="100000"/>
              </a:lnSpc>
              <a:spcBef>
                <a:spcPts val="0"/>
              </a:spcBef>
              <a:spcAft>
                <a:spcPts val="0"/>
              </a:spcAft>
              <a:buClrTx/>
              <a:buSzTx/>
              <a:buFont typeface="Arial"/>
              <a:buNone/>
            </a:pPr>
            <a:endParaRPr/>
          </a:p>
        </p:txBody>
      </p:sp>
      <p:sp>
        <p:nvSpPr>
          <p:cNvPr id="41" name="Espaço Reservado para Texto 5">
            <a:extLst>
              <a:ext uri="{FF2B5EF4-FFF2-40B4-BE49-F238E27FC236}">
                <a16:creationId xmlns:a16="http://schemas.microsoft.com/office/drawing/2014/main" id="{1023DD12-BFFC-D733-C4EF-04FD0F389B10}"/>
              </a:ext>
            </a:extLst>
          </p:cNvPr>
          <p:cNvSpPr>
            <a:spLocks noGrp="1"/>
          </p:cNvSpPr>
          <p:nvPr>
            <p:ph type="body" idx="30" hasCustomPrompt="1"/>
          </p:nvPr>
        </p:nvSpPr>
        <p:spPr>
          <a:xfrm>
            <a:off x="413586" y="3677501"/>
            <a:ext cx="5554242" cy="239554"/>
          </a:xfrm>
        </p:spPr>
        <p:txBody>
          <a:bodyPr lIns="0" tIns="0" rIns="0" bIns="0">
            <a:normAutofit/>
          </a:bodyPr>
          <a:lstStyle>
            <a:lvl1pPr marL="0" indent="0" algn="ctr" defTabSz="914400">
              <a:buNone/>
              <a:defRPr sz="1400" b="1" kern="1200">
                <a:solidFill>
                  <a:schemeClr val="tx1"/>
                </a:solidFill>
                <a:latin typeface="+mn-lt"/>
                <a:ea typeface="+mn-lt"/>
                <a:cs typeface="+mn-lt"/>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a:buNone/>
            </a:pPr>
            <a:r>
              <a:t>Titulo</a:t>
            </a:r>
          </a:p>
        </p:txBody>
      </p:sp>
      <p:sp>
        <p:nvSpPr>
          <p:cNvPr id="42" name="Retângulo 41">
            <a:extLst>
              <a:ext uri="{FF2B5EF4-FFF2-40B4-BE49-F238E27FC236}">
                <a16:creationId xmlns:a16="http://schemas.microsoft.com/office/drawing/2014/main" id="{0264DD1B-FF53-75D9-05CC-010C365C686E}"/>
              </a:ext>
            </a:extLst>
          </p:cNvPr>
          <p:cNvSpPr>
            <a:spLocks noGrp="1"/>
          </p:cNvSpPr>
          <p:nvPr/>
        </p:nvSpPr>
        <p:spPr>
          <a:xfrm>
            <a:off x="363119" y="4247652"/>
            <a:ext cx="5683998" cy="184834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indent="0" algn="ctr" defTabSz="685800">
              <a:lnSpc>
                <a:spcPct val="100000"/>
              </a:lnSpc>
              <a:spcBef>
                <a:spcPts val="0"/>
              </a:spcBef>
              <a:spcAft>
                <a:spcPts val="0"/>
              </a:spcAft>
              <a:buClrTx/>
              <a:buSzTx/>
              <a:buFont typeface="Arial"/>
              <a:buNone/>
            </a:pPr>
            <a:endParaRPr/>
          </a:p>
        </p:txBody>
      </p:sp>
      <p:sp>
        <p:nvSpPr>
          <p:cNvPr id="43" name="Espaço Reservado para Texto 5">
            <a:extLst>
              <a:ext uri="{FF2B5EF4-FFF2-40B4-BE49-F238E27FC236}">
                <a16:creationId xmlns:a16="http://schemas.microsoft.com/office/drawing/2014/main" id="{2FCA271E-6A9A-9B2D-2A6D-76D280F94137}"/>
              </a:ext>
            </a:extLst>
          </p:cNvPr>
          <p:cNvSpPr>
            <a:spLocks noGrp="1"/>
          </p:cNvSpPr>
          <p:nvPr>
            <p:ph type="body" idx="31" hasCustomPrompt="1"/>
          </p:nvPr>
        </p:nvSpPr>
        <p:spPr>
          <a:xfrm>
            <a:off x="413586" y="3949572"/>
            <a:ext cx="5554242" cy="219366"/>
          </a:xfrm>
        </p:spPr>
        <p:txBody>
          <a:bodyPr lIns="0" tIns="0" rIns="0" bIns="0">
            <a:normAutofit/>
          </a:bodyPr>
          <a:lstStyle>
            <a:lvl1pPr marL="0" indent="0" algn="ctr" defTabSz="914400">
              <a:buNone/>
              <a:defRPr sz="1400" b="0" kern="1200">
                <a:solidFill>
                  <a:schemeClr val="tx1"/>
                </a:solidFill>
                <a:latin typeface="+mn-lt"/>
                <a:ea typeface="+mn-lt"/>
                <a:cs typeface="+mn-lt"/>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marL="0" indent="0" algn="ctr" defTabSz="914400">
              <a:lnSpc>
                <a:spcPct val="90000"/>
              </a:lnSpc>
              <a:spcBef>
                <a:spcPts val="1000"/>
              </a:spcBef>
              <a:buFont typeface="Arial"/>
              <a:buNone/>
            </a:pPr>
            <a:r>
              <a:t>Unidade</a:t>
            </a:r>
          </a:p>
        </p:txBody>
      </p:sp>
      <p:sp>
        <p:nvSpPr>
          <p:cNvPr id="47" name="Retângulo 46">
            <a:extLst>
              <a:ext uri="{FF2B5EF4-FFF2-40B4-BE49-F238E27FC236}">
                <a16:creationId xmlns:a16="http://schemas.microsoft.com/office/drawing/2014/main" id="{E6CEA365-796F-F4E6-98AD-F9BE56465C69}"/>
              </a:ext>
            </a:extLst>
          </p:cNvPr>
          <p:cNvSpPr>
            <a:spLocks noGrp="1"/>
          </p:cNvSpPr>
          <p:nvPr/>
        </p:nvSpPr>
        <p:spPr>
          <a:xfrm>
            <a:off x="6144885" y="1124646"/>
            <a:ext cx="5683998" cy="540291"/>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68580" tIns="34290" rIns="68580" bIns="34290" anchor="ctr">
            <a:noAutofit/>
          </a:bodyPr>
          <a:lstStyle/>
          <a:p>
            <a:pPr marL="0" marR="0" indent="0" algn="ctr" defTabSz="685800">
              <a:lnSpc>
                <a:spcPct val="100000"/>
              </a:lnSpc>
              <a:spcBef>
                <a:spcPts val="0"/>
              </a:spcBef>
              <a:spcAft>
                <a:spcPts val="0"/>
              </a:spcAft>
              <a:buClrTx/>
              <a:buSzTx/>
              <a:buFont typeface="Arial"/>
              <a:buNone/>
            </a:pPr>
            <a:endParaRPr/>
          </a:p>
        </p:txBody>
      </p:sp>
      <p:sp>
        <p:nvSpPr>
          <p:cNvPr id="48" name="Espaço Reservado para Texto 5">
            <a:extLst>
              <a:ext uri="{FF2B5EF4-FFF2-40B4-BE49-F238E27FC236}">
                <a16:creationId xmlns:a16="http://schemas.microsoft.com/office/drawing/2014/main" id="{17999BC7-DA55-FC10-F926-7FF0D7250483}"/>
              </a:ext>
            </a:extLst>
          </p:cNvPr>
          <p:cNvSpPr>
            <a:spLocks noGrp="1"/>
          </p:cNvSpPr>
          <p:nvPr>
            <p:ph type="body" idx="32" hasCustomPrompt="1"/>
          </p:nvPr>
        </p:nvSpPr>
        <p:spPr>
          <a:xfrm>
            <a:off x="6195352" y="1159478"/>
            <a:ext cx="5554242" cy="239554"/>
          </a:xfrm>
        </p:spPr>
        <p:txBody>
          <a:bodyPr lIns="0" tIns="0" rIns="0" bIns="0">
            <a:normAutofit/>
          </a:bodyPr>
          <a:lstStyle>
            <a:lvl1pPr marL="0" indent="0" algn="ctr" defTabSz="914400">
              <a:buNone/>
              <a:defRPr sz="1400" b="1" kern="1200">
                <a:solidFill>
                  <a:schemeClr val="tx1"/>
                </a:solidFill>
                <a:latin typeface="+mn-lt"/>
                <a:ea typeface="+mn-lt"/>
                <a:cs typeface="+mn-lt"/>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a:buNone/>
            </a:pPr>
            <a:r>
              <a:t>Titulo</a:t>
            </a:r>
          </a:p>
        </p:txBody>
      </p:sp>
      <p:sp>
        <p:nvSpPr>
          <p:cNvPr id="49" name="Espaço Reservado para Texto 5">
            <a:extLst>
              <a:ext uri="{FF2B5EF4-FFF2-40B4-BE49-F238E27FC236}">
                <a16:creationId xmlns:a16="http://schemas.microsoft.com/office/drawing/2014/main" id="{8105ED12-5600-3A7B-E230-A20B376A9BA2}"/>
              </a:ext>
            </a:extLst>
          </p:cNvPr>
          <p:cNvSpPr>
            <a:spLocks noGrp="1"/>
          </p:cNvSpPr>
          <p:nvPr>
            <p:ph type="body" idx="33" hasCustomPrompt="1"/>
          </p:nvPr>
        </p:nvSpPr>
        <p:spPr>
          <a:xfrm>
            <a:off x="6195352" y="1431549"/>
            <a:ext cx="5554242" cy="219366"/>
          </a:xfrm>
        </p:spPr>
        <p:txBody>
          <a:bodyPr lIns="0" tIns="0" rIns="0" bIns="0">
            <a:normAutofit/>
          </a:bodyPr>
          <a:lstStyle>
            <a:lvl1pPr marL="0" indent="0" algn="ctr" defTabSz="914400">
              <a:buNone/>
              <a:defRPr sz="1400" b="0" kern="1200">
                <a:solidFill>
                  <a:schemeClr val="tx1"/>
                </a:solidFill>
                <a:latin typeface="+mn-lt"/>
                <a:ea typeface="+mn-lt"/>
                <a:cs typeface="+mn-lt"/>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marL="0" indent="0" algn="ctr" defTabSz="914400">
              <a:lnSpc>
                <a:spcPct val="90000"/>
              </a:lnSpc>
              <a:spcBef>
                <a:spcPts val="1000"/>
              </a:spcBef>
              <a:buFont typeface="Arial"/>
              <a:buNone/>
            </a:pPr>
            <a:r>
              <a:t>Unidade</a:t>
            </a:r>
          </a:p>
        </p:txBody>
      </p:sp>
      <p:pic>
        <p:nvPicPr>
          <p:cNvPr id="78" name="Imagem 2"/>
          <p:cNvPicPr>
            <a:picLocks noChangeAspect="1"/>
          </p:cNvPicPr>
          <p:nvPr/>
        </p:nvPicPr>
        <p:blipFill>
          <a:blip r:embed="rId2"/>
          <a:stretch>
            <a:fillRect/>
          </a:stretch>
        </p:blipFill>
        <p:spPr>
          <a:xfrm>
            <a:off x="10804163" y="361538"/>
            <a:ext cx="1011600" cy="461409"/>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6_INSTITUCIONAL">
    <p:spTree>
      <p:nvGrpSpPr>
        <p:cNvPr id="1" name=""/>
        <p:cNvGrpSpPr/>
        <p:nvPr/>
      </p:nvGrpSpPr>
      <p:grpSpPr>
        <a:xfrm>
          <a:off x="0" y="0"/>
          <a:ext cx="0" cy="0"/>
          <a:chOff x="0" y="0"/>
          <a:chExt cx="0" cy="0"/>
        </a:xfrm>
      </p:grpSpPr>
      <p:sp>
        <p:nvSpPr>
          <p:cNvPr id="32" name="Retângulo 31">
            <a:extLst>
              <a:ext uri="{FF2B5EF4-FFF2-40B4-BE49-F238E27FC236}">
                <a16:creationId xmlns:a16="http://schemas.microsoft.com/office/drawing/2014/main" id="{943FAEEB-F594-0599-320C-2574E3AF9384}"/>
              </a:ext>
            </a:extLst>
          </p:cNvPr>
          <p:cNvSpPr>
            <a:spLocks noGrp="1"/>
          </p:cNvSpPr>
          <p:nvPr/>
        </p:nvSpPr>
        <p:spPr>
          <a:xfrm>
            <a:off x="363120" y="1110841"/>
            <a:ext cx="3783716" cy="8108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68580" tIns="34290" rIns="68580" bIns="34290" anchor="ctr">
            <a:noAutofit/>
          </a:bodyPr>
          <a:lstStyle/>
          <a:p>
            <a:pPr marL="0" marR="0" indent="0" algn="ctr" defTabSz="685800">
              <a:lnSpc>
                <a:spcPct val="100000"/>
              </a:lnSpc>
              <a:spcBef>
                <a:spcPts val="0"/>
              </a:spcBef>
              <a:spcAft>
                <a:spcPts val="0"/>
              </a:spcAft>
              <a:buClrTx/>
              <a:buSzTx/>
              <a:buFont typeface="Arial"/>
              <a:buNone/>
            </a:pPr>
            <a:endParaRPr/>
          </a:p>
        </p:txBody>
      </p:sp>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idx="4"/>
          </p:nvPr>
        </p:nvSpPr>
        <p:spPr>
          <a:xfrm>
            <a:off x="11550857" y="6584949"/>
            <a:ext cx="264906" cy="174624"/>
          </a:xfrm>
          <a:prstGeom prst="rect">
            <a:avLst/>
          </a:prstGeom>
        </p:spPr>
        <p:txBody>
          <a:bodyPr lIns="0" tIns="0" rIns="0" bIns="0"/>
          <a:lstStyle>
            <a:lvl1pPr algn="r">
              <a:buNone/>
              <a:defRPr sz="900" kern="1200">
                <a:solidFill>
                  <a:srgbClr val="A6A5A5"/>
                </a:solidFill>
                <a:latin typeface="Titillium Web Light"/>
                <a:ea typeface="Titillium Web Light"/>
                <a:cs typeface="Titillium Web Light"/>
              </a:defRPr>
            </a:lvl1pPr>
          </a:lstStyle>
          <a:p>
            <a:fld id="{E8537E7D-B481-4A27-91D3-485D98CF8A66}" type="slidenum">
              <a:t>‹#›</a:t>
            </a:fld>
            <a:endParaRPr/>
          </a:p>
        </p:txBody>
      </p:sp>
      <p:sp>
        <p:nvSpPr>
          <p:cNvPr id="5" name="Conector reto 4">
            <a:extLst>
              <a:ext uri="{FF2B5EF4-FFF2-40B4-BE49-F238E27FC236}">
                <a16:creationId xmlns:a16="http://schemas.microsoft.com/office/drawing/2014/main" id="{10D79655-7D0B-4254-B5BD-7B8E8F410953}"/>
              </a:ext>
            </a:extLst>
          </p:cNvPr>
          <p:cNvSpPr>
            <a:spLocks noGrp="1"/>
          </p:cNvSpPr>
          <p:nvPr/>
        </p:nv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7" name="Conector reto 6">
            <a:extLst>
              <a:ext uri="{FF2B5EF4-FFF2-40B4-BE49-F238E27FC236}">
                <a16:creationId xmlns:a16="http://schemas.microsoft.com/office/drawing/2014/main" id="{C3D615E8-27CB-4A0E-8BF8-B836F37AFE00}"/>
              </a:ext>
            </a:extLst>
          </p:cNvPr>
          <p:cNvSpPr>
            <a:spLocks noGrp="1"/>
          </p:cNvSpPr>
          <p:nvPr/>
        </p:nv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idx="10" hasCustomPrompt="1"/>
          </p:nvPr>
        </p:nvSpPr>
        <p:spPr>
          <a:xfrm>
            <a:off x="371475" y="311805"/>
            <a:ext cx="10289426" cy="309563"/>
          </a:xfrm>
          <a:prstGeom prst="rect">
            <a:avLst/>
          </a:prstGeom>
        </p:spPr>
        <p:txBody>
          <a:bodyPr lIns="0" tIns="0" rIns="0" bIns="0" anchor="b">
            <a:noAutofit/>
          </a:bodyPr>
          <a:lstStyle>
            <a:lvl1pPr marL="0" indent="0" algn="l" defTabSz="914400">
              <a:lnSpc>
                <a:spcPct val="90000"/>
              </a:lnSpc>
              <a:spcBef>
                <a:spcPts val="1000"/>
              </a:spcBef>
              <a:buFont typeface="Arial"/>
              <a:buNone/>
              <a:defRPr sz="2000" b="1" kern="1200" cap="all" baseline="0">
                <a:solidFill>
                  <a:srgbClr val="061844"/>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a:buNone/>
            </a:pPr>
            <a: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idx="16" hasCustomPrompt="1"/>
          </p:nvPr>
        </p:nvSpPr>
        <p:spPr>
          <a:xfrm>
            <a:off x="371475" y="596574"/>
            <a:ext cx="10289426" cy="266878"/>
          </a:xfrm>
          <a:prstGeom prst="rect">
            <a:avLst/>
          </a:prstGeom>
        </p:spPr>
        <p:txBody>
          <a:bodyPr lIns="0" tIns="0" rIns="0" bIns="0" anchor="ctr">
            <a:noAutofit/>
          </a:bodyPr>
          <a:lstStyle>
            <a:lvl1pPr marL="0" indent="0" algn="l" defTabSz="914400">
              <a:lnSpc>
                <a:spcPct val="90000"/>
              </a:lnSpc>
              <a:spcBef>
                <a:spcPts val="1000"/>
              </a:spcBef>
              <a:buFont typeface="Arial"/>
              <a:buNone/>
              <a:defRPr sz="1600" kern="1200" cap="none" baseline="0">
                <a:solidFill>
                  <a:srgbClr val="3F4655"/>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marL="0" indent="0" algn="l" defTabSz="914400">
              <a:lnSpc>
                <a:spcPct val="90000"/>
              </a:lnSpc>
              <a:spcBef>
                <a:spcPts val="1000"/>
              </a:spcBef>
              <a:buFont typeface="Arial"/>
              <a:buNone/>
            </a:pPr>
            <a: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idx="17" hasCustomPrompt="1"/>
          </p:nvPr>
        </p:nvSpPr>
        <p:spPr>
          <a:xfrm>
            <a:off x="730070" y="6303815"/>
            <a:ext cx="4999248" cy="151187"/>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Inserir fonte aqui</a:t>
            </a:r>
          </a:p>
        </p:txBody>
      </p:sp>
      <p:sp>
        <p:nvSpPr>
          <p:cNvPr id="6" name="Espaço Reservado para Texto 5">
            <a:extLst>
              <a:ext uri="{FF2B5EF4-FFF2-40B4-BE49-F238E27FC236}">
                <a16:creationId xmlns:a16="http://schemas.microsoft.com/office/drawing/2014/main" id="{E9D289EB-E59B-8BE2-DC97-F9A17691749A}"/>
              </a:ext>
            </a:extLst>
          </p:cNvPr>
          <p:cNvSpPr>
            <a:spLocks noGrp="1"/>
          </p:cNvSpPr>
          <p:nvPr>
            <p:ph type="body" idx="18" hasCustomPrompt="1"/>
          </p:nvPr>
        </p:nvSpPr>
        <p:spPr>
          <a:xfrm>
            <a:off x="413586" y="1301194"/>
            <a:ext cx="3697339" cy="248285"/>
          </a:xfrm>
        </p:spPr>
        <p:txBody>
          <a:bodyPr lIns="0" tIns="0" rIns="0" bIns="0">
            <a:normAutofit/>
          </a:bodyPr>
          <a:lstStyle>
            <a:lvl1pPr marL="0" indent="0" algn="ctr" defTabSz="914400">
              <a:buNone/>
              <a:defRPr sz="1400" b="1" kern="1200">
                <a:solidFill>
                  <a:schemeClr val="tx1"/>
                </a:solidFill>
                <a:latin typeface="+mn-lt"/>
                <a:ea typeface="+mn-lt"/>
                <a:cs typeface="+mn-lt"/>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a:buNone/>
            </a:pPr>
            <a:r>
              <a:t>Titulo</a:t>
            </a:r>
          </a:p>
        </p:txBody>
      </p:sp>
      <p:sp>
        <p:nvSpPr>
          <p:cNvPr id="36" name="Retângulo 35">
            <a:extLst>
              <a:ext uri="{FF2B5EF4-FFF2-40B4-BE49-F238E27FC236}">
                <a16:creationId xmlns:a16="http://schemas.microsoft.com/office/drawing/2014/main" id="{F693B295-05D6-CBA4-B4AC-51807A8CCE91}"/>
              </a:ext>
            </a:extLst>
          </p:cNvPr>
          <p:cNvSpPr>
            <a:spLocks noGrp="1"/>
          </p:cNvSpPr>
          <p:nvPr/>
        </p:nvSpPr>
        <p:spPr>
          <a:xfrm>
            <a:off x="363120" y="2148691"/>
            <a:ext cx="3783716" cy="3944134"/>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indent="0" algn="ctr" defTabSz="685800">
              <a:lnSpc>
                <a:spcPct val="100000"/>
              </a:lnSpc>
              <a:spcBef>
                <a:spcPts val="0"/>
              </a:spcBef>
              <a:spcAft>
                <a:spcPts val="0"/>
              </a:spcAft>
              <a:buClrTx/>
              <a:buSzTx/>
              <a:buFont typeface="Arial"/>
              <a:buNone/>
            </a:pPr>
            <a:endParaRPr/>
          </a:p>
        </p:txBody>
      </p:sp>
      <p:sp>
        <p:nvSpPr>
          <p:cNvPr id="38" name="CaixaDeTexto 37">
            <a:extLst>
              <a:ext uri="{FF2B5EF4-FFF2-40B4-BE49-F238E27FC236}">
                <a16:creationId xmlns:a16="http://schemas.microsoft.com/office/drawing/2014/main" id="{274463A4-53B8-8400-ED23-F1EF94181ADA}"/>
              </a:ext>
            </a:extLst>
          </p:cNvPr>
          <p:cNvSpPr>
            <a:spLocks noGrp="1"/>
          </p:cNvSpPr>
          <p:nvPr/>
        </p:nvSpPr>
        <p:spPr>
          <a:xfrm>
            <a:off x="371744" y="6306179"/>
            <a:ext cx="447765" cy="200055"/>
          </a:xfrm>
          <a:prstGeom prst="rect">
            <a:avLst/>
          </a:prstGeom>
          <a:noFill/>
        </p:spPr>
        <p:txBody>
          <a:bodyPr wrap="square">
            <a:spAutoFit/>
          </a:bodyPr>
          <a:lstStyle/>
          <a:p>
            <a:r>
              <a:rPr sz="700">
                <a:solidFill>
                  <a:srgbClr val="ABAAAA"/>
                </a:solidFill>
              </a:rPr>
              <a:t>Fonte:</a:t>
            </a:r>
          </a:p>
        </p:txBody>
      </p:sp>
      <p:sp>
        <p:nvSpPr>
          <p:cNvPr id="39" name="Espaço Reservado para Texto 33">
            <a:extLst>
              <a:ext uri="{FF2B5EF4-FFF2-40B4-BE49-F238E27FC236}">
                <a16:creationId xmlns:a16="http://schemas.microsoft.com/office/drawing/2014/main" id="{6AA6A693-4A19-4AE6-B968-482287CC0735}"/>
              </a:ext>
            </a:extLst>
          </p:cNvPr>
          <p:cNvSpPr>
            <a:spLocks noGrp="1"/>
          </p:cNvSpPr>
          <p:nvPr>
            <p:ph type="body" idx="22" hasCustomPrompt="1"/>
          </p:nvPr>
        </p:nvSpPr>
        <p:spPr>
          <a:xfrm>
            <a:off x="6462684" y="6303815"/>
            <a:ext cx="4999248" cy="151187"/>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Inserir fonte aqui</a:t>
            </a:r>
          </a:p>
        </p:txBody>
      </p:sp>
      <p:sp>
        <p:nvSpPr>
          <p:cNvPr id="40" name="CaixaDeTexto 39">
            <a:extLst>
              <a:ext uri="{FF2B5EF4-FFF2-40B4-BE49-F238E27FC236}">
                <a16:creationId xmlns:a16="http://schemas.microsoft.com/office/drawing/2014/main" id="{2C95A9B3-F024-5FC7-1D06-345E482C1208}"/>
              </a:ext>
            </a:extLst>
          </p:cNvPr>
          <p:cNvSpPr>
            <a:spLocks noGrp="1"/>
          </p:cNvSpPr>
          <p:nvPr/>
        </p:nvSpPr>
        <p:spPr>
          <a:xfrm>
            <a:off x="6104358" y="6306179"/>
            <a:ext cx="447765" cy="200055"/>
          </a:xfrm>
          <a:prstGeom prst="rect">
            <a:avLst/>
          </a:prstGeom>
          <a:noFill/>
        </p:spPr>
        <p:txBody>
          <a:bodyPr wrap="square">
            <a:spAutoFit/>
          </a:bodyPr>
          <a:lstStyle/>
          <a:p>
            <a:r>
              <a:rPr sz="700">
                <a:solidFill>
                  <a:srgbClr val="ABAAAA"/>
                </a:solidFill>
              </a:rPr>
              <a:t>Fonte:</a:t>
            </a:r>
          </a:p>
        </p:txBody>
      </p:sp>
      <p:sp>
        <p:nvSpPr>
          <p:cNvPr id="55" name="Espaço Reservado para Texto 5">
            <a:extLst>
              <a:ext uri="{FF2B5EF4-FFF2-40B4-BE49-F238E27FC236}">
                <a16:creationId xmlns:a16="http://schemas.microsoft.com/office/drawing/2014/main" id="{67C8ADA9-BA21-6DE8-3C49-DCAEA908B0F0}"/>
              </a:ext>
            </a:extLst>
          </p:cNvPr>
          <p:cNvSpPr>
            <a:spLocks noGrp="1"/>
          </p:cNvSpPr>
          <p:nvPr>
            <p:ph type="body" idx="27" hasCustomPrompt="1"/>
          </p:nvPr>
        </p:nvSpPr>
        <p:spPr>
          <a:xfrm>
            <a:off x="413586" y="1573265"/>
            <a:ext cx="3697339" cy="227361"/>
          </a:xfrm>
        </p:spPr>
        <p:txBody>
          <a:bodyPr lIns="0" tIns="0" rIns="0" bIns="0">
            <a:normAutofit/>
          </a:bodyPr>
          <a:lstStyle>
            <a:lvl1pPr marL="0" indent="0" algn="ctr" defTabSz="914400">
              <a:buNone/>
              <a:defRPr sz="1400" b="0" kern="1200">
                <a:solidFill>
                  <a:schemeClr val="tx1"/>
                </a:solidFill>
                <a:latin typeface="+mn-lt"/>
                <a:ea typeface="+mn-lt"/>
                <a:cs typeface="+mn-lt"/>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marL="0" indent="0" algn="ctr" defTabSz="914400">
              <a:lnSpc>
                <a:spcPct val="90000"/>
              </a:lnSpc>
              <a:spcBef>
                <a:spcPts val="1000"/>
              </a:spcBef>
              <a:buFont typeface="Arial"/>
              <a:buNone/>
            </a:pPr>
            <a:r>
              <a:t>Unidade</a:t>
            </a:r>
          </a:p>
        </p:txBody>
      </p:sp>
      <p:sp>
        <p:nvSpPr>
          <p:cNvPr id="48" name="Retângulo 47">
            <a:extLst>
              <a:ext uri="{FF2B5EF4-FFF2-40B4-BE49-F238E27FC236}">
                <a16:creationId xmlns:a16="http://schemas.microsoft.com/office/drawing/2014/main" id="{8263E2BC-E6E7-E54A-73E9-A634C23CA9F9}"/>
              </a:ext>
            </a:extLst>
          </p:cNvPr>
          <p:cNvSpPr>
            <a:spLocks noGrp="1"/>
          </p:cNvSpPr>
          <p:nvPr/>
        </p:nvSpPr>
        <p:spPr>
          <a:xfrm>
            <a:off x="4212500" y="1110841"/>
            <a:ext cx="3783716" cy="8108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68580" tIns="34290" rIns="68580" bIns="34290" anchor="ctr">
            <a:noAutofit/>
          </a:bodyPr>
          <a:lstStyle/>
          <a:p>
            <a:pPr marL="0" marR="0" indent="0" algn="ctr" defTabSz="685800">
              <a:lnSpc>
                <a:spcPct val="100000"/>
              </a:lnSpc>
              <a:spcBef>
                <a:spcPts val="0"/>
              </a:spcBef>
              <a:spcAft>
                <a:spcPts val="0"/>
              </a:spcAft>
              <a:buClrTx/>
              <a:buSzTx/>
              <a:buFont typeface="Arial"/>
              <a:buNone/>
            </a:pPr>
            <a:endParaRPr/>
          </a:p>
        </p:txBody>
      </p:sp>
      <p:sp>
        <p:nvSpPr>
          <p:cNvPr id="49" name="Espaço Reservado para Texto 5">
            <a:extLst>
              <a:ext uri="{FF2B5EF4-FFF2-40B4-BE49-F238E27FC236}">
                <a16:creationId xmlns:a16="http://schemas.microsoft.com/office/drawing/2014/main" id="{71E7EFA5-DECC-BB57-0ABE-384250ACA8DC}"/>
              </a:ext>
            </a:extLst>
          </p:cNvPr>
          <p:cNvSpPr>
            <a:spLocks noGrp="1"/>
          </p:cNvSpPr>
          <p:nvPr>
            <p:ph type="body" idx="28" hasCustomPrompt="1"/>
          </p:nvPr>
        </p:nvSpPr>
        <p:spPr>
          <a:xfrm>
            <a:off x="4262966" y="1301194"/>
            <a:ext cx="3697339" cy="248285"/>
          </a:xfrm>
        </p:spPr>
        <p:txBody>
          <a:bodyPr lIns="0" tIns="0" rIns="0" bIns="0">
            <a:normAutofit/>
          </a:bodyPr>
          <a:lstStyle>
            <a:lvl1pPr marL="0" indent="0" algn="ctr" defTabSz="914400">
              <a:buNone/>
              <a:defRPr sz="1400" b="1" kern="1200">
                <a:solidFill>
                  <a:schemeClr val="tx1"/>
                </a:solidFill>
                <a:latin typeface="+mn-lt"/>
                <a:ea typeface="+mn-lt"/>
                <a:cs typeface="+mn-lt"/>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a:buNone/>
            </a:pPr>
            <a:r>
              <a:t>Titulo</a:t>
            </a:r>
          </a:p>
        </p:txBody>
      </p:sp>
      <p:sp>
        <p:nvSpPr>
          <p:cNvPr id="50" name="Retângulo 49">
            <a:extLst>
              <a:ext uri="{FF2B5EF4-FFF2-40B4-BE49-F238E27FC236}">
                <a16:creationId xmlns:a16="http://schemas.microsoft.com/office/drawing/2014/main" id="{27C22A21-A56C-E538-2852-964F43971DDE}"/>
              </a:ext>
            </a:extLst>
          </p:cNvPr>
          <p:cNvSpPr>
            <a:spLocks noGrp="1"/>
          </p:cNvSpPr>
          <p:nvPr/>
        </p:nvSpPr>
        <p:spPr>
          <a:xfrm>
            <a:off x="4212500" y="2148691"/>
            <a:ext cx="3783716" cy="3944134"/>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indent="0" algn="ctr" defTabSz="685800">
              <a:lnSpc>
                <a:spcPct val="100000"/>
              </a:lnSpc>
              <a:spcBef>
                <a:spcPts val="0"/>
              </a:spcBef>
              <a:spcAft>
                <a:spcPts val="0"/>
              </a:spcAft>
              <a:buClrTx/>
              <a:buSzTx/>
              <a:buFont typeface="Arial"/>
              <a:buNone/>
            </a:pPr>
            <a:endParaRPr/>
          </a:p>
        </p:txBody>
      </p:sp>
      <p:sp>
        <p:nvSpPr>
          <p:cNvPr id="51" name="Espaço Reservado para Texto 5">
            <a:extLst>
              <a:ext uri="{FF2B5EF4-FFF2-40B4-BE49-F238E27FC236}">
                <a16:creationId xmlns:a16="http://schemas.microsoft.com/office/drawing/2014/main" id="{D5A6BDBC-076E-559F-EE6D-45C79F99D5CF}"/>
              </a:ext>
            </a:extLst>
          </p:cNvPr>
          <p:cNvSpPr>
            <a:spLocks noGrp="1"/>
          </p:cNvSpPr>
          <p:nvPr>
            <p:ph type="body" idx="29" hasCustomPrompt="1"/>
          </p:nvPr>
        </p:nvSpPr>
        <p:spPr>
          <a:xfrm>
            <a:off x="4262966" y="1573265"/>
            <a:ext cx="3697339" cy="227361"/>
          </a:xfrm>
        </p:spPr>
        <p:txBody>
          <a:bodyPr lIns="0" tIns="0" rIns="0" bIns="0">
            <a:normAutofit/>
          </a:bodyPr>
          <a:lstStyle>
            <a:lvl1pPr marL="0" indent="0" algn="ctr" defTabSz="914400">
              <a:buNone/>
              <a:defRPr sz="1400" b="0" kern="1200">
                <a:solidFill>
                  <a:schemeClr val="tx1"/>
                </a:solidFill>
                <a:latin typeface="+mn-lt"/>
                <a:ea typeface="+mn-lt"/>
                <a:cs typeface="+mn-lt"/>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marL="0" indent="0" algn="ctr" defTabSz="914400">
              <a:lnSpc>
                <a:spcPct val="90000"/>
              </a:lnSpc>
              <a:spcBef>
                <a:spcPts val="1000"/>
              </a:spcBef>
              <a:buFont typeface="Arial"/>
              <a:buNone/>
            </a:pPr>
            <a:r>
              <a:t>Unidade</a:t>
            </a:r>
          </a:p>
        </p:txBody>
      </p:sp>
      <p:sp>
        <p:nvSpPr>
          <p:cNvPr id="52" name="Retângulo 51">
            <a:extLst>
              <a:ext uri="{FF2B5EF4-FFF2-40B4-BE49-F238E27FC236}">
                <a16:creationId xmlns:a16="http://schemas.microsoft.com/office/drawing/2014/main" id="{6A346FB0-69E4-33CB-26A6-A19A02291881}"/>
              </a:ext>
            </a:extLst>
          </p:cNvPr>
          <p:cNvSpPr>
            <a:spLocks noGrp="1"/>
          </p:cNvSpPr>
          <p:nvPr/>
        </p:nvSpPr>
        <p:spPr>
          <a:xfrm>
            <a:off x="8061880" y="1110841"/>
            <a:ext cx="3783716" cy="8108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68580" tIns="34290" rIns="68580" bIns="34290" anchor="ctr">
            <a:noAutofit/>
          </a:bodyPr>
          <a:lstStyle/>
          <a:p>
            <a:pPr marL="0" marR="0" indent="0" algn="ctr" defTabSz="685800">
              <a:lnSpc>
                <a:spcPct val="100000"/>
              </a:lnSpc>
              <a:spcBef>
                <a:spcPts val="0"/>
              </a:spcBef>
              <a:spcAft>
                <a:spcPts val="0"/>
              </a:spcAft>
              <a:buClrTx/>
              <a:buSzTx/>
              <a:buFont typeface="Arial"/>
              <a:buNone/>
            </a:pPr>
            <a:endParaRPr/>
          </a:p>
        </p:txBody>
      </p:sp>
      <p:sp>
        <p:nvSpPr>
          <p:cNvPr id="53" name="Espaço Reservado para Texto 5">
            <a:extLst>
              <a:ext uri="{FF2B5EF4-FFF2-40B4-BE49-F238E27FC236}">
                <a16:creationId xmlns:a16="http://schemas.microsoft.com/office/drawing/2014/main" id="{5DF946EB-9CAD-74C3-5556-1BC42745AD28}"/>
              </a:ext>
            </a:extLst>
          </p:cNvPr>
          <p:cNvSpPr>
            <a:spLocks noGrp="1"/>
          </p:cNvSpPr>
          <p:nvPr>
            <p:ph type="body" idx="30" hasCustomPrompt="1"/>
          </p:nvPr>
        </p:nvSpPr>
        <p:spPr>
          <a:xfrm>
            <a:off x="8112346" y="1301194"/>
            <a:ext cx="3697339" cy="248285"/>
          </a:xfrm>
        </p:spPr>
        <p:txBody>
          <a:bodyPr lIns="0" tIns="0" rIns="0" bIns="0">
            <a:normAutofit/>
          </a:bodyPr>
          <a:lstStyle>
            <a:lvl1pPr marL="0" indent="0" algn="ctr" defTabSz="914400">
              <a:buNone/>
              <a:defRPr sz="1400" b="1" kern="1200">
                <a:solidFill>
                  <a:schemeClr val="tx1"/>
                </a:solidFill>
                <a:latin typeface="+mn-lt"/>
                <a:ea typeface="+mn-lt"/>
                <a:cs typeface="+mn-lt"/>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a:buNone/>
            </a:pPr>
            <a:r>
              <a:t>Titulo</a:t>
            </a:r>
          </a:p>
        </p:txBody>
      </p:sp>
      <p:sp>
        <p:nvSpPr>
          <p:cNvPr id="58" name="Retângulo 57">
            <a:extLst>
              <a:ext uri="{FF2B5EF4-FFF2-40B4-BE49-F238E27FC236}">
                <a16:creationId xmlns:a16="http://schemas.microsoft.com/office/drawing/2014/main" id="{9A24F982-CB20-ED17-D4A7-739E93FBABFF}"/>
              </a:ext>
            </a:extLst>
          </p:cNvPr>
          <p:cNvSpPr>
            <a:spLocks noGrp="1"/>
          </p:cNvSpPr>
          <p:nvPr/>
        </p:nvSpPr>
        <p:spPr>
          <a:xfrm>
            <a:off x="8061880" y="2148691"/>
            <a:ext cx="3783716" cy="3944134"/>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indent="0" algn="ctr" defTabSz="685800">
              <a:lnSpc>
                <a:spcPct val="100000"/>
              </a:lnSpc>
              <a:spcBef>
                <a:spcPts val="0"/>
              </a:spcBef>
              <a:spcAft>
                <a:spcPts val="0"/>
              </a:spcAft>
              <a:buClrTx/>
              <a:buSzTx/>
              <a:buFont typeface="Arial"/>
              <a:buNone/>
            </a:pPr>
            <a:endParaRPr/>
          </a:p>
        </p:txBody>
      </p:sp>
      <p:sp>
        <p:nvSpPr>
          <p:cNvPr id="59" name="Espaço Reservado para Texto 5">
            <a:extLst>
              <a:ext uri="{FF2B5EF4-FFF2-40B4-BE49-F238E27FC236}">
                <a16:creationId xmlns:a16="http://schemas.microsoft.com/office/drawing/2014/main" id="{F06E7839-344A-30DA-1EA0-E8C80E0AAB7B}"/>
              </a:ext>
            </a:extLst>
          </p:cNvPr>
          <p:cNvSpPr>
            <a:spLocks noGrp="1"/>
          </p:cNvSpPr>
          <p:nvPr>
            <p:ph type="body" idx="31" hasCustomPrompt="1"/>
          </p:nvPr>
        </p:nvSpPr>
        <p:spPr>
          <a:xfrm>
            <a:off x="8112346" y="1573265"/>
            <a:ext cx="3697339" cy="227361"/>
          </a:xfrm>
        </p:spPr>
        <p:txBody>
          <a:bodyPr lIns="0" tIns="0" rIns="0" bIns="0">
            <a:normAutofit/>
          </a:bodyPr>
          <a:lstStyle>
            <a:lvl1pPr marL="0" indent="0" algn="ctr" defTabSz="914400">
              <a:buNone/>
              <a:defRPr sz="1400" b="0" kern="1200">
                <a:solidFill>
                  <a:schemeClr val="tx1"/>
                </a:solidFill>
                <a:latin typeface="+mn-lt"/>
                <a:ea typeface="+mn-lt"/>
                <a:cs typeface="+mn-lt"/>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marL="0" indent="0" algn="ctr" defTabSz="914400">
              <a:lnSpc>
                <a:spcPct val="90000"/>
              </a:lnSpc>
              <a:spcBef>
                <a:spcPts val="1000"/>
              </a:spcBef>
              <a:buFont typeface="Arial"/>
              <a:buNone/>
            </a:pPr>
            <a:r>
              <a:t>Unidade</a:t>
            </a:r>
          </a:p>
        </p:txBody>
      </p:sp>
      <p:pic>
        <p:nvPicPr>
          <p:cNvPr id="82" name="Imagem 2"/>
          <p:cNvPicPr>
            <a:picLocks noChangeAspect="1"/>
          </p:cNvPicPr>
          <p:nvPr/>
        </p:nvPicPr>
        <p:blipFill>
          <a:blip r:embed="rId2"/>
          <a:stretch>
            <a:fillRect/>
          </a:stretch>
        </p:blipFill>
        <p:spPr>
          <a:xfrm>
            <a:off x="10804163" y="361538"/>
            <a:ext cx="1011600" cy="461409"/>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5_INSTITUCIONAL">
    <p:spTree>
      <p:nvGrpSpPr>
        <p:cNvPr id="1" name=""/>
        <p:cNvGrpSpPr/>
        <p:nvPr/>
      </p:nvGrpSpPr>
      <p:grpSpPr>
        <a:xfrm>
          <a:off x="0" y="0"/>
          <a:ext cx="0" cy="0"/>
          <a:chOff x="0" y="0"/>
          <a:chExt cx="0" cy="0"/>
        </a:xfrm>
      </p:grpSpPr>
      <p:sp>
        <p:nvSpPr>
          <p:cNvPr id="32" name="Retângulo 31">
            <a:extLst>
              <a:ext uri="{FF2B5EF4-FFF2-40B4-BE49-F238E27FC236}">
                <a16:creationId xmlns:a16="http://schemas.microsoft.com/office/drawing/2014/main" id="{943FAEEB-F594-0599-320C-2574E3AF9384}"/>
              </a:ext>
            </a:extLst>
          </p:cNvPr>
          <p:cNvSpPr>
            <a:spLocks noGrp="1"/>
          </p:cNvSpPr>
          <p:nvPr/>
        </p:nvSpPr>
        <p:spPr>
          <a:xfrm>
            <a:off x="363119" y="1124646"/>
            <a:ext cx="5683998" cy="540291"/>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68580" tIns="34290" rIns="68580" bIns="34290" anchor="ctr">
            <a:noAutofit/>
          </a:bodyPr>
          <a:lstStyle/>
          <a:p>
            <a:pPr marL="0" marR="0" indent="0" algn="ctr" defTabSz="685800">
              <a:lnSpc>
                <a:spcPct val="100000"/>
              </a:lnSpc>
              <a:spcBef>
                <a:spcPts val="0"/>
              </a:spcBef>
              <a:spcAft>
                <a:spcPts val="0"/>
              </a:spcAft>
              <a:buClrTx/>
              <a:buSzTx/>
              <a:buFont typeface="Arial"/>
              <a:buNone/>
            </a:pPr>
            <a:endParaRPr/>
          </a:p>
        </p:txBody>
      </p:sp>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idx="4"/>
          </p:nvPr>
        </p:nvSpPr>
        <p:spPr>
          <a:xfrm>
            <a:off x="11550857" y="6584949"/>
            <a:ext cx="264906" cy="174624"/>
          </a:xfrm>
          <a:prstGeom prst="rect">
            <a:avLst/>
          </a:prstGeom>
        </p:spPr>
        <p:txBody>
          <a:bodyPr lIns="0" tIns="0" rIns="0" bIns="0"/>
          <a:lstStyle>
            <a:lvl1pPr algn="r">
              <a:buNone/>
              <a:defRPr sz="900" kern="1200">
                <a:solidFill>
                  <a:srgbClr val="A6A5A5"/>
                </a:solidFill>
                <a:latin typeface="Titillium Web Light"/>
                <a:ea typeface="Titillium Web Light"/>
                <a:cs typeface="Titillium Web Light"/>
              </a:defRPr>
            </a:lvl1pPr>
          </a:lstStyle>
          <a:p>
            <a:fld id="{E8537E7D-B481-4A27-91D3-485D98CF8A66}" type="slidenum">
              <a:t>‹#›</a:t>
            </a:fld>
            <a:endParaRPr/>
          </a:p>
        </p:txBody>
      </p:sp>
      <p:sp>
        <p:nvSpPr>
          <p:cNvPr id="5" name="Conector reto 4">
            <a:extLst>
              <a:ext uri="{FF2B5EF4-FFF2-40B4-BE49-F238E27FC236}">
                <a16:creationId xmlns:a16="http://schemas.microsoft.com/office/drawing/2014/main" id="{B50D29F6-4DBB-406D-BFD3-366644747DD9}"/>
              </a:ext>
            </a:extLst>
          </p:cNvPr>
          <p:cNvSpPr>
            <a:spLocks noGrp="1"/>
          </p:cNvSpPr>
          <p:nvPr/>
        </p:nv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7" name="Conector reto 6">
            <a:extLst>
              <a:ext uri="{FF2B5EF4-FFF2-40B4-BE49-F238E27FC236}">
                <a16:creationId xmlns:a16="http://schemas.microsoft.com/office/drawing/2014/main" id="{90C3552D-91FA-4A72-870A-558DDD1ACB2C}"/>
              </a:ext>
            </a:extLst>
          </p:cNvPr>
          <p:cNvSpPr>
            <a:spLocks noGrp="1"/>
          </p:cNvSpPr>
          <p:nvPr/>
        </p:nv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idx="10" hasCustomPrompt="1"/>
          </p:nvPr>
        </p:nvSpPr>
        <p:spPr>
          <a:xfrm>
            <a:off x="371475" y="311805"/>
            <a:ext cx="10289426" cy="309563"/>
          </a:xfrm>
          <a:prstGeom prst="rect">
            <a:avLst/>
          </a:prstGeom>
        </p:spPr>
        <p:txBody>
          <a:bodyPr lIns="0" tIns="0" rIns="0" bIns="0" anchor="b">
            <a:noAutofit/>
          </a:bodyPr>
          <a:lstStyle>
            <a:lvl1pPr marL="0" indent="0" algn="l" defTabSz="914400">
              <a:lnSpc>
                <a:spcPct val="90000"/>
              </a:lnSpc>
              <a:spcBef>
                <a:spcPts val="1000"/>
              </a:spcBef>
              <a:buFont typeface="Arial"/>
              <a:buNone/>
              <a:defRPr sz="2000" b="1" kern="1200" cap="all" baseline="0">
                <a:solidFill>
                  <a:srgbClr val="061844"/>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a:buNone/>
            </a:pPr>
            <a: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idx="16" hasCustomPrompt="1"/>
          </p:nvPr>
        </p:nvSpPr>
        <p:spPr>
          <a:xfrm>
            <a:off x="371475" y="596574"/>
            <a:ext cx="10289426" cy="266878"/>
          </a:xfrm>
          <a:prstGeom prst="rect">
            <a:avLst/>
          </a:prstGeom>
        </p:spPr>
        <p:txBody>
          <a:bodyPr lIns="0" tIns="0" rIns="0" bIns="0" anchor="ctr">
            <a:noAutofit/>
          </a:bodyPr>
          <a:lstStyle>
            <a:lvl1pPr marL="0" indent="0" algn="l" defTabSz="914400">
              <a:lnSpc>
                <a:spcPct val="90000"/>
              </a:lnSpc>
              <a:spcBef>
                <a:spcPts val="1000"/>
              </a:spcBef>
              <a:buFont typeface="Arial"/>
              <a:buNone/>
              <a:defRPr sz="1600" kern="1200" cap="none" baseline="0">
                <a:solidFill>
                  <a:srgbClr val="3F4655"/>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marL="0" indent="0" algn="l" defTabSz="914400">
              <a:lnSpc>
                <a:spcPct val="90000"/>
              </a:lnSpc>
              <a:spcBef>
                <a:spcPts val="1000"/>
              </a:spcBef>
              <a:buFont typeface="Arial"/>
              <a:buNone/>
            </a:pPr>
            <a: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idx="17" hasCustomPrompt="1"/>
          </p:nvPr>
        </p:nvSpPr>
        <p:spPr>
          <a:xfrm>
            <a:off x="730070" y="6303815"/>
            <a:ext cx="4999248" cy="151187"/>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Inserir fonte aqui</a:t>
            </a:r>
          </a:p>
        </p:txBody>
      </p:sp>
      <p:sp>
        <p:nvSpPr>
          <p:cNvPr id="6" name="Espaço Reservado para Texto 5">
            <a:extLst>
              <a:ext uri="{FF2B5EF4-FFF2-40B4-BE49-F238E27FC236}">
                <a16:creationId xmlns:a16="http://schemas.microsoft.com/office/drawing/2014/main" id="{E9D289EB-E59B-8BE2-DC97-F9A17691749A}"/>
              </a:ext>
            </a:extLst>
          </p:cNvPr>
          <p:cNvSpPr>
            <a:spLocks noGrp="1"/>
          </p:cNvSpPr>
          <p:nvPr>
            <p:ph type="body" idx="18" hasCustomPrompt="1"/>
          </p:nvPr>
        </p:nvSpPr>
        <p:spPr>
          <a:xfrm>
            <a:off x="413586" y="1159478"/>
            <a:ext cx="5554242" cy="239554"/>
          </a:xfrm>
        </p:spPr>
        <p:txBody>
          <a:bodyPr lIns="0" tIns="0" rIns="0" bIns="0">
            <a:normAutofit/>
          </a:bodyPr>
          <a:lstStyle>
            <a:lvl1pPr marL="0" indent="0" algn="ctr" defTabSz="914400">
              <a:buNone/>
              <a:defRPr sz="1400" b="1" kern="1200">
                <a:solidFill>
                  <a:schemeClr val="tx1"/>
                </a:solidFill>
                <a:latin typeface="+mn-lt"/>
                <a:ea typeface="+mn-lt"/>
                <a:cs typeface="+mn-lt"/>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a:buNone/>
            </a:pPr>
            <a:r>
              <a:t>Titulo</a:t>
            </a:r>
          </a:p>
        </p:txBody>
      </p:sp>
      <p:sp>
        <p:nvSpPr>
          <p:cNvPr id="36" name="Retângulo 35">
            <a:extLst>
              <a:ext uri="{FF2B5EF4-FFF2-40B4-BE49-F238E27FC236}">
                <a16:creationId xmlns:a16="http://schemas.microsoft.com/office/drawing/2014/main" id="{F693B295-05D6-CBA4-B4AC-51807A8CCE91}"/>
              </a:ext>
            </a:extLst>
          </p:cNvPr>
          <p:cNvSpPr>
            <a:spLocks noGrp="1"/>
          </p:cNvSpPr>
          <p:nvPr/>
        </p:nvSpPr>
        <p:spPr>
          <a:xfrm>
            <a:off x="363119" y="1729629"/>
            <a:ext cx="5683998" cy="184834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indent="0" algn="ctr" defTabSz="685800">
              <a:lnSpc>
                <a:spcPct val="100000"/>
              </a:lnSpc>
              <a:spcBef>
                <a:spcPts val="0"/>
              </a:spcBef>
              <a:spcAft>
                <a:spcPts val="0"/>
              </a:spcAft>
              <a:buClrTx/>
              <a:buSzTx/>
              <a:buFont typeface="Arial"/>
              <a:buNone/>
            </a:pPr>
            <a:endParaRPr/>
          </a:p>
        </p:txBody>
      </p:sp>
      <p:sp>
        <p:nvSpPr>
          <p:cNvPr id="38" name="CaixaDeTexto 37">
            <a:extLst>
              <a:ext uri="{FF2B5EF4-FFF2-40B4-BE49-F238E27FC236}">
                <a16:creationId xmlns:a16="http://schemas.microsoft.com/office/drawing/2014/main" id="{274463A4-53B8-8400-ED23-F1EF94181ADA}"/>
              </a:ext>
            </a:extLst>
          </p:cNvPr>
          <p:cNvSpPr>
            <a:spLocks noGrp="1"/>
          </p:cNvSpPr>
          <p:nvPr/>
        </p:nvSpPr>
        <p:spPr>
          <a:xfrm>
            <a:off x="371744" y="6306179"/>
            <a:ext cx="447765" cy="200055"/>
          </a:xfrm>
          <a:prstGeom prst="rect">
            <a:avLst/>
          </a:prstGeom>
          <a:noFill/>
        </p:spPr>
        <p:txBody>
          <a:bodyPr wrap="square">
            <a:spAutoFit/>
          </a:bodyPr>
          <a:lstStyle/>
          <a:p>
            <a:r>
              <a:rPr sz="700">
                <a:solidFill>
                  <a:srgbClr val="ABAAAA"/>
                </a:solidFill>
              </a:rPr>
              <a:t>Fonte:</a:t>
            </a:r>
          </a:p>
        </p:txBody>
      </p:sp>
      <p:sp>
        <p:nvSpPr>
          <p:cNvPr id="39" name="Espaço Reservado para Texto 33">
            <a:extLst>
              <a:ext uri="{FF2B5EF4-FFF2-40B4-BE49-F238E27FC236}">
                <a16:creationId xmlns:a16="http://schemas.microsoft.com/office/drawing/2014/main" id="{6AA6A693-4A19-4AE6-B968-482287CC0735}"/>
              </a:ext>
            </a:extLst>
          </p:cNvPr>
          <p:cNvSpPr>
            <a:spLocks noGrp="1"/>
          </p:cNvSpPr>
          <p:nvPr>
            <p:ph type="body" idx="22" hasCustomPrompt="1"/>
          </p:nvPr>
        </p:nvSpPr>
        <p:spPr>
          <a:xfrm>
            <a:off x="6462684" y="6303815"/>
            <a:ext cx="4999248" cy="151187"/>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Inserir fonte aqui</a:t>
            </a:r>
          </a:p>
        </p:txBody>
      </p:sp>
      <p:sp>
        <p:nvSpPr>
          <p:cNvPr id="40" name="CaixaDeTexto 39">
            <a:extLst>
              <a:ext uri="{FF2B5EF4-FFF2-40B4-BE49-F238E27FC236}">
                <a16:creationId xmlns:a16="http://schemas.microsoft.com/office/drawing/2014/main" id="{2C95A9B3-F024-5FC7-1D06-345E482C1208}"/>
              </a:ext>
            </a:extLst>
          </p:cNvPr>
          <p:cNvSpPr>
            <a:spLocks noGrp="1"/>
          </p:cNvSpPr>
          <p:nvPr/>
        </p:nvSpPr>
        <p:spPr>
          <a:xfrm>
            <a:off x="6104358" y="6306179"/>
            <a:ext cx="447765" cy="200055"/>
          </a:xfrm>
          <a:prstGeom prst="rect">
            <a:avLst/>
          </a:prstGeom>
          <a:noFill/>
        </p:spPr>
        <p:txBody>
          <a:bodyPr wrap="square">
            <a:spAutoFit/>
          </a:bodyPr>
          <a:lstStyle/>
          <a:p>
            <a:r>
              <a:rPr sz="700">
                <a:solidFill>
                  <a:srgbClr val="ABAAAA"/>
                </a:solidFill>
              </a:rPr>
              <a:t>Fonte:</a:t>
            </a:r>
          </a:p>
        </p:txBody>
      </p:sp>
      <p:sp>
        <p:nvSpPr>
          <p:cNvPr id="55" name="Espaço Reservado para Texto 5">
            <a:extLst>
              <a:ext uri="{FF2B5EF4-FFF2-40B4-BE49-F238E27FC236}">
                <a16:creationId xmlns:a16="http://schemas.microsoft.com/office/drawing/2014/main" id="{67C8ADA9-BA21-6DE8-3C49-DCAEA908B0F0}"/>
              </a:ext>
            </a:extLst>
          </p:cNvPr>
          <p:cNvSpPr>
            <a:spLocks noGrp="1"/>
          </p:cNvSpPr>
          <p:nvPr>
            <p:ph type="body" idx="27" hasCustomPrompt="1"/>
          </p:nvPr>
        </p:nvSpPr>
        <p:spPr>
          <a:xfrm>
            <a:off x="413586" y="1431549"/>
            <a:ext cx="5554242" cy="219366"/>
          </a:xfrm>
        </p:spPr>
        <p:txBody>
          <a:bodyPr lIns="0" tIns="0" rIns="0" bIns="0">
            <a:normAutofit/>
          </a:bodyPr>
          <a:lstStyle>
            <a:lvl1pPr marL="0" indent="0" algn="ctr" defTabSz="914400">
              <a:buNone/>
              <a:defRPr sz="1400" b="0" kern="1200">
                <a:solidFill>
                  <a:schemeClr val="tx1"/>
                </a:solidFill>
                <a:latin typeface="+mn-lt"/>
                <a:ea typeface="+mn-lt"/>
                <a:cs typeface="+mn-lt"/>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marL="0" indent="0" algn="ctr" defTabSz="914400">
              <a:lnSpc>
                <a:spcPct val="90000"/>
              </a:lnSpc>
              <a:spcBef>
                <a:spcPts val="1000"/>
              </a:spcBef>
              <a:buFont typeface="Arial"/>
              <a:buNone/>
            </a:pPr>
            <a:r>
              <a:t>Unidade</a:t>
            </a:r>
          </a:p>
        </p:txBody>
      </p:sp>
      <p:sp>
        <p:nvSpPr>
          <p:cNvPr id="33" name="Retângulo 32">
            <a:extLst>
              <a:ext uri="{FF2B5EF4-FFF2-40B4-BE49-F238E27FC236}">
                <a16:creationId xmlns:a16="http://schemas.microsoft.com/office/drawing/2014/main" id="{B75CED17-DD52-DA48-7B8A-AD7DB6B3D2EB}"/>
              </a:ext>
            </a:extLst>
          </p:cNvPr>
          <p:cNvSpPr>
            <a:spLocks noGrp="1"/>
          </p:cNvSpPr>
          <p:nvPr/>
        </p:nvSpPr>
        <p:spPr>
          <a:xfrm>
            <a:off x="363119" y="3642669"/>
            <a:ext cx="5683998" cy="540291"/>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68580" tIns="34290" rIns="68580" bIns="34290" anchor="ctr">
            <a:noAutofit/>
          </a:bodyPr>
          <a:lstStyle/>
          <a:p>
            <a:pPr marL="0" marR="0" indent="0" algn="ctr" defTabSz="685800">
              <a:lnSpc>
                <a:spcPct val="100000"/>
              </a:lnSpc>
              <a:spcBef>
                <a:spcPts val="0"/>
              </a:spcBef>
              <a:spcAft>
                <a:spcPts val="0"/>
              </a:spcAft>
              <a:buClrTx/>
              <a:buSzTx/>
              <a:buFont typeface="Arial"/>
              <a:buNone/>
            </a:pPr>
            <a:endParaRPr/>
          </a:p>
        </p:txBody>
      </p:sp>
      <p:sp>
        <p:nvSpPr>
          <p:cNvPr id="41" name="Espaço Reservado para Texto 5">
            <a:extLst>
              <a:ext uri="{FF2B5EF4-FFF2-40B4-BE49-F238E27FC236}">
                <a16:creationId xmlns:a16="http://schemas.microsoft.com/office/drawing/2014/main" id="{1023DD12-BFFC-D733-C4EF-04FD0F389B10}"/>
              </a:ext>
            </a:extLst>
          </p:cNvPr>
          <p:cNvSpPr>
            <a:spLocks noGrp="1"/>
          </p:cNvSpPr>
          <p:nvPr>
            <p:ph type="body" idx="30" hasCustomPrompt="1"/>
          </p:nvPr>
        </p:nvSpPr>
        <p:spPr>
          <a:xfrm>
            <a:off x="413586" y="3677501"/>
            <a:ext cx="5554242" cy="239554"/>
          </a:xfrm>
        </p:spPr>
        <p:txBody>
          <a:bodyPr lIns="0" tIns="0" rIns="0" bIns="0">
            <a:normAutofit/>
          </a:bodyPr>
          <a:lstStyle>
            <a:lvl1pPr marL="0" indent="0" algn="ctr" defTabSz="914400">
              <a:buNone/>
              <a:defRPr sz="1400" b="1" kern="1200">
                <a:solidFill>
                  <a:schemeClr val="tx1"/>
                </a:solidFill>
                <a:latin typeface="+mn-lt"/>
                <a:ea typeface="+mn-lt"/>
                <a:cs typeface="+mn-lt"/>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a:buNone/>
            </a:pPr>
            <a:r>
              <a:t>Titulo</a:t>
            </a:r>
          </a:p>
        </p:txBody>
      </p:sp>
      <p:sp>
        <p:nvSpPr>
          <p:cNvPr id="42" name="Retângulo 41">
            <a:extLst>
              <a:ext uri="{FF2B5EF4-FFF2-40B4-BE49-F238E27FC236}">
                <a16:creationId xmlns:a16="http://schemas.microsoft.com/office/drawing/2014/main" id="{0264DD1B-FF53-75D9-05CC-010C365C686E}"/>
              </a:ext>
            </a:extLst>
          </p:cNvPr>
          <p:cNvSpPr>
            <a:spLocks noGrp="1"/>
          </p:cNvSpPr>
          <p:nvPr/>
        </p:nvSpPr>
        <p:spPr>
          <a:xfrm>
            <a:off x="363119" y="4247652"/>
            <a:ext cx="5683998" cy="184834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indent="0" algn="ctr" defTabSz="685800">
              <a:lnSpc>
                <a:spcPct val="100000"/>
              </a:lnSpc>
              <a:spcBef>
                <a:spcPts val="0"/>
              </a:spcBef>
              <a:spcAft>
                <a:spcPts val="0"/>
              </a:spcAft>
              <a:buClrTx/>
              <a:buSzTx/>
              <a:buFont typeface="Arial"/>
              <a:buNone/>
            </a:pPr>
            <a:endParaRPr/>
          </a:p>
        </p:txBody>
      </p:sp>
      <p:sp>
        <p:nvSpPr>
          <p:cNvPr id="43" name="Espaço Reservado para Texto 5">
            <a:extLst>
              <a:ext uri="{FF2B5EF4-FFF2-40B4-BE49-F238E27FC236}">
                <a16:creationId xmlns:a16="http://schemas.microsoft.com/office/drawing/2014/main" id="{2FCA271E-6A9A-9B2D-2A6D-76D280F94137}"/>
              </a:ext>
            </a:extLst>
          </p:cNvPr>
          <p:cNvSpPr>
            <a:spLocks noGrp="1"/>
          </p:cNvSpPr>
          <p:nvPr>
            <p:ph type="body" idx="31" hasCustomPrompt="1"/>
          </p:nvPr>
        </p:nvSpPr>
        <p:spPr>
          <a:xfrm>
            <a:off x="413586" y="3949572"/>
            <a:ext cx="5554242" cy="219366"/>
          </a:xfrm>
        </p:spPr>
        <p:txBody>
          <a:bodyPr lIns="0" tIns="0" rIns="0" bIns="0">
            <a:normAutofit/>
          </a:bodyPr>
          <a:lstStyle>
            <a:lvl1pPr marL="0" indent="0" algn="ctr" defTabSz="914400">
              <a:buNone/>
              <a:defRPr sz="1400" b="0" kern="1200">
                <a:solidFill>
                  <a:schemeClr val="tx1"/>
                </a:solidFill>
                <a:latin typeface="+mn-lt"/>
                <a:ea typeface="+mn-lt"/>
                <a:cs typeface="+mn-lt"/>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marL="0" indent="0" algn="ctr" defTabSz="914400">
              <a:lnSpc>
                <a:spcPct val="90000"/>
              </a:lnSpc>
              <a:spcBef>
                <a:spcPts val="1000"/>
              </a:spcBef>
              <a:buFont typeface="Arial"/>
              <a:buNone/>
            </a:pPr>
            <a:r>
              <a:t>Unidade</a:t>
            </a:r>
          </a:p>
        </p:txBody>
      </p:sp>
      <p:sp>
        <p:nvSpPr>
          <p:cNvPr id="3" name="Retângulo 2">
            <a:extLst>
              <a:ext uri="{FF2B5EF4-FFF2-40B4-BE49-F238E27FC236}">
                <a16:creationId xmlns:a16="http://schemas.microsoft.com/office/drawing/2014/main" id="{79F70245-EE9D-2438-59FC-BAA904EC1D08}"/>
              </a:ext>
            </a:extLst>
          </p:cNvPr>
          <p:cNvSpPr>
            <a:spLocks noGrp="1"/>
          </p:cNvSpPr>
          <p:nvPr/>
        </p:nvSpPr>
        <p:spPr>
          <a:xfrm>
            <a:off x="6144883" y="1124646"/>
            <a:ext cx="5683998" cy="540291"/>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68580" tIns="34290" rIns="68580" bIns="34290" anchor="ctr">
            <a:noAutofit/>
          </a:bodyPr>
          <a:lstStyle/>
          <a:p>
            <a:pPr marL="0" marR="0" indent="0" algn="ctr" defTabSz="685800">
              <a:lnSpc>
                <a:spcPct val="100000"/>
              </a:lnSpc>
              <a:spcBef>
                <a:spcPts val="0"/>
              </a:spcBef>
              <a:spcAft>
                <a:spcPts val="0"/>
              </a:spcAft>
              <a:buClrTx/>
              <a:buSzTx/>
              <a:buFont typeface="Arial"/>
              <a:buNone/>
            </a:pPr>
            <a:endParaRPr/>
          </a:p>
        </p:txBody>
      </p:sp>
      <p:sp>
        <p:nvSpPr>
          <p:cNvPr id="28" name="Espaço Reservado para Texto 5">
            <a:extLst>
              <a:ext uri="{FF2B5EF4-FFF2-40B4-BE49-F238E27FC236}">
                <a16:creationId xmlns:a16="http://schemas.microsoft.com/office/drawing/2014/main" id="{2FF20E02-CBFA-B387-4724-01F2ECB33845}"/>
              </a:ext>
            </a:extLst>
          </p:cNvPr>
          <p:cNvSpPr>
            <a:spLocks noGrp="1"/>
          </p:cNvSpPr>
          <p:nvPr>
            <p:ph type="body" idx="32" hasCustomPrompt="1"/>
          </p:nvPr>
        </p:nvSpPr>
        <p:spPr>
          <a:xfrm>
            <a:off x="6195350" y="1159478"/>
            <a:ext cx="5554242" cy="239554"/>
          </a:xfrm>
        </p:spPr>
        <p:txBody>
          <a:bodyPr lIns="0" tIns="0" rIns="0" bIns="0">
            <a:normAutofit/>
          </a:bodyPr>
          <a:lstStyle>
            <a:lvl1pPr marL="0" indent="0" algn="ctr" defTabSz="914400">
              <a:buNone/>
              <a:defRPr sz="1400" b="1" kern="1200">
                <a:solidFill>
                  <a:schemeClr val="tx1"/>
                </a:solidFill>
                <a:latin typeface="+mn-lt"/>
                <a:ea typeface="+mn-lt"/>
                <a:cs typeface="+mn-lt"/>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a:buNone/>
            </a:pPr>
            <a:r>
              <a:t>Titulo</a:t>
            </a:r>
          </a:p>
        </p:txBody>
      </p:sp>
      <p:sp>
        <p:nvSpPr>
          <p:cNvPr id="29" name="Retângulo 28">
            <a:extLst>
              <a:ext uri="{FF2B5EF4-FFF2-40B4-BE49-F238E27FC236}">
                <a16:creationId xmlns:a16="http://schemas.microsoft.com/office/drawing/2014/main" id="{5903E805-87FF-37C1-865B-17724B35CD7D}"/>
              </a:ext>
            </a:extLst>
          </p:cNvPr>
          <p:cNvSpPr>
            <a:spLocks noGrp="1"/>
          </p:cNvSpPr>
          <p:nvPr/>
        </p:nvSpPr>
        <p:spPr>
          <a:xfrm>
            <a:off x="6144883" y="1729629"/>
            <a:ext cx="5683998" cy="184834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indent="0" algn="ctr" defTabSz="685800">
              <a:lnSpc>
                <a:spcPct val="100000"/>
              </a:lnSpc>
              <a:spcBef>
                <a:spcPts val="0"/>
              </a:spcBef>
              <a:spcAft>
                <a:spcPts val="0"/>
              </a:spcAft>
              <a:buClrTx/>
              <a:buSzTx/>
              <a:buFont typeface="Arial"/>
              <a:buNone/>
            </a:pPr>
            <a:endParaRPr/>
          </a:p>
        </p:txBody>
      </p:sp>
      <p:sp>
        <p:nvSpPr>
          <p:cNvPr id="30" name="Espaço Reservado para Texto 5">
            <a:extLst>
              <a:ext uri="{FF2B5EF4-FFF2-40B4-BE49-F238E27FC236}">
                <a16:creationId xmlns:a16="http://schemas.microsoft.com/office/drawing/2014/main" id="{6127D22B-817A-B85B-6B49-9D92D7CBF5FA}"/>
              </a:ext>
            </a:extLst>
          </p:cNvPr>
          <p:cNvSpPr>
            <a:spLocks noGrp="1"/>
          </p:cNvSpPr>
          <p:nvPr>
            <p:ph type="body" idx="33" hasCustomPrompt="1"/>
          </p:nvPr>
        </p:nvSpPr>
        <p:spPr>
          <a:xfrm>
            <a:off x="6195350" y="1431549"/>
            <a:ext cx="5554242" cy="219366"/>
          </a:xfrm>
        </p:spPr>
        <p:txBody>
          <a:bodyPr lIns="0" tIns="0" rIns="0" bIns="0">
            <a:normAutofit/>
          </a:bodyPr>
          <a:lstStyle>
            <a:lvl1pPr marL="0" indent="0" algn="ctr" defTabSz="914400">
              <a:buNone/>
              <a:defRPr sz="1400" b="0" kern="1200">
                <a:solidFill>
                  <a:schemeClr val="tx1"/>
                </a:solidFill>
                <a:latin typeface="+mn-lt"/>
                <a:ea typeface="+mn-lt"/>
                <a:cs typeface="+mn-lt"/>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marL="0" indent="0" algn="ctr" defTabSz="914400">
              <a:lnSpc>
                <a:spcPct val="90000"/>
              </a:lnSpc>
              <a:spcBef>
                <a:spcPts val="1000"/>
              </a:spcBef>
              <a:buFont typeface="Arial"/>
              <a:buNone/>
            </a:pPr>
            <a:r>
              <a:t>Unidade</a:t>
            </a:r>
          </a:p>
        </p:txBody>
      </p:sp>
      <p:sp>
        <p:nvSpPr>
          <p:cNvPr id="37" name="Retângulo 36">
            <a:extLst>
              <a:ext uri="{FF2B5EF4-FFF2-40B4-BE49-F238E27FC236}">
                <a16:creationId xmlns:a16="http://schemas.microsoft.com/office/drawing/2014/main" id="{356752CA-30BE-38EF-5EA6-E6E68C7F1462}"/>
              </a:ext>
            </a:extLst>
          </p:cNvPr>
          <p:cNvSpPr>
            <a:spLocks noGrp="1"/>
          </p:cNvSpPr>
          <p:nvPr/>
        </p:nvSpPr>
        <p:spPr>
          <a:xfrm>
            <a:off x="6144883" y="3642669"/>
            <a:ext cx="5683998" cy="540291"/>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68580" tIns="34290" rIns="68580" bIns="34290" anchor="ctr">
            <a:noAutofit/>
          </a:bodyPr>
          <a:lstStyle/>
          <a:p>
            <a:pPr marL="0" marR="0" indent="0" algn="ctr" defTabSz="685800">
              <a:lnSpc>
                <a:spcPct val="100000"/>
              </a:lnSpc>
              <a:spcBef>
                <a:spcPts val="0"/>
              </a:spcBef>
              <a:spcAft>
                <a:spcPts val="0"/>
              </a:spcAft>
              <a:buClrTx/>
              <a:buSzTx/>
              <a:buFont typeface="Arial"/>
              <a:buNone/>
            </a:pPr>
            <a:endParaRPr/>
          </a:p>
        </p:txBody>
      </p:sp>
      <p:sp>
        <p:nvSpPr>
          <p:cNvPr id="44" name="Espaço Reservado para Texto 5">
            <a:extLst>
              <a:ext uri="{FF2B5EF4-FFF2-40B4-BE49-F238E27FC236}">
                <a16:creationId xmlns:a16="http://schemas.microsoft.com/office/drawing/2014/main" id="{DDDDDAC8-CEDD-1080-9C88-7C09099F5F91}"/>
              </a:ext>
            </a:extLst>
          </p:cNvPr>
          <p:cNvSpPr>
            <a:spLocks noGrp="1"/>
          </p:cNvSpPr>
          <p:nvPr>
            <p:ph type="body" idx="34" hasCustomPrompt="1"/>
          </p:nvPr>
        </p:nvSpPr>
        <p:spPr>
          <a:xfrm>
            <a:off x="6195350" y="3677501"/>
            <a:ext cx="5554242" cy="239554"/>
          </a:xfrm>
        </p:spPr>
        <p:txBody>
          <a:bodyPr lIns="0" tIns="0" rIns="0" bIns="0">
            <a:normAutofit/>
          </a:bodyPr>
          <a:lstStyle>
            <a:lvl1pPr marL="0" indent="0" algn="ctr" defTabSz="914400">
              <a:buNone/>
              <a:defRPr sz="1400" b="1" kern="1200">
                <a:solidFill>
                  <a:schemeClr val="tx1"/>
                </a:solidFill>
                <a:latin typeface="+mn-lt"/>
                <a:ea typeface="+mn-lt"/>
                <a:cs typeface="+mn-lt"/>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a:buNone/>
            </a:pPr>
            <a:r>
              <a:t>Titulo</a:t>
            </a:r>
          </a:p>
        </p:txBody>
      </p:sp>
      <p:sp>
        <p:nvSpPr>
          <p:cNvPr id="45" name="Retângulo 44">
            <a:extLst>
              <a:ext uri="{FF2B5EF4-FFF2-40B4-BE49-F238E27FC236}">
                <a16:creationId xmlns:a16="http://schemas.microsoft.com/office/drawing/2014/main" id="{A190CD02-E8E8-BFF9-9F59-6D7B5E8AEB4D}"/>
              </a:ext>
            </a:extLst>
          </p:cNvPr>
          <p:cNvSpPr>
            <a:spLocks noGrp="1"/>
          </p:cNvSpPr>
          <p:nvPr/>
        </p:nvSpPr>
        <p:spPr>
          <a:xfrm>
            <a:off x="6144883" y="4247652"/>
            <a:ext cx="5683998" cy="184834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indent="0" algn="ctr" defTabSz="685800">
              <a:lnSpc>
                <a:spcPct val="100000"/>
              </a:lnSpc>
              <a:spcBef>
                <a:spcPts val="0"/>
              </a:spcBef>
              <a:spcAft>
                <a:spcPts val="0"/>
              </a:spcAft>
              <a:buClrTx/>
              <a:buSzTx/>
              <a:buFont typeface="Arial"/>
              <a:buNone/>
            </a:pPr>
            <a:endParaRPr/>
          </a:p>
        </p:txBody>
      </p:sp>
      <p:sp>
        <p:nvSpPr>
          <p:cNvPr id="46" name="Espaço Reservado para Texto 5">
            <a:extLst>
              <a:ext uri="{FF2B5EF4-FFF2-40B4-BE49-F238E27FC236}">
                <a16:creationId xmlns:a16="http://schemas.microsoft.com/office/drawing/2014/main" id="{973FCBF1-E7C6-4233-C12B-3033AF34F4F9}"/>
              </a:ext>
            </a:extLst>
          </p:cNvPr>
          <p:cNvSpPr>
            <a:spLocks noGrp="1"/>
          </p:cNvSpPr>
          <p:nvPr>
            <p:ph type="body" idx="35" hasCustomPrompt="1"/>
          </p:nvPr>
        </p:nvSpPr>
        <p:spPr>
          <a:xfrm>
            <a:off x="6195350" y="3949572"/>
            <a:ext cx="5554242" cy="219366"/>
          </a:xfrm>
        </p:spPr>
        <p:txBody>
          <a:bodyPr lIns="0" tIns="0" rIns="0" bIns="0">
            <a:normAutofit/>
          </a:bodyPr>
          <a:lstStyle>
            <a:lvl1pPr marL="0" indent="0" algn="ctr" defTabSz="914400">
              <a:buNone/>
              <a:defRPr sz="1400" b="0" kern="1200">
                <a:solidFill>
                  <a:schemeClr val="tx1"/>
                </a:solidFill>
                <a:latin typeface="+mn-lt"/>
                <a:ea typeface="+mn-lt"/>
                <a:cs typeface="+mn-lt"/>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marL="0" indent="0" algn="ctr" defTabSz="914400">
              <a:lnSpc>
                <a:spcPct val="90000"/>
              </a:lnSpc>
              <a:spcBef>
                <a:spcPts val="1000"/>
              </a:spcBef>
              <a:buFont typeface="Arial"/>
              <a:buNone/>
            </a:pPr>
            <a:r>
              <a:t>Unidade</a:t>
            </a:r>
          </a:p>
        </p:txBody>
      </p:sp>
      <p:pic>
        <p:nvPicPr>
          <p:cNvPr id="82" name="Imagem 34"/>
          <p:cNvPicPr>
            <a:picLocks noChangeAspect="1"/>
          </p:cNvPicPr>
          <p:nvPr/>
        </p:nvPicPr>
        <p:blipFill>
          <a:blip r:embed="rId2"/>
          <a:stretch>
            <a:fillRect/>
          </a:stretch>
        </p:blipFill>
        <p:spPr>
          <a:xfrm>
            <a:off x="10804163" y="361538"/>
            <a:ext cx="1011600" cy="461409"/>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1_INSTITUCIONAL">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idx="4"/>
          </p:nvPr>
        </p:nvSpPr>
        <p:spPr>
          <a:xfrm>
            <a:off x="11550857" y="6584949"/>
            <a:ext cx="264906" cy="174624"/>
          </a:xfrm>
          <a:prstGeom prst="rect">
            <a:avLst/>
          </a:prstGeom>
        </p:spPr>
        <p:txBody>
          <a:bodyPr lIns="0" tIns="0" rIns="0" bIns="0"/>
          <a:lstStyle>
            <a:lvl1pPr algn="r">
              <a:buNone/>
              <a:defRPr sz="900" kern="1200">
                <a:solidFill>
                  <a:srgbClr val="A6A5A5"/>
                </a:solidFill>
                <a:latin typeface="Titillium Web Light"/>
                <a:ea typeface="Titillium Web Light"/>
                <a:cs typeface="Titillium Web Light"/>
              </a:defRPr>
            </a:lvl1pPr>
          </a:lstStyle>
          <a:p>
            <a:fld id="{E8537E7D-B481-4A27-91D3-485D98CF8A66}" type="slidenum">
              <a:t>‹#›</a:t>
            </a:fld>
            <a:endParaRPr/>
          </a:p>
        </p:txBody>
      </p:sp>
      <p:sp>
        <p:nvSpPr>
          <p:cNvPr id="5" name="Conector reto 4">
            <a:extLst>
              <a:ext uri="{FF2B5EF4-FFF2-40B4-BE49-F238E27FC236}">
                <a16:creationId xmlns:a16="http://schemas.microsoft.com/office/drawing/2014/main" id="{B6634E30-5330-4CB5-9D8E-005BD508BB43}"/>
              </a:ext>
            </a:extLst>
          </p:cNvPr>
          <p:cNvSpPr>
            <a:spLocks noGrp="1"/>
          </p:cNvSpPr>
          <p:nvPr/>
        </p:nv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7" name="Conector reto 6">
            <a:extLst>
              <a:ext uri="{FF2B5EF4-FFF2-40B4-BE49-F238E27FC236}">
                <a16:creationId xmlns:a16="http://schemas.microsoft.com/office/drawing/2014/main" id="{DC94DFB4-FD3C-4F74-9410-FB78E7DFD41D}"/>
              </a:ext>
            </a:extLst>
          </p:cNvPr>
          <p:cNvSpPr>
            <a:spLocks noGrp="1"/>
          </p:cNvSpPr>
          <p:nvPr/>
        </p:nv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idx="10" hasCustomPrompt="1"/>
          </p:nvPr>
        </p:nvSpPr>
        <p:spPr>
          <a:xfrm>
            <a:off x="371475" y="311805"/>
            <a:ext cx="10289426" cy="309563"/>
          </a:xfrm>
          <a:prstGeom prst="rect">
            <a:avLst/>
          </a:prstGeom>
        </p:spPr>
        <p:txBody>
          <a:bodyPr lIns="0" tIns="0" rIns="0" bIns="0" anchor="b">
            <a:noAutofit/>
          </a:bodyPr>
          <a:lstStyle>
            <a:lvl1pPr marL="0" indent="0" algn="l" defTabSz="914400">
              <a:lnSpc>
                <a:spcPct val="90000"/>
              </a:lnSpc>
              <a:spcBef>
                <a:spcPts val="1000"/>
              </a:spcBef>
              <a:buFont typeface="Arial"/>
              <a:buNone/>
              <a:defRPr sz="2000" b="1" kern="1200" cap="all" baseline="0">
                <a:solidFill>
                  <a:srgbClr val="061844"/>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a:buNone/>
            </a:pPr>
            <a: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idx="16" hasCustomPrompt="1"/>
          </p:nvPr>
        </p:nvSpPr>
        <p:spPr>
          <a:xfrm>
            <a:off x="371475" y="596574"/>
            <a:ext cx="10289426" cy="266878"/>
          </a:xfrm>
          <a:prstGeom prst="rect">
            <a:avLst/>
          </a:prstGeom>
        </p:spPr>
        <p:txBody>
          <a:bodyPr lIns="0" tIns="0" rIns="0" bIns="0" anchor="ctr">
            <a:noAutofit/>
          </a:bodyPr>
          <a:lstStyle>
            <a:lvl1pPr marL="0" indent="0" algn="l" defTabSz="914400">
              <a:lnSpc>
                <a:spcPct val="90000"/>
              </a:lnSpc>
              <a:spcBef>
                <a:spcPts val="1000"/>
              </a:spcBef>
              <a:buFont typeface="Arial"/>
              <a:buNone/>
              <a:defRPr sz="1600" kern="1200" cap="none" baseline="0">
                <a:solidFill>
                  <a:srgbClr val="3F4655"/>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marL="0" indent="0" algn="l" defTabSz="914400">
              <a:lnSpc>
                <a:spcPct val="90000"/>
              </a:lnSpc>
              <a:spcBef>
                <a:spcPts val="1000"/>
              </a:spcBef>
              <a:buFont typeface="Arial"/>
              <a:buNone/>
            </a:pPr>
            <a: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idx="17" hasCustomPrompt="1"/>
          </p:nvPr>
        </p:nvSpPr>
        <p:spPr>
          <a:xfrm>
            <a:off x="730070" y="6303815"/>
            <a:ext cx="4999248" cy="151187"/>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Inserir fonte aqui</a:t>
            </a:r>
          </a:p>
        </p:txBody>
      </p:sp>
      <p:sp>
        <p:nvSpPr>
          <p:cNvPr id="6" name="Espaço Reservado para Texto 5">
            <a:extLst>
              <a:ext uri="{FF2B5EF4-FFF2-40B4-BE49-F238E27FC236}">
                <a16:creationId xmlns:a16="http://schemas.microsoft.com/office/drawing/2014/main" id="{E9D289EB-E59B-8BE2-DC97-F9A17691749A}"/>
              </a:ext>
            </a:extLst>
          </p:cNvPr>
          <p:cNvSpPr>
            <a:spLocks noGrp="1"/>
          </p:cNvSpPr>
          <p:nvPr>
            <p:ph type="body" idx="18"/>
          </p:nvPr>
        </p:nvSpPr>
        <p:spPr>
          <a:xfrm>
            <a:off x="355600" y="1327150"/>
            <a:ext cx="5564188" cy="222330"/>
          </a:xfrm>
        </p:spPr>
        <p:txBody>
          <a:bodyPr lIns="0" tIns="0" rIns="0" bIns="0"/>
          <a:lstStyle>
            <a:lvl1pPr marL="0" indent="0" algn="ctr" defTabSz="914400">
              <a:buNone/>
              <a:defRPr sz="1400" kern="1200">
                <a:solidFill>
                  <a:srgbClr val="0F182A"/>
                </a:solidFill>
                <a:latin typeface="Titillium Web SemiBold"/>
                <a:ea typeface="Titillium Web SemiBold"/>
                <a:cs typeface="Titillium Web SemiBold"/>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a:buNone/>
            </a:pPr>
            <a:r>
              <a:t>Clique para editar os estilos de texto Mestres</a:t>
            </a:r>
          </a:p>
        </p:txBody>
      </p:sp>
      <p:sp>
        <p:nvSpPr>
          <p:cNvPr id="29" name="Espaço Reservado para Texto 41">
            <a:extLst>
              <a:ext uri="{FF2B5EF4-FFF2-40B4-BE49-F238E27FC236}">
                <a16:creationId xmlns:a16="http://schemas.microsoft.com/office/drawing/2014/main" id="{801FA8E5-65A4-772B-8604-3ABEF869E273}"/>
              </a:ext>
            </a:extLst>
          </p:cNvPr>
          <p:cNvSpPr>
            <a:spLocks noGrp="1"/>
          </p:cNvSpPr>
          <p:nvPr>
            <p:ph type="body" idx="20"/>
          </p:nvPr>
        </p:nvSpPr>
        <p:spPr>
          <a:xfrm>
            <a:off x="348832" y="1702381"/>
            <a:ext cx="5564188" cy="4393619"/>
          </a:xfrm>
        </p:spPr>
        <p:txBody>
          <a:bodyPr lIns="0" tIns="0" rIns="0" bIns="0">
            <a:normAutofit/>
          </a:bodyPr>
          <a:lstStyle>
            <a:lvl1pPr marL="0" indent="0">
              <a:buNone/>
              <a:defRPr sz="1200" b="0" i="0" u="none" kern="0" cap="none" spc="0" baseline="0">
                <a:ln>
                  <a:noFill/>
                </a:ln>
                <a:solidFill>
                  <a:srgbClr val="061844"/>
                </a:solidFill>
                <a:latin typeface="Titillium Web ExtraLight"/>
                <a:ea typeface="Titillium Web ExtraLight"/>
                <a:cs typeface="Titillium Web ExtraLight"/>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32" name="Retângulo 31">
            <a:extLst>
              <a:ext uri="{FF2B5EF4-FFF2-40B4-BE49-F238E27FC236}">
                <a16:creationId xmlns:a16="http://schemas.microsoft.com/office/drawing/2014/main" id="{943FAEEB-F594-0599-320C-2574E3AF9384}"/>
              </a:ext>
            </a:extLst>
          </p:cNvPr>
          <p:cNvSpPr>
            <a:spLocks noGrp="1"/>
          </p:cNvSpPr>
          <p:nvPr/>
        </p:nvSpPr>
        <p:spPr>
          <a:xfrm>
            <a:off x="363119" y="1110841"/>
            <a:ext cx="11444706" cy="8108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68580" tIns="34290" rIns="68580" bIns="34290" anchor="ctr">
            <a:noAutofit/>
          </a:bodyPr>
          <a:lstStyle/>
          <a:p>
            <a:pPr marL="0" marR="0" indent="0" algn="ctr" defTabSz="685800">
              <a:lnSpc>
                <a:spcPct val="100000"/>
              </a:lnSpc>
              <a:spcBef>
                <a:spcPts val="0"/>
              </a:spcBef>
              <a:spcAft>
                <a:spcPts val="0"/>
              </a:spcAft>
              <a:buClrTx/>
              <a:buSzTx/>
              <a:buFont typeface="Arial"/>
              <a:buNone/>
            </a:pPr>
            <a:endParaRPr/>
          </a:p>
        </p:txBody>
      </p:sp>
      <p:sp>
        <p:nvSpPr>
          <p:cNvPr id="36" name="Retângulo 35">
            <a:extLst>
              <a:ext uri="{FF2B5EF4-FFF2-40B4-BE49-F238E27FC236}">
                <a16:creationId xmlns:a16="http://schemas.microsoft.com/office/drawing/2014/main" id="{F693B295-05D6-CBA4-B4AC-51807A8CCE91}"/>
              </a:ext>
            </a:extLst>
          </p:cNvPr>
          <p:cNvSpPr>
            <a:spLocks noGrp="1"/>
          </p:cNvSpPr>
          <p:nvPr/>
        </p:nvSpPr>
        <p:spPr>
          <a:xfrm>
            <a:off x="363119" y="2148691"/>
            <a:ext cx="11444706" cy="3944134"/>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indent="0" algn="ctr" defTabSz="685800">
              <a:lnSpc>
                <a:spcPct val="100000"/>
              </a:lnSpc>
              <a:spcBef>
                <a:spcPts val="0"/>
              </a:spcBef>
              <a:spcAft>
                <a:spcPts val="0"/>
              </a:spcAft>
              <a:buClrTx/>
              <a:buSzTx/>
              <a:buFont typeface="Arial"/>
              <a:buNone/>
            </a:pPr>
            <a:endParaRPr/>
          </a:p>
        </p:txBody>
      </p:sp>
      <p:sp>
        <p:nvSpPr>
          <p:cNvPr id="38" name="CaixaDeTexto 37">
            <a:extLst>
              <a:ext uri="{FF2B5EF4-FFF2-40B4-BE49-F238E27FC236}">
                <a16:creationId xmlns:a16="http://schemas.microsoft.com/office/drawing/2014/main" id="{274463A4-53B8-8400-ED23-F1EF94181ADA}"/>
              </a:ext>
            </a:extLst>
          </p:cNvPr>
          <p:cNvSpPr>
            <a:spLocks noGrp="1"/>
          </p:cNvSpPr>
          <p:nvPr/>
        </p:nvSpPr>
        <p:spPr>
          <a:xfrm>
            <a:off x="371744" y="6306179"/>
            <a:ext cx="447765" cy="200055"/>
          </a:xfrm>
          <a:prstGeom prst="rect">
            <a:avLst/>
          </a:prstGeom>
          <a:noFill/>
        </p:spPr>
        <p:txBody>
          <a:bodyPr wrap="square">
            <a:spAutoFit/>
          </a:bodyPr>
          <a:lstStyle/>
          <a:p>
            <a:r>
              <a:rPr sz="700">
                <a:solidFill>
                  <a:srgbClr val="ABAAAA"/>
                </a:solidFill>
              </a:rPr>
              <a:t>Fonte:</a:t>
            </a:r>
          </a:p>
        </p:txBody>
      </p:sp>
      <p:sp>
        <p:nvSpPr>
          <p:cNvPr id="39" name="Espaço Reservado para Texto 33">
            <a:extLst>
              <a:ext uri="{FF2B5EF4-FFF2-40B4-BE49-F238E27FC236}">
                <a16:creationId xmlns:a16="http://schemas.microsoft.com/office/drawing/2014/main" id="{6AA6A693-4A19-4AE6-B968-482287CC0735}"/>
              </a:ext>
            </a:extLst>
          </p:cNvPr>
          <p:cNvSpPr>
            <a:spLocks noGrp="1"/>
          </p:cNvSpPr>
          <p:nvPr>
            <p:ph type="body" idx="22" hasCustomPrompt="1"/>
          </p:nvPr>
        </p:nvSpPr>
        <p:spPr>
          <a:xfrm>
            <a:off x="6462684" y="6303815"/>
            <a:ext cx="4999248" cy="151187"/>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Inserir fonte aqui</a:t>
            </a:r>
          </a:p>
        </p:txBody>
      </p:sp>
      <p:sp>
        <p:nvSpPr>
          <p:cNvPr id="40" name="CaixaDeTexto 39">
            <a:extLst>
              <a:ext uri="{FF2B5EF4-FFF2-40B4-BE49-F238E27FC236}">
                <a16:creationId xmlns:a16="http://schemas.microsoft.com/office/drawing/2014/main" id="{2C95A9B3-F024-5FC7-1D06-345E482C1208}"/>
              </a:ext>
            </a:extLst>
          </p:cNvPr>
          <p:cNvSpPr>
            <a:spLocks noGrp="1"/>
          </p:cNvSpPr>
          <p:nvPr/>
        </p:nvSpPr>
        <p:spPr>
          <a:xfrm>
            <a:off x="6104358" y="6306179"/>
            <a:ext cx="447765" cy="200055"/>
          </a:xfrm>
          <a:prstGeom prst="rect">
            <a:avLst/>
          </a:prstGeom>
          <a:noFill/>
        </p:spPr>
        <p:txBody>
          <a:bodyPr wrap="square">
            <a:spAutoFit/>
          </a:bodyPr>
          <a:lstStyle/>
          <a:p>
            <a:r>
              <a:rPr sz="700">
                <a:solidFill>
                  <a:srgbClr val="ABAAAA"/>
                </a:solidFill>
              </a:rPr>
              <a:t>Fonte:</a:t>
            </a:r>
          </a:p>
        </p:txBody>
      </p:sp>
      <p:sp>
        <p:nvSpPr>
          <p:cNvPr id="48" name="Espaço Reservado para Texto 47">
            <a:extLst>
              <a:ext uri="{FF2B5EF4-FFF2-40B4-BE49-F238E27FC236}">
                <a16:creationId xmlns:a16="http://schemas.microsoft.com/office/drawing/2014/main" id="{2331CA0B-2602-E18B-0987-0429179CE6C1}"/>
              </a:ext>
            </a:extLst>
          </p:cNvPr>
          <p:cNvSpPr>
            <a:spLocks noGrp="1"/>
          </p:cNvSpPr>
          <p:nvPr>
            <p:ph type="body" idx="23" hasCustomPrompt="1"/>
          </p:nvPr>
        </p:nvSpPr>
        <p:spPr>
          <a:xfrm>
            <a:off x="378243" y="1301195"/>
            <a:ext cx="11354360" cy="249716"/>
          </a:xfrm>
        </p:spPr>
        <p:txBody>
          <a:bodyPr anchor="ctr">
            <a:noAutofit/>
          </a:bodyPr>
          <a:lstStyle>
            <a:lvl1pPr marL="0" indent="0" algn="ctr">
              <a:buNone/>
              <a:defRPr sz="1400" b="1"/>
            </a:lvl1pPr>
          </a:lstStyle>
          <a:p>
            <a:pPr>
              <a:buNone/>
            </a:pPr>
            <a:r>
              <a:t>Titulo</a:t>
            </a:r>
          </a:p>
        </p:txBody>
      </p:sp>
      <p:sp>
        <p:nvSpPr>
          <p:cNvPr id="49" name="Espaço Reservado para Texto 47">
            <a:extLst>
              <a:ext uri="{FF2B5EF4-FFF2-40B4-BE49-F238E27FC236}">
                <a16:creationId xmlns:a16="http://schemas.microsoft.com/office/drawing/2014/main" id="{8F6FDF58-7296-2561-6668-529F6AD5C1E3}"/>
              </a:ext>
            </a:extLst>
          </p:cNvPr>
          <p:cNvSpPr>
            <a:spLocks noGrp="1"/>
          </p:cNvSpPr>
          <p:nvPr>
            <p:ph type="body" idx="24" hasCustomPrompt="1"/>
          </p:nvPr>
        </p:nvSpPr>
        <p:spPr>
          <a:xfrm>
            <a:off x="378243" y="1550911"/>
            <a:ext cx="11354360" cy="249716"/>
          </a:xfrm>
        </p:spPr>
        <p:txBody>
          <a:bodyPr anchor="ctr">
            <a:normAutofit/>
          </a:bodyPr>
          <a:lstStyle>
            <a:lvl1pPr marL="0" indent="0" algn="ctr">
              <a:buNone/>
              <a:defRPr sz="1400" b="0"/>
            </a:lvl1pPr>
          </a:lstStyle>
          <a:p>
            <a:pPr>
              <a:buNone/>
            </a:pPr>
            <a:r>
              <a:t>Unidade</a:t>
            </a:r>
          </a:p>
        </p:txBody>
      </p:sp>
      <p:pic>
        <p:nvPicPr>
          <p:cNvPr id="66" name="Imagem 2"/>
          <p:cNvPicPr>
            <a:picLocks noChangeAspect="1"/>
          </p:cNvPicPr>
          <p:nvPr/>
        </p:nvPicPr>
        <p:blipFill>
          <a:blip r:embed="rId2"/>
          <a:stretch>
            <a:fillRect/>
          </a:stretch>
        </p:blipFill>
        <p:spPr>
          <a:xfrm>
            <a:off x="10804163" y="361538"/>
            <a:ext cx="1011600" cy="461409"/>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spaco_Vazio_Meio">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idx="4"/>
          </p:nvPr>
        </p:nvSpPr>
        <p:spPr>
          <a:xfrm>
            <a:off x="11550857" y="6584949"/>
            <a:ext cx="264906" cy="174624"/>
          </a:xfrm>
          <a:prstGeom prst="rect">
            <a:avLst/>
          </a:prstGeom>
        </p:spPr>
        <p:txBody>
          <a:bodyPr lIns="0" tIns="0" rIns="0" bIns="0"/>
          <a:lstStyle>
            <a:lvl1pPr algn="r">
              <a:buNone/>
              <a:defRPr sz="900" kern="1200">
                <a:solidFill>
                  <a:srgbClr val="A6A5A5"/>
                </a:solidFill>
                <a:latin typeface="Titillium Web Light"/>
                <a:ea typeface="Titillium Web Light"/>
                <a:cs typeface="Titillium Web Light"/>
              </a:defRPr>
            </a:lvl1pPr>
          </a:lstStyle>
          <a:p>
            <a:fld id="{E8537E7D-B481-4A27-91D3-485D98CF8A66}" type="slidenum">
              <a:t>‹#›</a:t>
            </a:fld>
            <a:endParaRPr/>
          </a:p>
        </p:txBody>
      </p:sp>
      <p:sp>
        <p:nvSpPr>
          <p:cNvPr id="5" name="Conector reto 4">
            <a:extLst>
              <a:ext uri="{FF2B5EF4-FFF2-40B4-BE49-F238E27FC236}">
                <a16:creationId xmlns:a16="http://schemas.microsoft.com/office/drawing/2014/main" id="{7FE9995C-6691-40DE-8803-6C06908FDEBD}"/>
              </a:ext>
            </a:extLst>
          </p:cNvPr>
          <p:cNvSpPr>
            <a:spLocks noGrp="1"/>
          </p:cNvSpPr>
          <p:nvPr/>
        </p:nv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7" name="Conector reto 6">
            <a:extLst>
              <a:ext uri="{FF2B5EF4-FFF2-40B4-BE49-F238E27FC236}">
                <a16:creationId xmlns:a16="http://schemas.microsoft.com/office/drawing/2014/main" id="{86EAE0FB-6775-4366-B97F-63795CD57F47}"/>
              </a:ext>
            </a:extLst>
          </p:cNvPr>
          <p:cNvSpPr>
            <a:spLocks noGrp="1"/>
          </p:cNvSpPr>
          <p:nvPr/>
        </p:nv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idx="10" hasCustomPrompt="1"/>
          </p:nvPr>
        </p:nvSpPr>
        <p:spPr>
          <a:xfrm>
            <a:off x="371475" y="311805"/>
            <a:ext cx="10289426" cy="309563"/>
          </a:xfrm>
          <a:prstGeom prst="rect">
            <a:avLst/>
          </a:prstGeom>
        </p:spPr>
        <p:txBody>
          <a:bodyPr lIns="0" tIns="0" rIns="0" bIns="0" anchor="b">
            <a:noAutofit/>
          </a:bodyPr>
          <a:lstStyle>
            <a:lvl1pPr marL="0" indent="0" algn="l" defTabSz="914400">
              <a:lnSpc>
                <a:spcPct val="90000"/>
              </a:lnSpc>
              <a:spcBef>
                <a:spcPts val="1000"/>
              </a:spcBef>
              <a:buFont typeface="Arial"/>
              <a:buNone/>
              <a:defRPr sz="2000" b="1" kern="1200" cap="all" baseline="0">
                <a:solidFill>
                  <a:srgbClr val="061844"/>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a:buNone/>
            </a:pPr>
            <a:r>
              <a:t>Titulo</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idx="16" hasCustomPrompt="1"/>
          </p:nvPr>
        </p:nvSpPr>
        <p:spPr>
          <a:xfrm>
            <a:off x="371475" y="596574"/>
            <a:ext cx="10289426" cy="266878"/>
          </a:xfrm>
          <a:prstGeom prst="rect">
            <a:avLst/>
          </a:prstGeom>
        </p:spPr>
        <p:txBody>
          <a:bodyPr lIns="0" tIns="0" rIns="0" bIns="0" anchor="ctr">
            <a:noAutofit/>
          </a:bodyPr>
          <a:lstStyle>
            <a:lvl1pPr marL="0" indent="0" algn="l" defTabSz="914400">
              <a:lnSpc>
                <a:spcPct val="90000"/>
              </a:lnSpc>
              <a:spcBef>
                <a:spcPts val="1000"/>
              </a:spcBef>
              <a:buFont typeface="Arial"/>
              <a:buNone/>
              <a:defRPr sz="1600" kern="1200" cap="none" baseline="0">
                <a:solidFill>
                  <a:srgbClr val="3F4655"/>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marL="0" indent="0" algn="l" defTabSz="914400">
              <a:lnSpc>
                <a:spcPct val="90000"/>
              </a:lnSpc>
              <a:spcBef>
                <a:spcPts val="1000"/>
              </a:spcBef>
              <a:buFont typeface="Arial"/>
              <a:buNone/>
            </a:pPr>
            <a:r>
              <a:t>Subtitulo</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idx="17" hasCustomPrompt="1"/>
          </p:nvPr>
        </p:nvSpPr>
        <p:spPr>
          <a:xfrm>
            <a:off x="366713" y="6319838"/>
            <a:ext cx="11460162" cy="99643"/>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Fonte</a:t>
            </a:r>
          </a:p>
        </p:txBody>
      </p:sp>
      <p:pic>
        <p:nvPicPr>
          <p:cNvPr id="42" name="Imagem 2"/>
          <p:cNvPicPr>
            <a:picLocks noChangeAspect="1"/>
          </p:cNvPicPr>
          <p:nvPr/>
        </p:nvPicPr>
        <p:blipFill>
          <a:blip r:embed="rId2"/>
          <a:stretch>
            <a:fillRect/>
          </a:stretch>
        </p:blipFill>
        <p:spPr>
          <a:xfrm>
            <a:off x="10804163" y="361538"/>
            <a:ext cx="1011600" cy="461409"/>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INSTITUCIONAL">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idx="4"/>
          </p:nvPr>
        </p:nvSpPr>
        <p:spPr>
          <a:xfrm>
            <a:off x="11550857" y="6584949"/>
            <a:ext cx="264906" cy="174624"/>
          </a:xfrm>
          <a:prstGeom prst="rect">
            <a:avLst/>
          </a:prstGeom>
        </p:spPr>
        <p:txBody>
          <a:bodyPr lIns="0" tIns="0" rIns="0" bIns="0"/>
          <a:lstStyle>
            <a:lvl1pPr algn="r">
              <a:buNone/>
              <a:defRPr sz="900" kern="1200">
                <a:solidFill>
                  <a:srgbClr val="A6A5A5"/>
                </a:solidFill>
                <a:latin typeface="Titillium Web Light"/>
                <a:ea typeface="Titillium Web Light"/>
                <a:cs typeface="Titillium Web Light"/>
              </a:defRPr>
            </a:lvl1pPr>
          </a:lstStyle>
          <a:p>
            <a:fld id="{E8537E7D-B481-4A27-91D3-485D98CF8A66}" type="slidenum">
              <a:t>‹#›</a:t>
            </a:fld>
            <a:endParaRPr/>
          </a:p>
        </p:txBody>
      </p:sp>
      <p:sp>
        <p:nvSpPr>
          <p:cNvPr id="5" name="Conector reto 4">
            <a:extLst>
              <a:ext uri="{FF2B5EF4-FFF2-40B4-BE49-F238E27FC236}">
                <a16:creationId xmlns:a16="http://schemas.microsoft.com/office/drawing/2014/main" id="{307690E5-03D9-48A8-B38D-35C4993F8613}"/>
              </a:ext>
            </a:extLst>
          </p:cNvPr>
          <p:cNvSpPr>
            <a:spLocks noGrp="1"/>
          </p:cNvSpPr>
          <p:nvPr/>
        </p:nv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7" name="Conector reto 6">
            <a:extLst>
              <a:ext uri="{FF2B5EF4-FFF2-40B4-BE49-F238E27FC236}">
                <a16:creationId xmlns:a16="http://schemas.microsoft.com/office/drawing/2014/main" id="{5F16A02D-3DE9-43A2-A172-B4E572994278}"/>
              </a:ext>
            </a:extLst>
          </p:cNvPr>
          <p:cNvSpPr>
            <a:spLocks noGrp="1"/>
          </p:cNvSpPr>
          <p:nvPr/>
        </p:nv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idx="10" hasCustomPrompt="1"/>
          </p:nvPr>
        </p:nvSpPr>
        <p:spPr>
          <a:xfrm>
            <a:off x="371475" y="311805"/>
            <a:ext cx="10289426" cy="309563"/>
          </a:xfrm>
          <a:prstGeom prst="rect">
            <a:avLst/>
          </a:prstGeom>
        </p:spPr>
        <p:txBody>
          <a:bodyPr lIns="0" tIns="0" rIns="0" bIns="0" anchor="b">
            <a:noAutofit/>
          </a:bodyPr>
          <a:lstStyle>
            <a:lvl1pPr marL="0" indent="0" algn="l" defTabSz="914400">
              <a:lnSpc>
                <a:spcPct val="90000"/>
              </a:lnSpc>
              <a:spcBef>
                <a:spcPts val="1000"/>
              </a:spcBef>
              <a:buFont typeface="Arial"/>
              <a:buNone/>
              <a:defRPr sz="2000" b="1" kern="1200" cap="all" baseline="0">
                <a:solidFill>
                  <a:srgbClr val="061844"/>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a:buNone/>
            </a:pPr>
            <a: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idx="16" hasCustomPrompt="1"/>
          </p:nvPr>
        </p:nvSpPr>
        <p:spPr>
          <a:xfrm>
            <a:off x="371475" y="596574"/>
            <a:ext cx="10289426" cy="266878"/>
          </a:xfrm>
          <a:prstGeom prst="rect">
            <a:avLst/>
          </a:prstGeom>
        </p:spPr>
        <p:txBody>
          <a:bodyPr lIns="0" tIns="0" rIns="0" bIns="0" anchor="ctr">
            <a:noAutofit/>
          </a:bodyPr>
          <a:lstStyle>
            <a:lvl1pPr marL="0" indent="0" algn="l" defTabSz="914400">
              <a:lnSpc>
                <a:spcPct val="90000"/>
              </a:lnSpc>
              <a:spcBef>
                <a:spcPts val="1000"/>
              </a:spcBef>
              <a:buFont typeface="Arial"/>
              <a:buNone/>
              <a:defRPr sz="1600" kern="1200" cap="none" baseline="0">
                <a:solidFill>
                  <a:srgbClr val="3F4655"/>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marL="0" indent="0" algn="l" defTabSz="914400">
              <a:lnSpc>
                <a:spcPct val="90000"/>
              </a:lnSpc>
              <a:spcBef>
                <a:spcPts val="1000"/>
              </a:spcBef>
              <a:buFont typeface="Arial"/>
              <a:buNone/>
            </a:pPr>
            <a: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idx="17" hasCustomPrompt="1"/>
          </p:nvPr>
        </p:nvSpPr>
        <p:spPr>
          <a:xfrm>
            <a:off x="366713" y="6319838"/>
            <a:ext cx="11460162" cy="99643"/>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Nota</a:t>
            </a:r>
          </a:p>
        </p:txBody>
      </p:sp>
      <p:sp>
        <p:nvSpPr>
          <p:cNvPr id="6" name="Espaço Reservado para Texto 5">
            <a:extLst>
              <a:ext uri="{FF2B5EF4-FFF2-40B4-BE49-F238E27FC236}">
                <a16:creationId xmlns:a16="http://schemas.microsoft.com/office/drawing/2014/main" id="{E9D289EB-E59B-8BE2-DC97-F9A17691749A}"/>
              </a:ext>
            </a:extLst>
          </p:cNvPr>
          <p:cNvSpPr>
            <a:spLocks noGrp="1"/>
          </p:cNvSpPr>
          <p:nvPr>
            <p:ph type="body" idx="18"/>
          </p:nvPr>
        </p:nvSpPr>
        <p:spPr>
          <a:xfrm>
            <a:off x="355600" y="1327150"/>
            <a:ext cx="11474868" cy="222330"/>
          </a:xfrm>
        </p:spPr>
        <p:txBody>
          <a:bodyPr lIns="0" tIns="0" rIns="0" bIns="0"/>
          <a:lstStyle>
            <a:lvl1pPr marL="0" indent="0" algn="ctr" defTabSz="914400">
              <a:buNone/>
              <a:defRPr sz="1400" kern="1200">
                <a:solidFill>
                  <a:srgbClr val="0F182A"/>
                </a:solidFill>
                <a:latin typeface="Titillium Web SemiBold"/>
                <a:ea typeface="Titillium Web SemiBold"/>
                <a:cs typeface="Titillium Web SemiBold"/>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a:buNone/>
            </a:pPr>
            <a:r>
              <a:t>Clique para editar os estilos de texto Mestres</a:t>
            </a:r>
          </a:p>
        </p:txBody>
      </p:sp>
      <p:sp>
        <p:nvSpPr>
          <p:cNvPr id="29" name="Espaço Reservado para Texto 41">
            <a:extLst>
              <a:ext uri="{FF2B5EF4-FFF2-40B4-BE49-F238E27FC236}">
                <a16:creationId xmlns:a16="http://schemas.microsoft.com/office/drawing/2014/main" id="{801FA8E5-65A4-772B-8604-3ABEF869E273}"/>
              </a:ext>
            </a:extLst>
          </p:cNvPr>
          <p:cNvSpPr>
            <a:spLocks noGrp="1"/>
          </p:cNvSpPr>
          <p:nvPr>
            <p:ph type="body" idx="20"/>
          </p:nvPr>
        </p:nvSpPr>
        <p:spPr>
          <a:xfrm>
            <a:off x="348832" y="1702381"/>
            <a:ext cx="11474868" cy="4393619"/>
          </a:xfrm>
        </p:spPr>
        <p:txBody>
          <a:bodyPr lIns="0" tIns="0" rIns="0" bIns="0">
            <a:normAutofit/>
          </a:bodyPr>
          <a:lstStyle>
            <a:lvl1pPr marL="0" indent="0">
              <a:buNone/>
              <a:defRPr sz="1200" b="0" i="0" u="none" kern="0" cap="none" spc="0" baseline="0">
                <a:ln>
                  <a:noFill/>
                </a:ln>
                <a:solidFill>
                  <a:srgbClr val="061844"/>
                </a:solidFill>
                <a:latin typeface="Titillium Web ExtraLight"/>
                <a:ea typeface="Titillium Web ExtraLight"/>
                <a:cs typeface="Titillium Web ExtraLight"/>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pic>
        <p:nvPicPr>
          <p:cNvPr id="44" name="Imagem 2"/>
          <p:cNvPicPr>
            <a:picLocks noChangeAspect="1"/>
          </p:cNvPicPr>
          <p:nvPr/>
        </p:nvPicPr>
        <p:blipFill>
          <a:blip r:embed="rId2"/>
          <a:stretch>
            <a:fillRect/>
          </a:stretch>
        </p:blipFill>
        <p:spPr>
          <a:xfrm>
            <a:off x="10804163" y="361538"/>
            <a:ext cx="1011600" cy="461409"/>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_INSTITUCIONAL">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idx="4"/>
          </p:nvPr>
        </p:nvSpPr>
        <p:spPr>
          <a:xfrm>
            <a:off x="11550857" y="6584949"/>
            <a:ext cx="264906" cy="174624"/>
          </a:xfrm>
          <a:prstGeom prst="rect">
            <a:avLst/>
          </a:prstGeom>
        </p:spPr>
        <p:txBody>
          <a:bodyPr lIns="0" tIns="0" rIns="0" bIns="0"/>
          <a:lstStyle>
            <a:lvl1pPr algn="r">
              <a:buNone/>
              <a:defRPr sz="900" kern="1200">
                <a:solidFill>
                  <a:srgbClr val="A6A5A5"/>
                </a:solidFill>
                <a:latin typeface="Titillium Web Light"/>
                <a:ea typeface="Titillium Web Light"/>
                <a:cs typeface="Titillium Web Light"/>
              </a:defRPr>
            </a:lvl1pPr>
          </a:lstStyle>
          <a:p>
            <a:fld id="{E8537E7D-B481-4A27-91D3-485D98CF8A66}" type="slidenum">
              <a:t>‹#›</a:t>
            </a:fld>
            <a:endParaRPr/>
          </a:p>
        </p:txBody>
      </p:sp>
      <p:sp>
        <p:nvSpPr>
          <p:cNvPr id="5" name="Conector reto 4">
            <a:extLst>
              <a:ext uri="{FF2B5EF4-FFF2-40B4-BE49-F238E27FC236}">
                <a16:creationId xmlns:a16="http://schemas.microsoft.com/office/drawing/2014/main" id="{09D04A7E-33E5-46BD-A87C-519090ACBCA2}"/>
              </a:ext>
            </a:extLst>
          </p:cNvPr>
          <p:cNvSpPr>
            <a:spLocks noGrp="1"/>
          </p:cNvSpPr>
          <p:nvPr/>
        </p:nv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7" name="Conector reto 6">
            <a:extLst>
              <a:ext uri="{FF2B5EF4-FFF2-40B4-BE49-F238E27FC236}">
                <a16:creationId xmlns:a16="http://schemas.microsoft.com/office/drawing/2014/main" id="{14FC9821-82FD-4106-8B22-671B0270C379}"/>
              </a:ext>
            </a:extLst>
          </p:cNvPr>
          <p:cNvSpPr>
            <a:spLocks noGrp="1"/>
          </p:cNvSpPr>
          <p:nvPr/>
        </p:nv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idx="10" hasCustomPrompt="1"/>
          </p:nvPr>
        </p:nvSpPr>
        <p:spPr>
          <a:xfrm>
            <a:off x="371475" y="311805"/>
            <a:ext cx="10289426" cy="309563"/>
          </a:xfrm>
          <a:prstGeom prst="rect">
            <a:avLst/>
          </a:prstGeom>
        </p:spPr>
        <p:txBody>
          <a:bodyPr lIns="0" tIns="0" rIns="0" bIns="0" anchor="b">
            <a:noAutofit/>
          </a:bodyPr>
          <a:lstStyle>
            <a:lvl1pPr marL="0" indent="0" algn="l" defTabSz="914400">
              <a:lnSpc>
                <a:spcPct val="90000"/>
              </a:lnSpc>
              <a:spcBef>
                <a:spcPts val="1000"/>
              </a:spcBef>
              <a:buFont typeface="Arial"/>
              <a:buNone/>
              <a:defRPr sz="2000" b="1" kern="1200" cap="all" baseline="0">
                <a:solidFill>
                  <a:srgbClr val="061844"/>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a:buNone/>
            </a:pPr>
            <a: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idx="16" hasCustomPrompt="1"/>
          </p:nvPr>
        </p:nvSpPr>
        <p:spPr>
          <a:xfrm>
            <a:off x="371475" y="596574"/>
            <a:ext cx="10289426" cy="266878"/>
          </a:xfrm>
          <a:prstGeom prst="rect">
            <a:avLst/>
          </a:prstGeom>
        </p:spPr>
        <p:txBody>
          <a:bodyPr lIns="0" tIns="0" rIns="0" bIns="0" anchor="ctr">
            <a:noAutofit/>
          </a:bodyPr>
          <a:lstStyle>
            <a:lvl1pPr marL="0" indent="0" algn="l" defTabSz="914400">
              <a:lnSpc>
                <a:spcPct val="90000"/>
              </a:lnSpc>
              <a:spcBef>
                <a:spcPts val="1000"/>
              </a:spcBef>
              <a:buFont typeface="Arial"/>
              <a:buNone/>
              <a:defRPr sz="1600" kern="1200" cap="none" baseline="0">
                <a:solidFill>
                  <a:srgbClr val="3F4655"/>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marL="0" indent="0" algn="l" defTabSz="914400">
              <a:lnSpc>
                <a:spcPct val="90000"/>
              </a:lnSpc>
              <a:spcBef>
                <a:spcPts val="1000"/>
              </a:spcBef>
              <a:buFont typeface="Arial"/>
              <a:buNone/>
            </a:pPr>
            <a: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idx="17" hasCustomPrompt="1"/>
          </p:nvPr>
        </p:nvSpPr>
        <p:spPr>
          <a:xfrm>
            <a:off x="366713" y="6319838"/>
            <a:ext cx="11460162" cy="99643"/>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Nota</a:t>
            </a:r>
          </a:p>
        </p:txBody>
      </p:sp>
      <p:sp>
        <p:nvSpPr>
          <p:cNvPr id="6" name="Espaço Reservado para Texto 5">
            <a:extLst>
              <a:ext uri="{FF2B5EF4-FFF2-40B4-BE49-F238E27FC236}">
                <a16:creationId xmlns:a16="http://schemas.microsoft.com/office/drawing/2014/main" id="{E9D289EB-E59B-8BE2-DC97-F9A17691749A}"/>
              </a:ext>
            </a:extLst>
          </p:cNvPr>
          <p:cNvSpPr>
            <a:spLocks noGrp="1"/>
          </p:cNvSpPr>
          <p:nvPr>
            <p:ph type="body" idx="18"/>
          </p:nvPr>
        </p:nvSpPr>
        <p:spPr>
          <a:xfrm>
            <a:off x="355600" y="1327150"/>
            <a:ext cx="11474868" cy="222330"/>
          </a:xfrm>
        </p:spPr>
        <p:txBody>
          <a:bodyPr lIns="0" tIns="0" rIns="0" bIns="0"/>
          <a:lstStyle>
            <a:lvl1pPr marL="0" indent="0" algn="ctr" defTabSz="914400">
              <a:buNone/>
              <a:defRPr sz="1400" kern="1200">
                <a:solidFill>
                  <a:srgbClr val="0F182A"/>
                </a:solidFill>
                <a:latin typeface="Titillium Web SemiBold"/>
                <a:ea typeface="Titillium Web SemiBold"/>
                <a:cs typeface="Titillium Web SemiBold"/>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a:buNone/>
            </a:pPr>
            <a:r>
              <a:t>Clique para editar os estilos de texto Mestres</a:t>
            </a:r>
          </a:p>
        </p:txBody>
      </p:sp>
      <p:sp>
        <p:nvSpPr>
          <p:cNvPr id="28" name="Espaço Reservado para Conteúdo 27">
            <a:extLst>
              <a:ext uri="{FF2B5EF4-FFF2-40B4-BE49-F238E27FC236}">
                <a16:creationId xmlns:a16="http://schemas.microsoft.com/office/drawing/2014/main" id="{E05A7384-ACDD-000C-C35F-8CB689E8D1D1}"/>
              </a:ext>
            </a:extLst>
          </p:cNvPr>
          <p:cNvSpPr>
            <a:spLocks noGrp="1"/>
          </p:cNvSpPr>
          <p:nvPr>
            <p:ph idx="21"/>
          </p:nvPr>
        </p:nvSpPr>
        <p:spPr>
          <a:xfrm>
            <a:off x="357187" y="1729826"/>
            <a:ext cx="11469688" cy="4366174"/>
          </a:xfrm>
        </p:spPr>
        <p:txBody>
          <a:bodyPr>
            <a:normAutofit/>
          </a:bodyPr>
          <a:lstStyle>
            <a:lvl1pPr marL="0" indent="0" algn="ctr">
              <a:buNone/>
              <a:defRPr sz="1200"/>
            </a:lvl1pPr>
            <a:lvl2pPr marL="457200" indent="0">
              <a:buNone/>
              <a:defRPr/>
            </a:lvl2pPr>
            <a:lvl3pPr marL="914400" indent="0">
              <a:buNone/>
              <a:defRPr/>
            </a:lvl3pPr>
            <a:lvl4pPr marL="1371600" indent="0">
              <a:buNone/>
              <a:defRPr/>
            </a:lvl4pPr>
            <a:lvl5pPr marL="1828800" indent="0">
              <a:buNone/>
              <a:defRPr/>
            </a:lvl5pPr>
          </a:lstStyle>
          <a:p>
            <a:pPr>
              <a:buNone/>
            </a:pPr>
            <a:r>
              <a:t>Clique para editar os estilos de texto Mestres</a:t>
            </a:r>
          </a:p>
        </p:txBody>
      </p:sp>
      <p:pic>
        <p:nvPicPr>
          <p:cNvPr id="44" name="Imagem 2"/>
          <p:cNvPicPr>
            <a:picLocks noChangeAspect="1"/>
          </p:cNvPicPr>
          <p:nvPr/>
        </p:nvPicPr>
        <p:blipFill>
          <a:blip r:embed="rId2"/>
          <a:stretch>
            <a:fillRect/>
          </a:stretch>
        </p:blipFill>
        <p:spPr>
          <a:xfrm>
            <a:off x="10804163" y="361538"/>
            <a:ext cx="1011600" cy="461409"/>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INSTITUCIONAL">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idx="4"/>
          </p:nvPr>
        </p:nvSpPr>
        <p:spPr>
          <a:xfrm>
            <a:off x="11550857" y="6584949"/>
            <a:ext cx="264906" cy="174624"/>
          </a:xfrm>
          <a:prstGeom prst="rect">
            <a:avLst/>
          </a:prstGeom>
        </p:spPr>
        <p:txBody>
          <a:bodyPr lIns="0" tIns="0" rIns="0" bIns="0"/>
          <a:lstStyle>
            <a:lvl1pPr algn="r">
              <a:buNone/>
              <a:defRPr sz="900" kern="1200">
                <a:solidFill>
                  <a:srgbClr val="A6A5A5"/>
                </a:solidFill>
                <a:latin typeface="Titillium Web Light"/>
                <a:ea typeface="Titillium Web Light"/>
                <a:cs typeface="Titillium Web Light"/>
              </a:defRPr>
            </a:lvl1pPr>
          </a:lstStyle>
          <a:p>
            <a:fld id="{E8537E7D-B481-4A27-91D3-485D98CF8A66}" type="slidenum">
              <a:t>‹#›</a:t>
            </a:fld>
            <a:endParaRPr/>
          </a:p>
        </p:txBody>
      </p:sp>
      <p:sp>
        <p:nvSpPr>
          <p:cNvPr id="5" name="Conector reto 4">
            <a:extLst>
              <a:ext uri="{FF2B5EF4-FFF2-40B4-BE49-F238E27FC236}">
                <a16:creationId xmlns:a16="http://schemas.microsoft.com/office/drawing/2014/main" id="{347C9871-1E57-4328-A5EA-BAE083D97824}"/>
              </a:ext>
            </a:extLst>
          </p:cNvPr>
          <p:cNvSpPr>
            <a:spLocks noGrp="1"/>
          </p:cNvSpPr>
          <p:nvPr/>
        </p:nv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7" name="Conector reto 6">
            <a:extLst>
              <a:ext uri="{FF2B5EF4-FFF2-40B4-BE49-F238E27FC236}">
                <a16:creationId xmlns:a16="http://schemas.microsoft.com/office/drawing/2014/main" id="{CFEFD71A-7B71-4DCF-B61B-62ECF7F94894}"/>
              </a:ext>
            </a:extLst>
          </p:cNvPr>
          <p:cNvSpPr>
            <a:spLocks noGrp="1"/>
          </p:cNvSpPr>
          <p:nvPr/>
        </p:nv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idx="10" hasCustomPrompt="1"/>
          </p:nvPr>
        </p:nvSpPr>
        <p:spPr>
          <a:xfrm>
            <a:off x="371475" y="311805"/>
            <a:ext cx="10289426" cy="309563"/>
          </a:xfrm>
          <a:prstGeom prst="rect">
            <a:avLst/>
          </a:prstGeom>
        </p:spPr>
        <p:txBody>
          <a:bodyPr lIns="0" tIns="0" rIns="0" bIns="0" anchor="b">
            <a:noAutofit/>
          </a:bodyPr>
          <a:lstStyle>
            <a:lvl1pPr marL="0" indent="0" algn="l" defTabSz="914400">
              <a:lnSpc>
                <a:spcPct val="90000"/>
              </a:lnSpc>
              <a:spcBef>
                <a:spcPts val="1000"/>
              </a:spcBef>
              <a:buFont typeface="Arial"/>
              <a:buNone/>
              <a:defRPr sz="2000" b="1" kern="1200" cap="all" baseline="0">
                <a:solidFill>
                  <a:srgbClr val="061844"/>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a:buNone/>
            </a:pPr>
            <a: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idx="16" hasCustomPrompt="1"/>
          </p:nvPr>
        </p:nvSpPr>
        <p:spPr>
          <a:xfrm>
            <a:off x="371475" y="596574"/>
            <a:ext cx="10289426" cy="266878"/>
          </a:xfrm>
          <a:prstGeom prst="rect">
            <a:avLst/>
          </a:prstGeom>
        </p:spPr>
        <p:txBody>
          <a:bodyPr lIns="0" tIns="0" rIns="0" bIns="0" anchor="ctr">
            <a:noAutofit/>
          </a:bodyPr>
          <a:lstStyle>
            <a:lvl1pPr marL="0" indent="0" algn="l" defTabSz="914400">
              <a:lnSpc>
                <a:spcPct val="90000"/>
              </a:lnSpc>
              <a:spcBef>
                <a:spcPts val="1000"/>
              </a:spcBef>
              <a:buFont typeface="Arial"/>
              <a:buNone/>
              <a:defRPr sz="1600" kern="1200" cap="none" baseline="0">
                <a:solidFill>
                  <a:srgbClr val="3F4655"/>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marL="0" indent="0" algn="l" defTabSz="914400">
              <a:lnSpc>
                <a:spcPct val="90000"/>
              </a:lnSpc>
              <a:spcBef>
                <a:spcPts val="1000"/>
              </a:spcBef>
              <a:buFont typeface="Arial"/>
              <a:buNone/>
            </a:pPr>
            <a: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idx="17" hasCustomPrompt="1"/>
          </p:nvPr>
        </p:nvSpPr>
        <p:spPr>
          <a:xfrm>
            <a:off x="366713" y="6319838"/>
            <a:ext cx="11460162" cy="99643"/>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Nota</a:t>
            </a:r>
          </a:p>
        </p:txBody>
      </p:sp>
      <p:sp>
        <p:nvSpPr>
          <p:cNvPr id="6" name="Espaço Reservado para Texto 5">
            <a:extLst>
              <a:ext uri="{FF2B5EF4-FFF2-40B4-BE49-F238E27FC236}">
                <a16:creationId xmlns:a16="http://schemas.microsoft.com/office/drawing/2014/main" id="{E9D289EB-E59B-8BE2-DC97-F9A17691749A}"/>
              </a:ext>
            </a:extLst>
          </p:cNvPr>
          <p:cNvSpPr>
            <a:spLocks noGrp="1"/>
          </p:cNvSpPr>
          <p:nvPr>
            <p:ph type="body" idx="18"/>
          </p:nvPr>
        </p:nvSpPr>
        <p:spPr>
          <a:xfrm>
            <a:off x="355600" y="1327150"/>
            <a:ext cx="5564188" cy="222330"/>
          </a:xfrm>
        </p:spPr>
        <p:txBody>
          <a:bodyPr lIns="0" tIns="0" rIns="0" bIns="0"/>
          <a:lstStyle>
            <a:lvl1pPr marL="0" indent="0" algn="ctr" defTabSz="914400">
              <a:buNone/>
              <a:defRPr sz="1400" kern="1200">
                <a:solidFill>
                  <a:srgbClr val="0F182A"/>
                </a:solidFill>
                <a:latin typeface="Titillium Web SemiBold"/>
                <a:ea typeface="Titillium Web SemiBold"/>
                <a:cs typeface="Titillium Web SemiBold"/>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a:buNone/>
            </a:pPr>
            <a:r>
              <a:t>Clique para editar os estilos de texto Mestres</a:t>
            </a:r>
          </a:p>
        </p:txBody>
      </p:sp>
      <p:sp>
        <p:nvSpPr>
          <p:cNvPr id="28" name="Espaço Reservado para Texto 5">
            <a:extLst>
              <a:ext uri="{FF2B5EF4-FFF2-40B4-BE49-F238E27FC236}">
                <a16:creationId xmlns:a16="http://schemas.microsoft.com/office/drawing/2014/main" id="{1C88D7FF-C1E6-7512-0E10-1A648F65E33F}"/>
              </a:ext>
            </a:extLst>
          </p:cNvPr>
          <p:cNvSpPr>
            <a:spLocks noGrp="1"/>
          </p:cNvSpPr>
          <p:nvPr>
            <p:ph type="body" idx="19"/>
          </p:nvPr>
        </p:nvSpPr>
        <p:spPr>
          <a:xfrm>
            <a:off x="6280149" y="1327150"/>
            <a:ext cx="5552909" cy="222330"/>
          </a:xfrm>
        </p:spPr>
        <p:txBody>
          <a:bodyPr lIns="0" tIns="0" rIns="0" bIns="0"/>
          <a:lstStyle>
            <a:lvl1pPr marL="0" indent="0" algn="ctr" defTabSz="914400">
              <a:buNone/>
              <a:defRPr sz="1400" kern="1200">
                <a:solidFill>
                  <a:srgbClr val="0F182A"/>
                </a:solidFill>
                <a:latin typeface="Titillium Web SemiBold"/>
                <a:ea typeface="Titillium Web SemiBold"/>
                <a:cs typeface="Titillium Web SemiBold"/>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a:buNone/>
            </a:pPr>
            <a:r>
              <a:t>Clique para editar os estilos de texto Mestres</a:t>
            </a:r>
          </a:p>
        </p:txBody>
      </p:sp>
      <p:sp>
        <p:nvSpPr>
          <p:cNvPr id="32" name="Espaço Reservado para Gráfico 31">
            <a:extLst>
              <a:ext uri="{FF2B5EF4-FFF2-40B4-BE49-F238E27FC236}">
                <a16:creationId xmlns:a16="http://schemas.microsoft.com/office/drawing/2014/main" id="{6E82B4E7-5202-B465-DD98-AE43AED1A7A5}"/>
              </a:ext>
            </a:extLst>
          </p:cNvPr>
          <p:cNvSpPr>
            <a:spLocks noGrp="1"/>
          </p:cNvSpPr>
          <p:nvPr>
            <p:ph type="chart" idx="20"/>
          </p:nvPr>
        </p:nvSpPr>
        <p:spPr>
          <a:xfrm>
            <a:off x="355600" y="1714500"/>
            <a:ext cx="5564188" cy="4378325"/>
          </a:xfrm>
        </p:spPr>
        <p:txBody>
          <a:bodyPr anchor="ctr">
            <a:normAutofit/>
          </a:bodyPr>
          <a:lstStyle>
            <a:lvl1pPr marL="0" indent="0" algn="ctr">
              <a:buNone/>
              <a:defRPr sz="1200"/>
            </a:lvl1pPr>
          </a:lstStyle>
          <a:p>
            <a:endParaRPr/>
          </a:p>
        </p:txBody>
      </p:sp>
      <p:sp>
        <p:nvSpPr>
          <p:cNvPr id="33" name="Espaço Reservado para Gráfico 31">
            <a:extLst>
              <a:ext uri="{FF2B5EF4-FFF2-40B4-BE49-F238E27FC236}">
                <a16:creationId xmlns:a16="http://schemas.microsoft.com/office/drawing/2014/main" id="{267106BA-45A3-684B-10EF-294300B6AB8E}"/>
              </a:ext>
            </a:extLst>
          </p:cNvPr>
          <p:cNvSpPr>
            <a:spLocks noGrp="1"/>
          </p:cNvSpPr>
          <p:nvPr>
            <p:ph type="chart" idx="21"/>
          </p:nvPr>
        </p:nvSpPr>
        <p:spPr>
          <a:xfrm>
            <a:off x="6251073" y="1714500"/>
            <a:ext cx="5564188" cy="4378325"/>
          </a:xfrm>
        </p:spPr>
        <p:txBody>
          <a:bodyPr anchor="ctr">
            <a:normAutofit/>
          </a:bodyPr>
          <a:lstStyle>
            <a:lvl1pPr marL="0" indent="0" algn="ctr">
              <a:buNone/>
              <a:defRPr sz="1200"/>
            </a:lvl1pPr>
          </a:lstStyle>
          <a:p>
            <a:endParaRPr/>
          </a:p>
        </p:txBody>
      </p:sp>
      <p:pic>
        <p:nvPicPr>
          <p:cNvPr id="46" name="Imagem 2"/>
          <p:cNvPicPr>
            <a:picLocks noChangeAspect="1"/>
          </p:cNvPicPr>
          <p:nvPr/>
        </p:nvPicPr>
        <p:blipFill>
          <a:blip r:embed="rId2"/>
          <a:stretch>
            <a:fillRect/>
          </a:stretch>
        </p:blipFill>
        <p:spPr>
          <a:xfrm>
            <a:off x="10804163" y="361538"/>
            <a:ext cx="1011600" cy="461409"/>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3_INSTITUCIONAL">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idx="4"/>
          </p:nvPr>
        </p:nvSpPr>
        <p:spPr>
          <a:xfrm>
            <a:off x="11550857" y="6584949"/>
            <a:ext cx="264906" cy="174624"/>
          </a:xfrm>
          <a:prstGeom prst="rect">
            <a:avLst/>
          </a:prstGeom>
        </p:spPr>
        <p:txBody>
          <a:bodyPr lIns="0" tIns="0" rIns="0" bIns="0"/>
          <a:lstStyle>
            <a:lvl1pPr algn="r">
              <a:buNone/>
              <a:defRPr sz="900" kern="1200">
                <a:solidFill>
                  <a:srgbClr val="A6A5A5"/>
                </a:solidFill>
                <a:latin typeface="Titillium Web Light"/>
                <a:ea typeface="Titillium Web Light"/>
                <a:cs typeface="Titillium Web Light"/>
              </a:defRPr>
            </a:lvl1pPr>
          </a:lstStyle>
          <a:p>
            <a:fld id="{E8537E7D-B481-4A27-91D3-485D98CF8A66}" type="slidenum">
              <a:t>‹#›</a:t>
            </a:fld>
            <a:endParaRPr/>
          </a:p>
        </p:txBody>
      </p:sp>
      <p:sp>
        <p:nvSpPr>
          <p:cNvPr id="5" name="Conector reto 4">
            <a:extLst>
              <a:ext uri="{FF2B5EF4-FFF2-40B4-BE49-F238E27FC236}">
                <a16:creationId xmlns:a16="http://schemas.microsoft.com/office/drawing/2014/main" id="{49D1A225-D55C-4552-B342-10CB27CFF33C}"/>
              </a:ext>
            </a:extLst>
          </p:cNvPr>
          <p:cNvSpPr>
            <a:spLocks noGrp="1"/>
          </p:cNvSpPr>
          <p:nvPr/>
        </p:nv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7" name="Conector reto 6">
            <a:extLst>
              <a:ext uri="{FF2B5EF4-FFF2-40B4-BE49-F238E27FC236}">
                <a16:creationId xmlns:a16="http://schemas.microsoft.com/office/drawing/2014/main" id="{E4ADEC5F-C1BF-44B1-BA50-6B2AD8CEB26E}"/>
              </a:ext>
            </a:extLst>
          </p:cNvPr>
          <p:cNvSpPr>
            <a:spLocks noGrp="1"/>
          </p:cNvSpPr>
          <p:nvPr/>
        </p:nv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idx="10" hasCustomPrompt="1"/>
          </p:nvPr>
        </p:nvSpPr>
        <p:spPr>
          <a:xfrm>
            <a:off x="371475" y="311805"/>
            <a:ext cx="10289426" cy="309563"/>
          </a:xfrm>
          <a:prstGeom prst="rect">
            <a:avLst/>
          </a:prstGeom>
        </p:spPr>
        <p:txBody>
          <a:bodyPr lIns="0" tIns="0" rIns="0" bIns="0" anchor="b">
            <a:noAutofit/>
          </a:bodyPr>
          <a:lstStyle>
            <a:lvl1pPr marL="0" indent="0" algn="l" defTabSz="914400">
              <a:lnSpc>
                <a:spcPct val="90000"/>
              </a:lnSpc>
              <a:spcBef>
                <a:spcPts val="1000"/>
              </a:spcBef>
              <a:buFont typeface="Arial"/>
              <a:buNone/>
              <a:defRPr sz="2000" b="1" kern="1200" cap="all" baseline="0">
                <a:solidFill>
                  <a:srgbClr val="061844"/>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a:buNone/>
            </a:pPr>
            <a: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idx="16" hasCustomPrompt="1"/>
          </p:nvPr>
        </p:nvSpPr>
        <p:spPr>
          <a:xfrm>
            <a:off x="371475" y="596574"/>
            <a:ext cx="10289426" cy="266878"/>
          </a:xfrm>
          <a:prstGeom prst="rect">
            <a:avLst/>
          </a:prstGeom>
        </p:spPr>
        <p:txBody>
          <a:bodyPr lIns="0" tIns="0" rIns="0" bIns="0" anchor="ctr">
            <a:noAutofit/>
          </a:bodyPr>
          <a:lstStyle>
            <a:lvl1pPr marL="0" indent="0" algn="l" defTabSz="914400">
              <a:lnSpc>
                <a:spcPct val="90000"/>
              </a:lnSpc>
              <a:spcBef>
                <a:spcPts val="1000"/>
              </a:spcBef>
              <a:buFont typeface="Arial"/>
              <a:buNone/>
              <a:defRPr sz="1600" kern="1200" cap="none" baseline="0">
                <a:solidFill>
                  <a:srgbClr val="3F4655"/>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marL="0" indent="0" algn="l" defTabSz="914400">
              <a:lnSpc>
                <a:spcPct val="90000"/>
              </a:lnSpc>
              <a:spcBef>
                <a:spcPts val="1000"/>
              </a:spcBef>
              <a:buFont typeface="Arial"/>
              <a:buNone/>
            </a:pPr>
            <a: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idx="17" hasCustomPrompt="1"/>
          </p:nvPr>
        </p:nvSpPr>
        <p:spPr>
          <a:xfrm>
            <a:off x="366713" y="6319838"/>
            <a:ext cx="11460162" cy="99643"/>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Nota</a:t>
            </a:r>
          </a:p>
        </p:txBody>
      </p:sp>
      <p:sp>
        <p:nvSpPr>
          <p:cNvPr id="6" name="Espaço Reservado para Texto 5">
            <a:extLst>
              <a:ext uri="{FF2B5EF4-FFF2-40B4-BE49-F238E27FC236}">
                <a16:creationId xmlns:a16="http://schemas.microsoft.com/office/drawing/2014/main" id="{E9D289EB-E59B-8BE2-DC97-F9A17691749A}"/>
              </a:ext>
            </a:extLst>
          </p:cNvPr>
          <p:cNvSpPr>
            <a:spLocks noGrp="1"/>
          </p:cNvSpPr>
          <p:nvPr>
            <p:ph type="body" idx="18"/>
          </p:nvPr>
        </p:nvSpPr>
        <p:spPr>
          <a:xfrm>
            <a:off x="355600" y="1327150"/>
            <a:ext cx="5564188" cy="222330"/>
          </a:xfrm>
        </p:spPr>
        <p:txBody>
          <a:bodyPr lIns="0" tIns="0" rIns="0" bIns="0"/>
          <a:lstStyle>
            <a:lvl1pPr marL="0" indent="0" algn="ctr" defTabSz="914400">
              <a:buNone/>
              <a:defRPr sz="1400" kern="1200">
                <a:solidFill>
                  <a:srgbClr val="0F182A"/>
                </a:solidFill>
                <a:latin typeface="Titillium Web SemiBold"/>
                <a:ea typeface="Titillium Web SemiBold"/>
                <a:cs typeface="Titillium Web SemiBold"/>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a:buNone/>
            </a:pPr>
            <a:r>
              <a:t>Clique para editar os estilos de texto Mestres</a:t>
            </a:r>
          </a:p>
        </p:txBody>
      </p:sp>
      <p:sp>
        <p:nvSpPr>
          <p:cNvPr id="28" name="Espaço Reservado para Texto 5">
            <a:extLst>
              <a:ext uri="{FF2B5EF4-FFF2-40B4-BE49-F238E27FC236}">
                <a16:creationId xmlns:a16="http://schemas.microsoft.com/office/drawing/2014/main" id="{1C88D7FF-C1E6-7512-0E10-1A648F65E33F}"/>
              </a:ext>
            </a:extLst>
          </p:cNvPr>
          <p:cNvSpPr>
            <a:spLocks noGrp="1"/>
          </p:cNvSpPr>
          <p:nvPr>
            <p:ph type="body" idx="19"/>
          </p:nvPr>
        </p:nvSpPr>
        <p:spPr>
          <a:xfrm>
            <a:off x="6280149" y="1327150"/>
            <a:ext cx="5552909" cy="222330"/>
          </a:xfrm>
        </p:spPr>
        <p:txBody>
          <a:bodyPr lIns="0" tIns="0" rIns="0" bIns="0"/>
          <a:lstStyle>
            <a:lvl1pPr marL="0" indent="0" algn="ctr" defTabSz="914400">
              <a:buNone/>
              <a:defRPr sz="1400" kern="1200">
                <a:solidFill>
                  <a:srgbClr val="0F182A"/>
                </a:solidFill>
                <a:latin typeface="Titillium Web SemiBold"/>
                <a:ea typeface="Titillium Web SemiBold"/>
                <a:cs typeface="Titillium Web SemiBold"/>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a:buNone/>
            </a:pPr>
            <a:r>
              <a:t>Clique para editar os estilos de texto Mestres</a:t>
            </a:r>
          </a:p>
        </p:txBody>
      </p:sp>
      <p:sp>
        <p:nvSpPr>
          <p:cNvPr id="32" name="Espaço Reservado para Gráfico 31">
            <a:extLst>
              <a:ext uri="{FF2B5EF4-FFF2-40B4-BE49-F238E27FC236}">
                <a16:creationId xmlns:a16="http://schemas.microsoft.com/office/drawing/2014/main" id="{6E82B4E7-5202-B465-DD98-AE43AED1A7A5}"/>
              </a:ext>
            </a:extLst>
          </p:cNvPr>
          <p:cNvSpPr>
            <a:spLocks noGrp="1"/>
          </p:cNvSpPr>
          <p:nvPr>
            <p:ph type="chart" idx="20"/>
          </p:nvPr>
        </p:nvSpPr>
        <p:spPr>
          <a:xfrm>
            <a:off x="355600" y="1714501"/>
            <a:ext cx="5564188" cy="1836820"/>
          </a:xfrm>
        </p:spPr>
        <p:txBody>
          <a:bodyPr anchor="ctr">
            <a:normAutofit/>
          </a:bodyPr>
          <a:lstStyle>
            <a:lvl1pPr marL="0" indent="0" algn="ctr">
              <a:buNone/>
              <a:defRPr sz="1200"/>
            </a:lvl1pPr>
          </a:lstStyle>
          <a:p>
            <a:endParaRPr/>
          </a:p>
        </p:txBody>
      </p:sp>
      <p:sp>
        <p:nvSpPr>
          <p:cNvPr id="33" name="Espaço Reservado para Gráfico 31">
            <a:extLst>
              <a:ext uri="{FF2B5EF4-FFF2-40B4-BE49-F238E27FC236}">
                <a16:creationId xmlns:a16="http://schemas.microsoft.com/office/drawing/2014/main" id="{267106BA-45A3-684B-10EF-294300B6AB8E}"/>
              </a:ext>
            </a:extLst>
          </p:cNvPr>
          <p:cNvSpPr>
            <a:spLocks noGrp="1"/>
          </p:cNvSpPr>
          <p:nvPr>
            <p:ph type="chart" idx="21"/>
          </p:nvPr>
        </p:nvSpPr>
        <p:spPr>
          <a:xfrm>
            <a:off x="6280149" y="1714501"/>
            <a:ext cx="5535111" cy="1836820"/>
          </a:xfrm>
        </p:spPr>
        <p:txBody>
          <a:bodyPr anchor="ctr">
            <a:normAutofit/>
          </a:bodyPr>
          <a:lstStyle>
            <a:lvl1pPr marL="0" indent="0" algn="ctr">
              <a:buNone/>
              <a:defRPr sz="1200"/>
            </a:lvl1pPr>
          </a:lstStyle>
          <a:p>
            <a:endParaRPr/>
          </a:p>
        </p:txBody>
      </p:sp>
      <p:sp>
        <p:nvSpPr>
          <p:cNvPr id="3" name="Espaço Reservado para Texto 5">
            <a:extLst>
              <a:ext uri="{FF2B5EF4-FFF2-40B4-BE49-F238E27FC236}">
                <a16:creationId xmlns:a16="http://schemas.microsoft.com/office/drawing/2014/main" id="{351B13CD-3DC5-391E-CB37-AF9650FB2B3D}"/>
              </a:ext>
            </a:extLst>
          </p:cNvPr>
          <p:cNvSpPr>
            <a:spLocks noGrp="1"/>
          </p:cNvSpPr>
          <p:nvPr>
            <p:ph type="body" idx="22"/>
          </p:nvPr>
        </p:nvSpPr>
        <p:spPr>
          <a:xfrm>
            <a:off x="355600" y="3871829"/>
            <a:ext cx="11468100" cy="222330"/>
          </a:xfrm>
        </p:spPr>
        <p:txBody>
          <a:bodyPr lIns="0" tIns="0" rIns="0" bIns="0"/>
          <a:lstStyle>
            <a:lvl1pPr marL="0" indent="0" algn="ctr" defTabSz="914400">
              <a:buNone/>
              <a:defRPr sz="1400" kern="1200">
                <a:solidFill>
                  <a:srgbClr val="0F182A"/>
                </a:solidFill>
                <a:latin typeface="Titillium Web SemiBold"/>
                <a:ea typeface="Titillium Web SemiBold"/>
                <a:cs typeface="Titillium Web SemiBold"/>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a:buNone/>
            </a:pPr>
            <a:r>
              <a:t>Clique para editar os estilos de texto Mestres</a:t>
            </a:r>
          </a:p>
        </p:txBody>
      </p:sp>
      <p:sp>
        <p:nvSpPr>
          <p:cNvPr id="30" name="Espaço Reservado para Gráfico 31">
            <a:extLst>
              <a:ext uri="{FF2B5EF4-FFF2-40B4-BE49-F238E27FC236}">
                <a16:creationId xmlns:a16="http://schemas.microsoft.com/office/drawing/2014/main" id="{50E9FD2F-C217-4B70-3EDB-7A9D8D0BFBCB}"/>
              </a:ext>
            </a:extLst>
          </p:cNvPr>
          <p:cNvSpPr>
            <a:spLocks noGrp="1"/>
          </p:cNvSpPr>
          <p:nvPr>
            <p:ph type="chart" idx="24"/>
          </p:nvPr>
        </p:nvSpPr>
        <p:spPr>
          <a:xfrm>
            <a:off x="355600" y="4259180"/>
            <a:ext cx="11468100" cy="1836820"/>
          </a:xfrm>
        </p:spPr>
        <p:txBody>
          <a:bodyPr anchor="ctr">
            <a:normAutofit/>
          </a:bodyPr>
          <a:lstStyle>
            <a:lvl1pPr marL="0" indent="0" algn="ctr">
              <a:buNone/>
              <a:defRPr sz="1200"/>
            </a:lvl1pPr>
          </a:lstStyle>
          <a:p>
            <a:endParaRPr/>
          </a:p>
        </p:txBody>
      </p:sp>
      <p:pic>
        <p:nvPicPr>
          <p:cNvPr id="48" name="Imagem 28"/>
          <p:cNvPicPr>
            <a:picLocks noChangeAspect="1"/>
          </p:cNvPicPr>
          <p:nvPr/>
        </p:nvPicPr>
        <p:blipFill>
          <a:blip r:embed="rId2"/>
          <a:stretch>
            <a:fillRect/>
          </a:stretch>
        </p:blipFill>
        <p:spPr>
          <a:xfrm>
            <a:off x="10804163" y="361538"/>
            <a:ext cx="1011600" cy="461409"/>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INSTITUCIONAL">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idx="4"/>
          </p:nvPr>
        </p:nvSpPr>
        <p:spPr>
          <a:xfrm>
            <a:off x="11550857" y="6584949"/>
            <a:ext cx="264906" cy="174624"/>
          </a:xfrm>
          <a:prstGeom prst="rect">
            <a:avLst/>
          </a:prstGeom>
        </p:spPr>
        <p:txBody>
          <a:bodyPr lIns="0" tIns="0" rIns="0" bIns="0"/>
          <a:lstStyle>
            <a:lvl1pPr algn="r">
              <a:buNone/>
              <a:defRPr sz="900" kern="1200">
                <a:solidFill>
                  <a:srgbClr val="A6A5A5"/>
                </a:solidFill>
                <a:latin typeface="Titillium Web Light"/>
                <a:ea typeface="Titillium Web Light"/>
                <a:cs typeface="Titillium Web Light"/>
              </a:defRPr>
            </a:lvl1pPr>
          </a:lstStyle>
          <a:p>
            <a:fld id="{E8537E7D-B481-4A27-91D3-485D98CF8A66}" type="slidenum">
              <a:t>‹#›</a:t>
            </a:fld>
            <a:endParaRPr/>
          </a:p>
        </p:txBody>
      </p:sp>
      <p:sp>
        <p:nvSpPr>
          <p:cNvPr id="5" name="Conector reto 4">
            <a:extLst>
              <a:ext uri="{FF2B5EF4-FFF2-40B4-BE49-F238E27FC236}">
                <a16:creationId xmlns:a16="http://schemas.microsoft.com/office/drawing/2014/main" id="{029086BC-48DF-4EC1-AE42-90BDB855CD51}"/>
              </a:ext>
            </a:extLst>
          </p:cNvPr>
          <p:cNvSpPr>
            <a:spLocks noGrp="1"/>
          </p:cNvSpPr>
          <p:nvPr/>
        </p:nv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7" name="Conector reto 6">
            <a:extLst>
              <a:ext uri="{FF2B5EF4-FFF2-40B4-BE49-F238E27FC236}">
                <a16:creationId xmlns:a16="http://schemas.microsoft.com/office/drawing/2014/main" id="{9E6CED9C-C150-47D1-87E9-A83D7ACE28E8}"/>
              </a:ext>
            </a:extLst>
          </p:cNvPr>
          <p:cNvSpPr>
            <a:spLocks noGrp="1"/>
          </p:cNvSpPr>
          <p:nvPr/>
        </p:nv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idx="10" hasCustomPrompt="1"/>
          </p:nvPr>
        </p:nvSpPr>
        <p:spPr>
          <a:xfrm>
            <a:off x="371475" y="311805"/>
            <a:ext cx="10289426" cy="309563"/>
          </a:xfrm>
          <a:prstGeom prst="rect">
            <a:avLst/>
          </a:prstGeom>
        </p:spPr>
        <p:txBody>
          <a:bodyPr lIns="0" tIns="0" rIns="0" bIns="0" anchor="b">
            <a:noAutofit/>
          </a:bodyPr>
          <a:lstStyle>
            <a:lvl1pPr marL="0" indent="0" algn="l" defTabSz="914400">
              <a:lnSpc>
                <a:spcPct val="90000"/>
              </a:lnSpc>
              <a:spcBef>
                <a:spcPts val="1000"/>
              </a:spcBef>
              <a:buFont typeface="Arial"/>
              <a:buNone/>
              <a:defRPr sz="2000" b="1" kern="1200" cap="all" baseline="0">
                <a:solidFill>
                  <a:srgbClr val="061844"/>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a:buNone/>
            </a:pPr>
            <a: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idx="16" hasCustomPrompt="1"/>
          </p:nvPr>
        </p:nvSpPr>
        <p:spPr>
          <a:xfrm>
            <a:off x="371475" y="596574"/>
            <a:ext cx="10289426" cy="266878"/>
          </a:xfrm>
          <a:prstGeom prst="rect">
            <a:avLst/>
          </a:prstGeom>
        </p:spPr>
        <p:txBody>
          <a:bodyPr lIns="0" tIns="0" rIns="0" bIns="0" anchor="ctr">
            <a:noAutofit/>
          </a:bodyPr>
          <a:lstStyle>
            <a:lvl1pPr marL="0" indent="0" algn="l" defTabSz="914400">
              <a:lnSpc>
                <a:spcPct val="90000"/>
              </a:lnSpc>
              <a:spcBef>
                <a:spcPts val="1000"/>
              </a:spcBef>
              <a:buFont typeface="Arial"/>
              <a:buNone/>
              <a:defRPr sz="1600" kern="1200" cap="none" baseline="0">
                <a:solidFill>
                  <a:srgbClr val="3F4655"/>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marL="0" indent="0" algn="l" defTabSz="914400">
              <a:lnSpc>
                <a:spcPct val="90000"/>
              </a:lnSpc>
              <a:spcBef>
                <a:spcPts val="1000"/>
              </a:spcBef>
              <a:buFont typeface="Arial"/>
              <a:buNone/>
            </a:pPr>
            <a: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idx="17" hasCustomPrompt="1"/>
          </p:nvPr>
        </p:nvSpPr>
        <p:spPr>
          <a:xfrm>
            <a:off x="366713" y="6319838"/>
            <a:ext cx="11460162" cy="99643"/>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Nota</a:t>
            </a:r>
          </a:p>
        </p:txBody>
      </p:sp>
      <p:sp>
        <p:nvSpPr>
          <p:cNvPr id="6" name="Espaço Reservado para Texto 5">
            <a:extLst>
              <a:ext uri="{FF2B5EF4-FFF2-40B4-BE49-F238E27FC236}">
                <a16:creationId xmlns:a16="http://schemas.microsoft.com/office/drawing/2014/main" id="{E9D289EB-E59B-8BE2-DC97-F9A17691749A}"/>
              </a:ext>
            </a:extLst>
          </p:cNvPr>
          <p:cNvSpPr>
            <a:spLocks noGrp="1"/>
          </p:cNvSpPr>
          <p:nvPr>
            <p:ph type="body" idx="18"/>
          </p:nvPr>
        </p:nvSpPr>
        <p:spPr>
          <a:xfrm>
            <a:off x="355600" y="1327150"/>
            <a:ext cx="5564188" cy="222330"/>
          </a:xfrm>
        </p:spPr>
        <p:txBody>
          <a:bodyPr lIns="0" tIns="0" rIns="0" bIns="0"/>
          <a:lstStyle>
            <a:lvl1pPr marL="0" indent="0" algn="ctr" defTabSz="914400">
              <a:buNone/>
              <a:defRPr sz="1400" kern="1200">
                <a:solidFill>
                  <a:srgbClr val="0F182A"/>
                </a:solidFill>
                <a:latin typeface="Titillium Web SemiBold"/>
                <a:ea typeface="Titillium Web SemiBold"/>
                <a:cs typeface="Titillium Web SemiBold"/>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a:buNone/>
            </a:pPr>
            <a:r>
              <a:t>Clique para editar os estilos de texto Mestres</a:t>
            </a:r>
          </a:p>
        </p:txBody>
      </p:sp>
      <p:sp>
        <p:nvSpPr>
          <p:cNvPr id="28" name="Espaço Reservado para Texto 5">
            <a:extLst>
              <a:ext uri="{FF2B5EF4-FFF2-40B4-BE49-F238E27FC236}">
                <a16:creationId xmlns:a16="http://schemas.microsoft.com/office/drawing/2014/main" id="{1C88D7FF-C1E6-7512-0E10-1A648F65E33F}"/>
              </a:ext>
            </a:extLst>
          </p:cNvPr>
          <p:cNvSpPr>
            <a:spLocks noGrp="1"/>
          </p:cNvSpPr>
          <p:nvPr>
            <p:ph type="body" idx="19"/>
          </p:nvPr>
        </p:nvSpPr>
        <p:spPr>
          <a:xfrm>
            <a:off x="6280149" y="1327150"/>
            <a:ext cx="5552909" cy="222330"/>
          </a:xfrm>
        </p:spPr>
        <p:txBody>
          <a:bodyPr lIns="0" tIns="0" rIns="0" bIns="0"/>
          <a:lstStyle>
            <a:lvl1pPr marL="0" indent="0" algn="ctr" defTabSz="914400">
              <a:buNone/>
              <a:defRPr sz="1400" kern="1200">
                <a:solidFill>
                  <a:srgbClr val="0F182A"/>
                </a:solidFill>
                <a:latin typeface="Titillium Web SemiBold"/>
                <a:ea typeface="Titillium Web SemiBold"/>
                <a:cs typeface="Titillium Web SemiBold"/>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a:buNone/>
            </a:pPr>
            <a:r>
              <a:t>Clique para editar os estilos de texto Mestres</a:t>
            </a:r>
          </a:p>
        </p:txBody>
      </p:sp>
      <p:sp>
        <p:nvSpPr>
          <p:cNvPr id="32" name="Espaço Reservado para Gráfico 31">
            <a:extLst>
              <a:ext uri="{FF2B5EF4-FFF2-40B4-BE49-F238E27FC236}">
                <a16:creationId xmlns:a16="http://schemas.microsoft.com/office/drawing/2014/main" id="{6E82B4E7-5202-B465-DD98-AE43AED1A7A5}"/>
              </a:ext>
            </a:extLst>
          </p:cNvPr>
          <p:cNvSpPr>
            <a:spLocks noGrp="1"/>
          </p:cNvSpPr>
          <p:nvPr>
            <p:ph type="chart" idx="20"/>
          </p:nvPr>
        </p:nvSpPr>
        <p:spPr>
          <a:xfrm>
            <a:off x="355600" y="1714501"/>
            <a:ext cx="5564188" cy="1836820"/>
          </a:xfrm>
        </p:spPr>
        <p:txBody>
          <a:bodyPr anchor="ctr">
            <a:normAutofit/>
          </a:bodyPr>
          <a:lstStyle>
            <a:lvl1pPr marL="0" indent="0" algn="ctr">
              <a:buNone/>
              <a:defRPr sz="1200"/>
            </a:lvl1pPr>
          </a:lstStyle>
          <a:p>
            <a:endParaRPr/>
          </a:p>
        </p:txBody>
      </p:sp>
      <p:sp>
        <p:nvSpPr>
          <p:cNvPr id="33" name="Espaço Reservado para Gráfico 31">
            <a:extLst>
              <a:ext uri="{FF2B5EF4-FFF2-40B4-BE49-F238E27FC236}">
                <a16:creationId xmlns:a16="http://schemas.microsoft.com/office/drawing/2014/main" id="{267106BA-45A3-684B-10EF-294300B6AB8E}"/>
              </a:ext>
            </a:extLst>
          </p:cNvPr>
          <p:cNvSpPr>
            <a:spLocks noGrp="1"/>
          </p:cNvSpPr>
          <p:nvPr>
            <p:ph type="chart" idx="21"/>
          </p:nvPr>
        </p:nvSpPr>
        <p:spPr>
          <a:xfrm>
            <a:off x="6280149" y="1714501"/>
            <a:ext cx="5535111" cy="1836820"/>
          </a:xfrm>
        </p:spPr>
        <p:txBody>
          <a:bodyPr anchor="ctr">
            <a:normAutofit/>
          </a:bodyPr>
          <a:lstStyle>
            <a:lvl1pPr marL="0" indent="0" algn="ctr">
              <a:buNone/>
              <a:defRPr sz="1200"/>
            </a:lvl1pPr>
          </a:lstStyle>
          <a:p>
            <a:endParaRPr/>
          </a:p>
        </p:txBody>
      </p:sp>
      <p:sp>
        <p:nvSpPr>
          <p:cNvPr id="3" name="Espaço Reservado para Texto 5">
            <a:extLst>
              <a:ext uri="{FF2B5EF4-FFF2-40B4-BE49-F238E27FC236}">
                <a16:creationId xmlns:a16="http://schemas.microsoft.com/office/drawing/2014/main" id="{351B13CD-3DC5-391E-CB37-AF9650FB2B3D}"/>
              </a:ext>
            </a:extLst>
          </p:cNvPr>
          <p:cNvSpPr>
            <a:spLocks noGrp="1"/>
          </p:cNvSpPr>
          <p:nvPr>
            <p:ph type="body" idx="22"/>
          </p:nvPr>
        </p:nvSpPr>
        <p:spPr>
          <a:xfrm>
            <a:off x="355600" y="3871829"/>
            <a:ext cx="5564188" cy="222330"/>
          </a:xfrm>
        </p:spPr>
        <p:txBody>
          <a:bodyPr lIns="0" tIns="0" rIns="0" bIns="0"/>
          <a:lstStyle>
            <a:lvl1pPr marL="0" indent="0" algn="ctr" defTabSz="914400">
              <a:buNone/>
              <a:defRPr sz="1400" kern="1200">
                <a:solidFill>
                  <a:srgbClr val="0F182A"/>
                </a:solidFill>
                <a:latin typeface="Titillium Web SemiBold"/>
                <a:ea typeface="Titillium Web SemiBold"/>
                <a:cs typeface="Titillium Web SemiBold"/>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a:buNone/>
            </a:pPr>
            <a:r>
              <a:t>Clique para editar os estilos de texto Mestres</a:t>
            </a:r>
          </a:p>
        </p:txBody>
      </p:sp>
      <p:sp>
        <p:nvSpPr>
          <p:cNvPr id="29" name="Espaço Reservado para Texto 5">
            <a:extLst>
              <a:ext uri="{FF2B5EF4-FFF2-40B4-BE49-F238E27FC236}">
                <a16:creationId xmlns:a16="http://schemas.microsoft.com/office/drawing/2014/main" id="{9E997025-926D-F9AB-90ED-43330BE713A4}"/>
              </a:ext>
            </a:extLst>
          </p:cNvPr>
          <p:cNvSpPr>
            <a:spLocks noGrp="1"/>
          </p:cNvSpPr>
          <p:nvPr>
            <p:ph type="body" idx="23"/>
          </p:nvPr>
        </p:nvSpPr>
        <p:spPr>
          <a:xfrm>
            <a:off x="6280149" y="3871829"/>
            <a:ext cx="5552909" cy="222330"/>
          </a:xfrm>
        </p:spPr>
        <p:txBody>
          <a:bodyPr lIns="0" tIns="0" rIns="0" bIns="0"/>
          <a:lstStyle>
            <a:lvl1pPr marL="0" indent="0" algn="ctr" defTabSz="914400">
              <a:buNone/>
              <a:defRPr sz="1400" kern="1200">
                <a:solidFill>
                  <a:srgbClr val="0F182A"/>
                </a:solidFill>
                <a:latin typeface="Titillium Web SemiBold"/>
                <a:ea typeface="Titillium Web SemiBold"/>
                <a:cs typeface="Titillium Web SemiBold"/>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a:buNone/>
            </a:pPr>
            <a:r>
              <a:t>Clique para editar os estilos de texto Mestres</a:t>
            </a:r>
          </a:p>
        </p:txBody>
      </p:sp>
      <p:sp>
        <p:nvSpPr>
          <p:cNvPr id="30" name="Espaço Reservado para Gráfico 31">
            <a:extLst>
              <a:ext uri="{FF2B5EF4-FFF2-40B4-BE49-F238E27FC236}">
                <a16:creationId xmlns:a16="http://schemas.microsoft.com/office/drawing/2014/main" id="{50E9FD2F-C217-4B70-3EDB-7A9D8D0BFBCB}"/>
              </a:ext>
            </a:extLst>
          </p:cNvPr>
          <p:cNvSpPr>
            <a:spLocks noGrp="1"/>
          </p:cNvSpPr>
          <p:nvPr>
            <p:ph type="chart" idx="24"/>
          </p:nvPr>
        </p:nvSpPr>
        <p:spPr>
          <a:xfrm>
            <a:off x="355600" y="4259180"/>
            <a:ext cx="5564188" cy="1836820"/>
          </a:xfrm>
        </p:spPr>
        <p:txBody>
          <a:bodyPr anchor="ctr">
            <a:normAutofit/>
          </a:bodyPr>
          <a:lstStyle>
            <a:lvl1pPr marL="0" indent="0" algn="ctr">
              <a:buNone/>
              <a:defRPr sz="1200"/>
            </a:lvl1pPr>
          </a:lstStyle>
          <a:p>
            <a:endParaRPr/>
          </a:p>
        </p:txBody>
      </p:sp>
      <p:sp>
        <p:nvSpPr>
          <p:cNvPr id="35" name="Espaço Reservado para Gráfico 31">
            <a:extLst>
              <a:ext uri="{FF2B5EF4-FFF2-40B4-BE49-F238E27FC236}">
                <a16:creationId xmlns:a16="http://schemas.microsoft.com/office/drawing/2014/main" id="{CBA5CD11-556A-906F-56F6-8728D8DF4982}"/>
              </a:ext>
            </a:extLst>
          </p:cNvPr>
          <p:cNvSpPr>
            <a:spLocks noGrp="1"/>
          </p:cNvSpPr>
          <p:nvPr>
            <p:ph type="chart" idx="25"/>
          </p:nvPr>
        </p:nvSpPr>
        <p:spPr>
          <a:xfrm>
            <a:off x="6280149" y="4259180"/>
            <a:ext cx="5535111" cy="1836820"/>
          </a:xfrm>
        </p:spPr>
        <p:txBody>
          <a:bodyPr anchor="ctr">
            <a:normAutofit/>
          </a:bodyPr>
          <a:lstStyle>
            <a:lvl1pPr marL="0" indent="0" algn="ctr">
              <a:buNone/>
              <a:defRPr sz="1200"/>
            </a:lvl1pPr>
          </a:lstStyle>
          <a:p>
            <a:endParaRPr/>
          </a:p>
        </p:txBody>
      </p:sp>
      <p:pic>
        <p:nvPicPr>
          <p:cNvPr id="51" name="Imagem 35"/>
          <p:cNvPicPr>
            <a:picLocks noChangeAspect="1"/>
          </p:cNvPicPr>
          <p:nvPr/>
        </p:nvPicPr>
        <p:blipFill>
          <a:blip r:embed="rId2"/>
          <a:stretch>
            <a:fillRect/>
          </a:stretch>
        </p:blipFill>
        <p:spPr>
          <a:xfrm>
            <a:off x="10804163" y="361538"/>
            <a:ext cx="1011600" cy="461409"/>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_INSTITUCIONAL">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idx="4"/>
          </p:nvPr>
        </p:nvSpPr>
        <p:spPr>
          <a:xfrm>
            <a:off x="11550857" y="6584949"/>
            <a:ext cx="264906" cy="174624"/>
          </a:xfrm>
          <a:prstGeom prst="rect">
            <a:avLst/>
          </a:prstGeom>
        </p:spPr>
        <p:txBody>
          <a:bodyPr lIns="0" tIns="0" rIns="0" bIns="0"/>
          <a:lstStyle>
            <a:lvl1pPr algn="r">
              <a:buNone/>
              <a:defRPr sz="900" kern="1200">
                <a:solidFill>
                  <a:srgbClr val="A6A5A5"/>
                </a:solidFill>
                <a:latin typeface="Titillium Web Light"/>
                <a:ea typeface="Titillium Web Light"/>
                <a:cs typeface="Titillium Web Light"/>
              </a:defRPr>
            </a:lvl1pPr>
          </a:lstStyle>
          <a:p>
            <a:fld id="{E8537E7D-B481-4A27-91D3-485D98CF8A66}" type="slidenum">
              <a:t>‹#›</a:t>
            </a:fld>
            <a:endParaRPr/>
          </a:p>
        </p:txBody>
      </p:sp>
      <p:sp>
        <p:nvSpPr>
          <p:cNvPr id="5" name="Conector reto 4">
            <a:extLst>
              <a:ext uri="{FF2B5EF4-FFF2-40B4-BE49-F238E27FC236}">
                <a16:creationId xmlns:a16="http://schemas.microsoft.com/office/drawing/2014/main" id="{A309D6A6-8C4F-44F5-B6B4-F55534664749}"/>
              </a:ext>
            </a:extLst>
          </p:cNvPr>
          <p:cNvSpPr>
            <a:spLocks noGrp="1"/>
          </p:cNvSpPr>
          <p:nvPr/>
        </p:nv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7" name="Conector reto 6">
            <a:extLst>
              <a:ext uri="{FF2B5EF4-FFF2-40B4-BE49-F238E27FC236}">
                <a16:creationId xmlns:a16="http://schemas.microsoft.com/office/drawing/2014/main" id="{D8633356-7969-49B4-B4F4-6F1352C797A8}"/>
              </a:ext>
            </a:extLst>
          </p:cNvPr>
          <p:cNvSpPr>
            <a:spLocks noGrp="1"/>
          </p:cNvSpPr>
          <p:nvPr/>
        </p:nv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idx="10" hasCustomPrompt="1"/>
          </p:nvPr>
        </p:nvSpPr>
        <p:spPr>
          <a:xfrm>
            <a:off x="371475" y="311805"/>
            <a:ext cx="10289426" cy="309563"/>
          </a:xfrm>
          <a:prstGeom prst="rect">
            <a:avLst/>
          </a:prstGeom>
        </p:spPr>
        <p:txBody>
          <a:bodyPr lIns="0" tIns="0" rIns="0" bIns="0" anchor="b">
            <a:noAutofit/>
          </a:bodyPr>
          <a:lstStyle>
            <a:lvl1pPr marL="0" indent="0" algn="l" defTabSz="914400">
              <a:lnSpc>
                <a:spcPct val="90000"/>
              </a:lnSpc>
              <a:spcBef>
                <a:spcPts val="1000"/>
              </a:spcBef>
              <a:buFont typeface="Arial"/>
              <a:buNone/>
              <a:defRPr sz="2000" b="1" kern="1200" cap="all" baseline="0">
                <a:solidFill>
                  <a:srgbClr val="061844"/>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a:buNone/>
            </a:pPr>
            <a: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idx="16" hasCustomPrompt="1"/>
          </p:nvPr>
        </p:nvSpPr>
        <p:spPr>
          <a:xfrm>
            <a:off x="371475" y="596574"/>
            <a:ext cx="10289426" cy="266878"/>
          </a:xfrm>
          <a:prstGeom prst="rect">
            <a:avLst/>
          </a:prstGeom>
        </p:spPr>
        <p:txBody>
          <a:bodyPr lIns="0" tIns="0" rIns="0" bIns="0" anchor="ctr">
            <a:noAutofit/>
          </a:bodyPr>
          <a:lstStyle>
            <a:lvl1pPr marL="0" indent="0" algn="l" defTabSz="914400">
              <a:lnSpc>
                <a:spcPct val="90000"/>
              </a:lnSpc>
              <a:spcBef>
                <a:spcPts val="1000"/>
              </a:spcBef>
              <a:buFont typeface="Arial"/>
              <a:buNone/>
              <a:defRPr sz="1600" kern="1200" cap="none" baseline="0">
                <a:solidFill>
                  <a:srgbClr val="3F4655"/>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marL="0" indent="0" algn="l" defTabSz="914400">
              <a:lnSpc>
                <a:spcPct val="90000"/>
              </a:lnSpc>
              <a:spcBef>
                <a:spcPts val="1000"/>
              </a:spcBef>
              <a:buFont typeface="Arial"/>
              <a:buNone/>
            </a:pPr>
            <a: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idx="17" hasCustomPrompt="1"/>
          </p:nvPr>
        </p:nvSpPr>
        <p:spPr>
          <a:xfrm>
            <a:off x="366713" y="6319838"/>
            <a:ext cx="11460162" cy="99643"/>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Nota</a:t>
            </a:r>
          </a:p>
        </p:txBody>
      </p:sp>
      <p:sp>
        <p:nvSpPr>
          <p:cNvPr id="6" name="Espaço Reservado para Texto 5">
            <a:extLst>
              <a:ext uri="{FF2B5EF4-FFF2-40B4-BE49-F238E27FC236}">
                <a16:creationId xmlns:a16="http://schemas.microsoft.com/office/drawing/2014/main" id="{E9D289EB-E59B-8BE2-DC97-F9A17691749A}"/>
              </a:ext>
            </a:extLst>
          </p:cNvPr>
          <p:cNvSpPr>
            <a:spLocks noGrp="1"/>
          </p:cNvSpPr>
          <p:nvPr>
            <p:ph type="body" idx="18"/>
          </p:nvPr>
        </p:nvSpPr>
        <p:spPr>
          <a:xfrm>
            <a:off x="355600" y="1327150"/>
            <a:ext cx="2658311" cy="222330"/>
          </a:xfrm>
        </p:spPr>
        <p:txBody>
          <a:bodyPr lIns="0" tIns="0" rIns="0" bIns="0">
            <a:noAutofit/>
          </a:bodyPr>
          <a:lstStyle>
            <a:lvl1pPr marL="0" indent="0" algn="ctr" defTabSz="914400">
              <a:buNone/>
              <a:defRPr sz="1050" kern="1200">
                <a:solidFill>
                  <a:srgbClr val="0F182A"/>
                </a:solidFill>
                <a:latin typeface="Titillium Web SemiBold"/>
                <a:ea typeface="Titillium Web SemiBold"/>
                <a:cs typeface="Titillium Web SemiBold"/>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a:buNone/>
            </a:pPr>
            <a:r>
              <a:t>Clique para editar os estilos de texto Mestres</a:t>
            </a:r>
          </a:p>
        </p:txBody>
      </p:sp>
      <p:sp>
        <p:nvSpPr>
          <p:cNvPr id="32" name="Espaço Reservado para Gráfico 31">
            <a:extLst>
              <a:ext uri="{FF2B5EF4-FFF2-40B4-BE49-F238E27FC236}">
                <a16:creationId xmlns:a16="http://schemas.microsoft.com/office/drawing/2014/main" id="{6E82B4E7-5202-B465-DD98-AE43AED1A7A5}"/>
              </a:ext>
            </a:extLst>
          </p:cNvPr>
          <p:cNvSpPr>
            <a:spLocks noGrp="1"/>
          </p:cNvSpPr>
          <p:nvPr>
            <p:ph type="chart" idx="20"/>
          </p:nvPr>
        </p:nvSpPr>
        <p:spPr>
          <a:xfrm>
            <a:off x="355600" y="1714501"/>
            <a:ext cx="2658311" cy="1836820"/>
          </a:xfrm>
        </p:spPr>
        <p:txBody>
          <a:bodyPr anchor="ctr">
            <a:normAutofit/>
          </a:bodyPr>
          <a:lstStyle>
            <a:lvl1pPr marL="0" indent="0" algn="ctr">
              <a:buNone/>
              <a:defRPr sz="1200"/>
            </a:lvl1pPr>
          </a:lstStyle>
          <a:p>
            <a:endParaRPr/>
          </a:p>
        </p:txBody>
      </p:sp>
      <p:sp>
        <p:nvSpPr>
          <p:cNvPr id="3" name="Espaço Reservado para Texto 5">
            <a:extLst>
              <a:ext uri="{FF2B5EF4-FFF2-40B4-BE49-F238E27FC236}">
                <a16:creationId xmlns:a16="http://schemas.microsoft.com/office/drawing/2014/main" id="{351B13CD-3DC5-391E-CB37-AF9650FB2B3D}"/>
              </a:ext>
            </a:extLst>
          </p:cNvPr>
          <p:cNvSpPr>
            <a:spLocks noGrp="1"/>
          </p:cNvSpPr>
          <p:nvPr>
            <p:ph type="body" idx="22"/>
          </p:nvPr>
        </p:nvSpPr>
        <p:spPr>
          <a:xfrm>
            <a:off x="355600" y="3871829"/>
            <a:ext cx="2658311" cy="222330"/>
          </a:xfrm>
        </p:spPr>
        <p:txBody>
          <a:bodyPr lIns="0" tIns="0" rIns="0" bIns="0">
            <a:noAutofit/>
          </a:bodyPr>
          <a:lstStyle>
            <a:lvl1pPr marL="0" indent="0" algn="ctr" defTabSz="914400">
              <a:buNone/>
              <a:defRPr sz="1050" kern="1200">
                <a:solidFill>
                  <a:srgbClr val="0F182A"/>
                </a:solidFill>
                <a:latin typeface="Titillium Web SemiBold"/>
                <a:ea typeface="Titillium Web SemiBold"/>
                <a:cs typeface="Titillium Web SemiBold"/>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a:buNone/>
            </a:pPr>
            <a:r>
              <a:t>Clique para editar os estilos de texto Mestres</a:t>
            </a:r>
          </a:p>
        </p:txBody>
      </p:sp>
      <p:sp>
        <p:nvSpPr>
          <p:cNvPr id="30" name="Espaço Reservado para Gráfico 31">
            <a:extLst>
              <a:ext uri="{FF2B5EF4-FFF2-40B4-BE49-F238E27FC236}">
                <a16:creationId xmlns:a16="http://schemas.microsoft.com/office/drawing/2014/main" id="{50E9FD2F-C217-4B70-3EDB-7A9D8D0BFBCB}"/>
              </a:ext>
            </a:extLst>
          </p:cNvPr>
          <p:cNvSpPr>
            <a:spLocks noGrp="1"/>
          </p:cNvSpPr>
          <p:nvPr>
            <p:ph type="chart" idx="24"/>
          </p:nvPr>
        </p:nvSpPr>
        <p:spPr>
          <a:xfrm>
            <a:off x="355600" y="4259180"/>
            <a:ext cx="2658311" cy="1836820"/>
          </a:xfrm>
        </p:spPr>
        <p:txBody>
          <a:bodyPr anchor="ctr">
            <a:normAutofit/>
          </a:bodyPr>
          <a:lstStyle>
            <a:lvl1pPr marL="0" indent="0" algn="ctr">
              <a:buNone/>
              <a:defRPr sz="1200"/>
            </a:lvl1pPr>
          </a:lstStyle>
          <a:p>
            <a:endParaRPr/>
          </a:p>
        </p:txBody>
      </p:sp>
      <p:sp>
        <p:nvSpPr>
          <p:cNvPr id="36" name="Espaço Reservado para Texto 5">
            <a:extLst>
              <a:ext uri="{FF2B5EF4-FFF2-40B4-BE49-F238E27FC236}">
                <a16:creationId xmlns:a16="http://schemas.microsoft.com/office/drawing/2014/main" id="{DC64C983-272D-7707-F9E0-46F5B79CBDDF}"/>
              </a:ext>
            </a:extLst>
          </p:cNvPr>
          <p:cNvSpPr>
            <a:spLocks noGrp="1"/>
          </p:cNvSpPr>
          <p:nvPr>
            <p:ph type="body" idx="26"/>
          </p:nvPr>
        </p:nvSpPr>
        <p:spPr>
          <a:xfrm>
            <a:off x="3261226" y="1327150"/>
            <a:ext cx="2658311" cy="222330"/>
          </a:xfrm>
        </p:spPr>
        <p:txBody>
          <a:bodyPr lIns="0" tIns="0" rIns="0" bIns="0">
            <a:noAutofit/>
          </a:bodyPr>
          <a:lstStyle>
            <a:lvl1pPr marL="0" indent="0" algn="ctr" defTabSz="914400">
              <a:buNone/>
              <a:defRPr sz="1050" kern="1200">
                <a:solidFill>
                  <a:srgbClr val="0F182A"/>
                </a:solidFill>
                <a:latin typeface="Titillium Web SemiBold"/>
                <a:ea typeface="Titillium Web SemiBold"/>
                <a:cs typeface="Titillium Web SemiBold"/>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a:buNone/>
            </a:pPr>
            <a:r>
              <a:t>Clique para editar os estilos de texto Mestres</a:t>
            </a:r>
          </a:p>
        </p:txBody>
      </p:sp>
      <p:sp>
        <p:nvSpPr>
          <p:cNvPr id="37" name="Espaço Reservado para Gráfico 31">
            <a:extLst>
              <a:ext uri="{FF2B5EF4-FFF2-40B4-BE49-F238E27FC236}">
                <a16:creationId xmlns:a16="http://schemas.microsoft.com/office/drawing/2014/main" id="{09DD4828-F321-9061-DDA2-DF73E9AF26CC}"/>
              </a:ext>
            </a:extLst>
          </p:cNvPr>
          <p:cNvSpPr>
            <a:spLocks noGrp="1"/>
          </p:cNvSpPr>
          <p:nvPr>
            <p:ph type="chart" idx="27"/>
          </p:nvPr>
        </p:nvSpPr>
        <p:spPr>
          <a:xfrm>
            <a:off x="3261226" y="1714501"/>
            <a:ext cx="2658311" cy="1836820"/>
          </a:xfrm>
        </p:spPr>
        <p:txBody>
          <a:bodyPr anchor="ctr">
            <a:normAutofit/>
          </a:bodyPr>
          <a:lstStyle>
            <a:lvl1pPr marL="0" indent="0" algn="ctr">
              <a:buNone/>
              <a:defRPr sz="1200"/>
            </a:lvl1pPr>
          </a:lstStyle>
          <a:p>
            <a:endParaRPr/>
          </a:p>
        </p:txBody>
      </p:sp>
      <p:sp>
        <p:nvSpPr>
          <p:cNvPr id="38" name="Espaço Reservado para Texto 5">
            <a:extLst>
              <a:ext uri="{FF2B5EF4-FFF2-40B4-BE49-F238E27FC236}">
                <a16:creationId xmlns:a16="http://schemas.microsoft.com/office/drawing/2014/main" id="{9DE6C751-C62D-85B4-8B9A-F5B5895C9A55}"/>
              </a:ext>
            </a:extLst>
          </p:cNvPr>
          <p:cNvSpPr>
            <a:spLocks noGrp="1"/>
          </p:cNvSpPr>
          <p:nvPr>
            <p:ph type="body" idx="28"/>
          </p:nvPr>
        </p:nvSpPr>
        <p:spPr>
          <a:xfrm>
            <a:off x="3261226" y="3871829"/>
            <a:ext cx="2658311" cy="222330"/>
          </a:xfrm>
        </p:spPr>
        <p:txBody>
          <a:bodyPr lIns="0" tIns="0" rIns="0" bIns="0">
            <a:noAutofit/>
          </a:bodyPr>
          <a:lstStyle>
            <a:lvl1pPr marL="0" indent="0" algn="ctr" defTabSz="914400">
              <a:buNone/>
              <a:defRPr sz="1050" kern="1200">
                <a:solidFill>
                  <a:srgbClr val="0F182A"/>
                </a:solidFill>
                <a:latin typeface="Titillium Web SemiBold"/>
                <a:ea typeface="Titillium Web SemiBold"/>
                <a:cs typeface="Titillium Web SemiBold"/>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a:buNone/>
            </a:pPr>
            <a:r>
              <a:t>Clique para editar os estilos de texto Mestres</a:t>
            </a:r>
          </a:p>
        </p:txBody>
      </p:sp>
      <p:sp>
        <p:nvSpPr>
          <p:cNvPr id="39" name="Espaço Reservado para Gráfico 31">
            <a:extLst>
              <a:ext uri="{FF2B5EF4-FFF2-40B4-BE49-F238E27FC236}">
                <a16:creationId xmlns:a16="http://schemas.microsoft.com/office/drawing/2014/main" id="{9C0099B5-6DCF-940A-5A2F-6EC0537C6E0D}"/>
              </a:ext>
            </a:extLst>
          </p:cNvPr>
          <p:cNvSpPr>
            <a:spLocks noGrp="1"/>
          </p:cNvSpPr>
          <p:nvPr>
            <p:ph type="chart" idx="29"/>
          </p:nvPr>
        </p:nvSpPr>
        <p:spPr>
          <a:xfrm>
            <a:off x="3261226" y="4259180"/>
            <a:ext cx="2658311" cy="1836820"/>
          </a:xfrm>
        </p:spPr>
        <p:txBody>
          <a:bodyPr anchor="ctr">
            <a:normAutofit/>
          </a:bodyPr>
          <a:lstStyle>
            <a:lvl1pPr marL="0" indent="0" algn="ctr">
              <a:buNone/>
              <a:defRPr sz="1200"/>
            </a:lvl1pPr>
          </a:lstStyle>
          <a:p>
            <a:endParaRPr/>
          </a:p>
        </p:txBody>
      </p:sp>
      <p:sp>
        <p:nvSpPr>
          <p:cNvPr id="40" name="Espaço Reservado para Texto 5">
            <a:extLst>
              <a:ext uri="{FF2B5EF4-FFF2-40B4-BE49-F238E27FC236}">
                <a16:creationId xmlns:a16="http://schemas.microsoft.com/office/drawing/2014/main" id="{FA8B2703-C7C3-9F87-DB6F-36DAAB4014CD}"/>
              </a:ext>
            </a:extLst>
          </p:cNvPr>
          <p:cNvSpPr>
            <a:spLocks noGrp="1"/>
          </p:cNvSpPr>
          <p:nvPr>
            <p:ph type="body" idx="30"/>
          </p:nvPr>
        </p:nvSpPr>
        <p:spPr>
          <a:xfrm>
            <a:off x="6257089" y="1327150"/>
            <a:ext cx="2658311" cy="222330"/>
          </a:xfrm>
        </p:spPr>
        <p:txBody>
          <a:bodyPr lIns="0" tIns="0" rIns="0" bIns="0">
            <a:noAutofit/>
          </a:bodyPr>
          <a:lstStyle>
            <a:lvl1pPr marL="0" indent="0" algn="ctr" defTabSz="914400">
              <a:buNone/>
              <a:defRPr sz="1050" kern="1200">
                <a:solidFill>
                  <a:srgbClr val="0F182A"/>
                </a:solidFill>
                <a:latin typeface="Titillium Web SemiBold"/>
                <a:ea typeface="Titillium Web SemiBold"/>
                <a:cs typeface="Titillium Web SemiBold"/>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a:buNone/>
            </a:pPr>
            <a:r>
              <a:t>Clique para editar os estilos de texto Mestres</a:t>
            </a:r>
          </a:p>
        </p:txBody>
      </p:sp>
      <p:sp>
        <p:nvSpPr>
          <p:cNvPr id="41" name="Espaço Reservado para Gráfico 31">
            <a:extLst>
              <a:ext uri="{FF2B5EF4-FFF2-40B4-BE49-F238E27FC236}">
                <a16:creationId xmlns:a16="http://schemas.microsoft.com/office/drawing/2014/main" id="{F00945FD-6FA3-84BB-327A-FEADE928966E}"/>
              </a:ext>
            </a:extLst>
          </p:cNvPr>
          <p:cNvSpPr>
            <a:spLocks noGrp="1"/>
          </p:cNvSpPr>
          <p:nvPr>
            <p:ph type="chart" idx="31"/>
          </p:nvPr>
        </p:nvSpPr>
        <p:spPr>
          <a:xfrm>
            <a:off x="6257089" y="1714501"/>
            <a:ext cx="2658311" cy="1836820"/>
          </a:xfrm>
        </p:spPr>
        <p:txBody>
          <a:bodyPr anchor="ctr">
            <a:normAutofit/>
          </a:bodyPr>
          <a:lstStyle>
            <a:lvl1pPr marL="0" indent="0" algn="ctr">
              <a:buNone/>
              <a:defRPr sz="1200"/>
            </a:lvl1pPr>
          </a:lstStyle>
          <a:p>
            <a:endParaRPr/>
          </a:p>
        </p:txBody>
      </p:sp>
      <p:sp>
        <p:nvSpPr>
          <p:cNvPr id="42" name="Espaço Reservado para Texto 5">
            <a:extLst>
              <a:ext uri="{FF2B5EF4-FFF2-40B4-BE49-F238E27FC236}">
                <a16:creationId xmlns:a16="http://schemas.microsoft.com/office/drawing/2014/main" id="{A264E304-405F-7B7E-9A2F-8BD73D28BCE1}"/>
              </a:ext>
            </a:extLst>
          </p:cNvPr>
          <p:cNvSpPr>
            <a:spLocks noGrp="1"/>
          </p:cNvSpPr>
          <p:nvPr>
            <p:ph type="body" idx="32"/>
          </p:nvPr>
        </p:nvSpPr>
        <p:spPr>
          <a:xfrm>
            <a:off x="6257089" y="3871829"/>
            <a:ext cx="2658311" cy="222330"/>
          </a:xfrm>
        </p:spPr>
        <p:txBody>
          <a:bodyPr lIns="0" tIns="0" rIns="0" bIns="0">
            <a:noAutofit/>
          </a:bodyPr>
          <a:lstStyle>
            <a:lvl1pPr marL="0" indent="0" algn="ctr" defTabSz="914400">
              <a:buNone/>
              <a:defRPr sz="1050" kern="1200">
                <a:solidFill>
                  <a:srgbClr val="0F182A"/>
                </a:solidFill>
                <a:latin typeface="Titillium Web SemiBold"/>
                <a:ea typeface="Titillium Web SemiBold"/>
                <a:cs typeface="Titillium Web SemiBold"/>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a:buNone/>
            </a:pPr>
            <a:r>
              <a:t>Clique para editar os estilos de texto Mestres</a:t>
            </a:r>
          </a:p>
        </p:txBody>
      </p:sp>
      <p:sp>
        <p:nvSpPr>
          <p:cNvPr id="43" name="Espaço Reservado para Gráfico 31">
            <a:extLst>
              <a:ext uri="{FF2B5EF4-FFF2-40B4-BE49-F238E27FC236}">
                <a16:creationId xmlns:a16="http://schemas.microsoft.com/office/drawing/2014/main" id="{7AE032D6-AD29-3C93-2572-5295388DA91A}"/>
              </a:ext>
            </a:extLst>
          </p:cNvPr>
          <p:cNvSpPr>
            <a:spLocks noGrp="1"/>
          </p:cNvSpPr>
          <p:nvPr>
            <p:ph type="chart" idx="33"/>
          </p:nvPr>
        </p:nvSpPr>
        <p:spPr>
          <a:xfrm>
            <a:off x="6257089" y="4259180"/>
            <a:ext cx="2658311" cy="1836820"/>
          </a:xfrm>
        </p:spPr>
        <p:txBody>
          <a:bodyPr anchor="ctr">
            <a:normAutofit/>
          </a:bodyPr>
          <a:lstStyle>
            <a:lvl1pPr marL="0" indent="0" algn="ctr">
              <a:buNone/>
              <a:defRPr sz="1200"/>
            </a:lvl1pPr>
          </a:lstStyle>
          <a:p>
            <a:endParaRPr/>
          </a:p>
        </p:txBody>
      </p:sp>
      <p:sp>
        <p:nvSpPr>
          <p:cNvPr id="44" name="Espaço Reservado para Texto 5">
            <a:extLst>
              <a:ext uri="{FF2B5EF4-FFF2-40B4-BE49-F238E27FC236}">
                <a16:creationId xmlns:a16="http://schemas.microsoft.com/office/drawing/2014/main" id="{40711D16-B05E-939F-1796-69F6FD0439E5}"/>
              </a:ext>
            </a:extLst>
          </p:cNvPr>
          <p:cNvSpPr>
            <a:spLocks noGrp="1"/>
          </p:cNvSpPr>
          <p:nvPr>
            <p:ph type="body" idx="34"/>
          </p:nvPr>
        </p:nvSpPr>
        <p:spPr>
          <a:xfrm>
            <a:off x="9162715" y="1327150"/>
            <a:ext cx="2658311" cy="222330"/>
          </a:xfrm>
        </p:spPr>
        <p:txBody>
          <a:bodyPr lIns="0" tIns="0" rIns="0" bIns="0">
            <a:noAutofit/>
          </a:bodyPr>
          <a:lstStyle>
            <a:lvl1pPr marL="0" indent="0" algn="ctr" defTabSz="914400">
              <a:buNone/>
              <a:defRPr sz="1050" kern="1200">
                <a:solidFill>
                  <a:srgbClr val="0F182A"/>
                </a:solidFill>
                <a:latin typeface="Titillium Web SemiBold"/>
                <a:ea typeface="Titillium Web SemiBold"/>
                <a:cs typeface="Titillium Web SemiBold"/>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a:buNone/>
            </a:pPr>
            <a:r>
              <a:t>Clique para editar os estilos de texto Mestres</a:t>
            </a:r>
          </a:p>
        </p:txBody>
      </p:sp>
      <p:sp>
        <p:nvSpPr>
          <p:cNvPr id="45" name="Espaço Reservado para Gráfico 31">
            <a:extLst>
              <a:ext uri="{FF2B5EF4-FFF2-40B4-BE49-F238E27FC236}">
                <a16:creationId xmlns:a16="http://schemas.microsoft.com/office/drawing/2014/main" id="{0847DFF3-6883-3449-D876-FF85737A5E9F}"/>
              </a:ext>
            </a:extLst>
          </p:cNvPr>
          <p:cNvSpPr>
            <a:spLocks noGrp="1"/>
          </p:cNvSpPr>
          <p:nvPr>
            <p:ph type="chart" idx="35"/>
          </p:nvPr>
        </p:nvSpPr>
        <p:spPr>
          <a:xfrm>
            <a:off x="9162715" y="1714501"/>
            <a:ext cx="2658311" cy="1836820"/>
          </a:xfrm>
        </p:spPr>
        <p:txBody>
          <a:bodyPr anchor="ctr">
            <a:normAutofit/>
          </a:bodyPr>
          <a:lstStyle>
            <a:lvl1pPr marL="0" indent="0" algn="ctr">
              <a:buNone/>
              <a:defRPr sz="1200"/>
            </a:lvl1pPr>
          </a:lstStyle>
          <a:p>
            <a:endParaRPr/>
          </a:p>
        </p:txBody>
      </p:sp>
      <p:sp>
        <p:nvSpPr>
          <p:cNvPr id="46" name="Espaço Reservado para Texto 5">
            <a:extLst>
              <a:ext uri="{FF2B5EF4-FFF2-40B4-BE49-F238E27FC236}">
                <a16:creationId xmlns:a16="http://schemas.microsoft.com/office/drawing/2014/main" id="{BEEAA116-2065-880E-1E2C-850A77BA9BFC}"/>
              </a:ext>
            </a:extLst>
          </p:cNvPr>
          <p:cNvSpPr>
            <a:spLocks noGrp="1"/>
          </p:cNvSpPr>
          <p:nvPr>
            <p:ph type="body" idx="36"/>
          </p:nvPr>
        </p:nvSpPr>
        <p:spPr>
          <a:xfrm>
            <a:off x="9162715" y="3871829"/>
            <a:ext cx="2658311" cy="222330"/>
          </a:xfrm>
        </p:spPr>
        <p:txBody>
          <a:bodyPr lIns="0" tIns="0" rIns="0" bIns="0">
            <a:noAutofit/>
          </a:bodyPr>
          <a:lstStyle>
            <a:lvl1pPr marL="0" indent="0" algn="ctr" defTabSz="914400">
              <a:buNone/>
              <a:defRPr sz="1050" kern="1200">
                <a:solidFill>
                  <a:srgbClr val="0F182A"/>
                </a:solidFill>
                <a:latin typeface="Titillium Web SemiBold"/>
                <a:ea typeface="Titillium Web SemiBold"/>
                <a:cs typeface="Titillium Web SemiBold"/>
              </a:defRPr>
            </a:lvl1pPr>
            <a:lvl2pPr marL="0" indent="0" algn="l" defTabSz="914400">
              <a:buNone/>
              <a:defRPr sz="1400" kern="1200">
                <a:solidFill>
                  <a:srgbClr val="0F182A"/>
                </a:solidFill>
                <a:latin typeface="Titillium Web SemiBold"/>
                <a:ea typeface="Titillium Web SemiBold"/>
                <a:cs typeface="Titillium Web SemiBold"/>
              </a:defRPr>
            </a:lvl2pPr>
            <a:lvl3pPr marL="0" indent="0" algn="l" defTabSz="914400">
              <a:buNone/>
              <a:defRPr sz="1400" kern="1200">
                <a:solidFill>
                  <a:srgbClr val="0F182A"/>
                </a:solidFill>
                <a:latin typeface="Titillium Web SemiBold"/>
                <a:ea typeface="Titillium Web SemiBold"/>
                <a:cs typeface="Titillium Web SemiBold"/>
              </a:defRPr>
            </a:lvl3pPr>
            <a:lvl4pPr marL="0" indent="0" algn="l" defTabSz="914400">
              <a:buNone/>
              <a:defRPr sz="1400" kern="1200">
                <a:solidFill>
                  <a:srgbClr val="0F182A"/>
                </a:solidFill>
                <a:latin typeface="Titillium Web SemiBold"/>
                <a:ea typeface="Titillium Web SemiBold"/>
                <a:cs typeface="Titillium Web SemiBold"/>
              </a:defRPr>
            </a:lvl4pPr>
            <a:lvl5pPr marL="0" indent="0" algn="l" defTabSz="914400">
              <a:buNone/>
              <a:defRPr sz="1400" kern="1200">
                <a:solidFill>
                  <a:srgbClr val="0F182A"/>
                </a:solidFill>
                <a:latin typeface="Titillium Web SemiBold"/>
                <a:ea typeface="Titillium Web SemiBold"/>
                <a:cs typeface="Titillium Web SemiBold"/>
              </a:defRPr>
            </a:lvl5pPr>
          </a:lstStyle>
          <a:p>
            <a:pPr>
              <a:buNone/>
            </a:pPr>
            <a:r>
              <a:t>Clique para editar os estilos de texto Mestres</a:t>
            </a:r>
          </a:p>
        </p:txBody>
      </p:sp>
      <p:sp>
        <p:nvSpPr>
          <p:cNvPr id="47" name="Espaço Reservado para Gráfico 31">
            <a:extLst>
              <a:ext uri="{FF2B5EF4-FFF2-40B4-BE49-F238E27FC236}">
                <a16:creationId xmlns:a16="http://schemas.microsoft.com/office/drawing/2014/main" id="{17A03BB7-F099-D5E5-68E7-F989D1D16BA9}"/>
              </a:ext>
            </a:extLst>
          </p:cNvPr>
          <p:cNvSpPr>
            <a:spLocks noGrp="1"/>
          </p:cNvSpPr>
          <p:nvPr>
            <p:ph type="chart" idx="37"/>
          </p:nvPr>
        </p:nvSpPr>
        <p:spPr>
          <a:xfrm>
            <a:off x="9162715" y="4259180"/>
            <a:ext cx="2658311" cy="1836820"/>
          </a:xfrm>
        </p:spPr>
        <p:txBody>
          <a:bodyPr anchor="ctr">
            <a:normAutofit/>
          </a:bodyPr>
          <a:lstStyle>
            <a:lvl1pPr marL="0" indent="0" algn="ctr">
              <a:buNone/>
              <a:defRPr sz="1200"/>
            </a:lvl1pPr>
          </a:lstStyle>
          <a:p>
            <a:endParaRPr/>
          </a:p>
        </p:txBody>
      </p:sp>
      <p:pic>
        <p:nvPicPr>
          <p:cNvPr id="71" name="Imagem 27"/>
          <p:cNvPicPr>
            <a:picLocks noChangeAspect="1"/>
          </p:cNvPicPr>
          <p:nvPr/>
        </p:nvPicPr>
        <p:blipFill>
          <a:blip r:embed="rId2"/>
          <a:stretch>
            <a:fillRect/>
          </a:stretch>
        </p:blipFill>
        <p:spPr>
          <a:xfrm>
            <a:off x="10804163" y="361538"/>
            <a:ext cx="1011600" cy="461409"/>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5_INSTITUCIONAL">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idx="4"/>
          </p:nvPr>
        </p:nvSpPr>
        <p:spPr>
          <a:xfrm>
            <a:off x="11550857" y="6584949"/>
            <a:ext cx="264906" cy="174624"/>
          </a:xfrm>
          <a:prstGeom prst="rect">
            <a:avLst/>
          </a:prstGeom>
        </p:spPr>
        <p:txBody>
          <a:bodyPr lIns="0" tIns="0" rIns="0" bIns="0"/>
          <a:lstStyle>
            <a:lvl1pPr algn="r">
              <a:buNone/>
              <a:defRPr sz="900" kern="1200">
                <a:solidFill>
                  <a:srgbClr val="A6A5A5"/>
                </a:solidFill>
                <a:latin typeface="Titillium Web Light"/>
                <a:ea typeface="Titillium Web Light"/>
                <a:cs typeface="Titillium Web Light"/>
              </a:defRPr>
            </a:lvl1pPr>
          </a:lstStyle>
          <a:p>
            <a:fld id="{E8537E7D-B481-4A27-91D3-485D98CF8A66}" type="slidenum">
              <a:t>‹#›</a:t>
            </a:fld>
            <a:endParaRPr/>
          </a:p>
        </p:txBody>
      </p:sp>
      <p:sp>
        <p:nvSpPr>
          <p:cNvPr id="5" name="Conector reto 4">
            <a:extLst>
              <a:ext uri="{FF2B5EF4-FFF2-40B4-BE49-F238E27FC236}">
                <a16:creationId xmlns:a16="http://schemas.microsoft.com/office/drawing/2014/main" id="{2C2606CB-D348-455F-88E9-1847FEB8D230}"/>
              </a:ext>
            </a:extLst>
          </p:cNvPr>
          <p:cNvSpPr>
            <a:spLocks noGrp="1"/>
          </p:cNvSpPr>
          <p:nvPr/>
        </p:nv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7" name="Conector reto 6">
            <a:extLst>
              <a:ext uri="{FF2B5EF4-FFF2-40B4-BE49-F238E27FC236}">
                <a16:creationId xmlns:a16="http://schemas.microsoft.com/office/drawing/2014/main" id="{8BAA25F3-915A-4E10-9E55-9214AD976340}"/>
              </a:ext>
            </a:extLst>
          </p:cNvPr>
          <p:cNvSpPr>
            <a:spLocks noGrp="1"/>
          </p:cNvSpPr>
          <p:nvPr/>
        </p:nv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idx="10" hasCustomPrompt="1"/>
          </p:nvPr>
        </p:nvSpPr>
        <p:spPr>
          <a:xfrm>
            <a:off x="371475" y="311805"/>
            <a:ext cx="10289426" cy="309563"/>
          </a:xfrm>
          <a:prstGeom prst="rect">
            <a:avLst/>
          </a:prstGeom>
        </p:spPr>
        <p:txBody>
          <a:bodyPr lIns="0" tIns="0" rIns="0" bIns="0" anchor="b">
            <a:noAutofit/>
          </a:bodyPr>
          <a:lstStyle>
            <a:lvl1pPr marL="0" indent="0" algn="l" defTabSz="914400">
              <a:lnSpc>
                <a:spcPct val="90000"/>
              </a:lnSpc>
              <a:spcBef>
                <a:spcPts val="1000"/>
              </a:spcBef>
              <a:buFont typeface="Arial"/>
              <a:buNone/>
              <a:defRPr sz="2000" b="1" kern="1200" cap="all" baseline="0">
                <a:solidFill>
                  <a:srgbClr val="061844"/>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a:buNone/>
            </a:pPr>
            <a: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idx="16" hasCustomPrompt="1"/>
          </p:nvPr>
        </p:nvSpPr>
        <p:spPr>
          <a:xfrm>
            <a:off x="371475" y="596574"/>
            <a:ext cx="10289426" cy="266878"/>
          </a:xfrm>
          <a:prstGeom prst="rect">
            <a:avLst/>
          </a:prstGeom>
        </p:spPr>
        <p:txBody>
          <a:bodyPr lIns="0" tIns="0" rIns="0" bIns="0" anchor="ctr">
            <a:noAutofit/>
          </a:bodyPr>
          <a:lstStyle>
            <a:lvl1pPr marL="0" indent="0" algn="l" defTabSz="914400">
              <a:lnSpc>
                <a:spcPct val="90000"/>
              </a:lnSpc>
              <a:spcBef>
                <a:spcPts val="1000"/>
              </a:spcBef>
              <a:buFont typeface="Arial"/>
              <a:buNone/>
              <a:defRPr sz="1600" kern="1200" cap="none" baseline="0">
                <a:solidFill>
                  <a:srgbClr val="3F4655"/>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marL="0" indent="0" algn="l" defTabSz="914400">
              <a:lnSpc>
                <a:spcPct val="90000"/>
              </a:lnSpc>
              <a:spcBef>
                <a:spcPts val="1000"/>
              </a:spcBef>
              <a:buFont typeface="Arial"/>
              <a:buNone/>
            </a:pPr>
            <a: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idx="17" hasCustomPrompt="1"/>
          </p:nvPr>
        </p:nvSpPr>
        <p:spPr>
          <a:xfrm>
            <a:off x="366713" y="6319838"/>
            <a:ext cx="11460162" cy="99643"/>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Nota</a:t>
            </a:r>
          </a:p>
        </p:txBody>
      </p:sp>
      <p:sp>
        <p:nvSpPr>
          <p:cNvPr id="29" name="Espaço Reservado para Texto 41">
            <a:extLst>
              <a:ext uri="{FF2B5EF4-FFF2-40B4-BE49-F238E27FC236}">
                <a16:creationId xmlns:a16="http://schemas.microsoft.com/office/drawing/2014/main" id="{801FA8E5-65A4-772B-8604-3ABEF869E273}"/>
              </a:ext>
            </a:extLst>
          </p:cNvPr>
          <p:cNvSpPr>
            <a:spLocks noGrp="1"/>
          </p:cNvSpPr>
          <p:nvPr>
            <p:ph type="body" idx="20"/>
          </p:nvPr>
        </p:nvSpPr>
        <p:spPr>
          <a:xfrm>
            <a:off x="3565525" y="1327151"/>
            <a:ext cx="8258175" cy="4768850"/>
          </a:xfrm>
        </p:spPr>
        <p:txBody>
          <a:bodyPr lIns="0" tIns="0" rIns="0" bIns="0">
            <a:normAutofit/>
          </a:bodyPr>
          <a:lstStyle>
            <a:lvl1pPr marL="0" indent="0">
              <a:buNone/>
              <a:defRPr sz="1200" b="0" i="0" u="none" kern="0" cap="none" spc="0" baseline="0">
                <a:ln>
                  <a:noFill/>
                </a:ln>
                <a:solidFill>
                  <a:srgbClr val="061844"/>
                </a:solidFill>
                <a:latin typeface="Titillium Web ExtraLight"/>
                <a:ea typeface="Titillium Web ExtraLight"/>
                <a:cs typeface="Titillium Web ExtraLight"/>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28" name="Espaço Reservado para Imagem 5">
            <a:extLst>
              <a:ext uri="{FF2B5EF4-FFF2-40B4-BE49-F238E27FC236}">
                <a16:creationId xmlns:a16="http://schemas.microsoft.com/office/drawing/2014/main" id="{A2C8E116-BA9A-F1A1-3FC5-B4927709F355}"/>
              </a:ext>
            </a:extLst>
          </p:cNvPr>
          <p:cNvSpPr>
            <a:spLocks noGrp="1"/>
          </p:cNvSpPr>
          <p:nvPr>
            <p:ph type="pic" idx="21"/>
          </p:nvPr>
        </p:nvSpPr>
        <p:spPr>
          <a:xfrm>
            <a:off x="355600" y="1327150"/>
            <a:ext cx="3054350" cy="4765675"/>
          </a:xfrm>
        </p:spPr>
        <p:txBody>
          <a:bodyPr anchor="ctr">
            <a:normAutofit/>
          </a:bodyPr>
          <a:lstStyle>
            <a:lvl1pPr marL="0" indent="0" algn="ctr">
              <a:buNone/>
              <a:defRPr sz="1600"/>
            </a:lvl1pPr>
          </a:lstStyle>
          <a:p>
            <a:endParaRPr/>
          </a:p>
        </p:txBody>
      </p:sp>
      <p:pic>
        <p:nvPicPr>
          <p:cNvPr id="44" name="Imagem 2"/>
          <p:cNvPicPr>
            <a:picLocks noChangeAspect="1"/>
          </p:cNvPicPr>
          <p:nvPr/>
        </p:nvPicPr>
        <p:blipFill>
          <a:blip r:embed="rId2"/>
          <a:stretch>
            <a:fillRect/>
          </a:stretch>
        </p:blipFill>
        <p:spPr>
          <a:xfrm>
            <a:off x="10804163" y="361538"/>
            <a:ext cx="1011600" cy="461409"/>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7_INSTITUCIONAL">
    <p:spTree>
      <p:nvGrpSpPr>
        <p:cNvPr id="1" name=""/>
        <p:cNvGrpSpPr/>
        <p:nvPr/>
      </p:nvGrpSpPr>
      <p:grpSpPr>
        <a:xfrm>
          <a:off x="0" y="0"/>
          <a:ext cx="0" cy="0"/>
          <a:chOff x="0" y="0"/>
          <a:chExt cx="0" cy="0"/>
        </a:xfrm>
      </p:grpSpPr>
      <p:sp>
        <p:nvSpPr>
          <p:cNvPr id="62" name="Retângulo 61">
            <a:extLst>
              <a:ext uri="{FF2B5EF4-FFF2-40B4-BE49-F238E27FC236}">
                <a16:creationId xmlns:a16="http://schemas.microsoft.com/office/drawing/2014/main" id="{1D1AB3D9-D8BC-745A-C2E0-58DA5D6707E4}"/>
              </a:ext>
            </a:extLst>
          </p:cNvPr>
          <p:cNvSpPr>
            <a:spLocks noGrp="1"/>
          </p:cNvSpPr>
          <p:nvPr/>
        </p:nvSpPr>
        <p:spPr>
          <a:xfrm>
            <a:off x="355600" y="1327150"/>
            <a:ext cx="3054350" cy="47688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3" name="Forma Livre: Forma 32">
            <a:extLst>
              <a:ext uri="{FF2B5EF4-FFF2-40B4-BE49-F238E27FC236}">
                <a16:creationId xmlns:a16="http://schemas.microsoft.com/office/drawing/2014/main" id="{0EFEF8C5-8133-ECE3-843E-ED75BED671CC}"/>
              </a:ext>
            </a:extLst>
          </p:cNvPr>
          <p:cNvSpPr>
            <a:spLocks noGrp="1"/>
          </p:cNvSpPr>
          <p:nvPr/>
        </p:nvSpPr>
        <p:spPr>
          <a:xfrm>
            <a:off x="2504827" y="4937061"/>
            <a:ext cx="909715" cy="1119626"/>
          </a:xfrm>
          <a:custGeom>
            <a:avLst/>
            <a:gdLst>
              <a:gd name="connsiteX0" fmla="*/ 2305050 w 2307494"/>
              <a:gd name="connsiteY0" fmla="*/ 0 h 3860800"/>
              <a:gd name="connsiteX1" fmla="*/ 0 w 2307494"/>
              <a:gd name="connsiteY1" fmla="*/ 3860800 h 3860800"/>
              <a:gd name="connsiteX2" fmla="*/ 2305050 w 2307494"/>
              <a:gd name="connsiteY2" fmla="*/ 3860800 h 3860800"/>
              <a:gd name="connsiteX3" fmla="*/ 2305050 w 2307494"/>
              <a:gd name="connsiteY3" fmla="*/ 0 h 3860800"/>
            </a:gdLst>
            <a:ahLst/>
            <a:cxnLst/>
            <a:rect l="l" t="t" r="r" b="b"/>
            <a:pathLst>
              <a:path w="2307494" h="3860800">
                <a:moveTo>
                  <a:pt x="2305050" y="0"/>
                </a:moveTo>
                <a:lnTo>
                  <a:pt x="0" y="3860800"/>
                </a:lnTo>
                <a:lnTo>
                  <a:pt x="2305050" y="3860800"/>
                </a:lnTo>
                <a:cubicBezTo>
                  <a:pt x="2307167" y="2573867"/>
                  <a:pt x="2309283" y="1286933"/>
                  <a:pt x="2305050" y="0"/>
                </a:cubicBezTo>
                <a:close/>
              </a:path>
            </a:pathLst>
          </a:custGeom>
          <a:gradFill>
            <a:gsLst>
              <a:gs pos="0">
                <a:srgbClr val="061844"/>
              </a:gs>
              <a:gs pos="100000">
                <a:srgbClr val="374769">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36" name="Forma Livre: Forma 35">
            <a:extLst>
              <a:ext uri="{FF2B5EF4-FFF2-40B4-BE49-F238E27FC236}">
                <a16:creationId xmlns:a16="http://schemas.microsoft.com/office/drawing/2014/main" id="{D2FF4794-09F9-DE11-0E8D-58D2B62D537B}"/>
              </a:ext>
            </a:extLst>
          </p:cNvPr>
          <p:cNvSpPr>
            <a:spLocks noGrp="1"/>
          </p:cNvSpPr>
          <p:nvPr/>
        </p:nvSpPr>
        <p:spPr>
          <a:xfrm>
            <a:off x="2165480" y="4558726"/>
            <a:ext cx="1249061" cy="1537274"/>
          </a:xfrm>
          <a:custGeom>
            <a:avLst/>
            <a:gdLst>
              <a:gd name="connsiteX0" fmla="*/ 2305050 w 2307494"/>
              <a:gd name="connsiteY0" fmla="*/ 0 h 3860800"/>
              <a:gd name="connsiteX1" fmla="*/ 0 w 2307494"/>
              <a:gd name="connsiteY1" fmla="*/ 3860800 h 3860800"/>
              <a:gd name="connsiteX2" fmla="*/ 2305050 w 2307494"/>
              <a:gd name="connsiteY2" fmla="*/ 3860800 h 3860800"/>
              <a:gd name="connsiteX3" fmla="*/ 2305050 w 2307494"/>
              <a:gd name="connsiteY3" fmla="*/ 0 h 3860800"/>
            </a:gdLst>
            <a:ahLst/>
            <a:cxnLst/>
            <a:rect l="l" t="t" r="r" b="b"/>
            <a:pathLst>
              <a:path w="2307494" h="3860800">
                <a:moveTo>
                  <a:pt x="2305050" y="0"/>
                </a:moveTo>
                <a:lnTo>
                  <a:pt x="0" y="3860800"/>
                </a:lnTo>
                <a:lnTo>
                  <a:pt x="2305050" y="3860800"/>
                </a:lnTo>
                <a:cubicBezTo>
                  <a:pt x="2307167" y="2573867"/>
                  <a:pt x="2309283" y="1286933"/>
                  <a:pt x="2305050" y="0"/>
                </a:cubicBezTo>
                <a:close/>
              </a:path>
            </a:pathLst>
          </a:custGeom>
          <a:gradFill>
            <a:gsLst>
              <a:gs pos="0">
                <a:srgbClr val="061844"/>
              </a:gs>
              <a:gs pos="100000">
                <a:srgbClr val="374769">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cxnSp>
        <p:nvCxnSpPr>
          <p:cNvPr id="80" name="Conector de Seta Reta 54"/>
          <p:cNvCxnSpPr/>
          <p:nvPr/>
        </p:nvCxnSpPr>
        <p:spPr>
          <a:xfrm flipH="1">
            <a:off x="2840946" y="4238292"/>
            <a:ext cx="265945" cy="334019"/>
          </a:xfrm>
          <a:prstGeom prst="straightConnector1">
            <a:avLst/>
          </a:prstGeom>
          <a:ln>
            <a:solidFill>
              <a:srgbClr val="B4CECB">
                <a:alpha val="19000"/>
              </a:srgbClr>
            </a:solidFill>
            <a:tailEnd type="none"/>
          </a:ln>
        </p:spPr>
        <p:style>
          <a:lnRef idx="1">
            <a:schemeClr val="accent1"/>
          </a:lnRef>
          <a:fillRef idx="0">
            <a:schemeClr val="accent1"/>
          </a:fillRef>
          <a:effectRef idx="0">
            <a:schemeClr val="accent1"/>
          </a:effectRef>
          <a:fontRef idx="minor">
            <a:schemeClr val="tx1"/>
          </a:fontRef>
        </p:style>
      </p:cxnSp>
      <p:sp>
        <p:nvSpPr>
          <p:cNvPr id="69" name="Forma Livre: Forma 68">
            <a:extLst>
              <a:ext uri="{FF2B5EF4-FFF2-40B4-BE49-F238E27FC236}">
                <a16:creationId xmlns:a16="http://schemas.microsoft.com/office/drawing/2014/main" id="{014C87CC-A7F5-9F7E-A3CD-0C30D5D05001}"/>
              </a:ext>
            </a:extLst>
          </p:cNvPr>
          <p:cNvSpPr>
            <a:spLocks noGrp="1"/>
          </p:cNvSpPr>
          <p:nvPr/>
        </p:nvSpPr>
        <p:spPr>
          <a:xfrm rot="10800000">
            <a:off x="366713" y="1345394"/>
            <a:ext cx="2449215" cy="3014356"/>
          </a:xfrm>
          <a:custGeom>
            <a:avLst/>
            <a:gdLst>
              <a:gd name="connsiteX0" fmla="*/ 2305050 w 2307494"/>
              <a:gd name="connsiteY0" fmla="*/ 0 h 3860800"/>
              <a:gd name="connsiteX1" fmla="*/ 0 w 2307494"/>
              <a:gd name="connsiteY1" fmla="*/ 3860800 h 3860800"/>
              <a:gd name="connsiteX2" fmla="*/ 2305050 w 2307494"/>
              <a:gd name="connsiteY2" fmla="*/ 3860800 h 3860800"/>
              <a:gd name="connsiteX3" fmla="*/ 2305050 w 2307494"/>
              <a:gd name="connsiteY3" fmla="*/ 0 h 3860800"/>
            </a:gdLst>
            <a:ahLst/>
            <a:cxnLst/>
            <a:rect l="l" t="t" r="r" b="b"/>
            <a:pathLst>
              <a:path w="2307494" h="3860800">
                <a:moveTo>
                  <a:pt x="2305050" y="0"/>
                </a:moveTo>
                <a:lnTo>
                  <a:pt x="0" y="3860800"/>
                </a:lnTo>
                <a:lnTo>
                  <a:pt x="2305050" y="3860800"/>
                </a:lnTo>
                <a:cubicBezTo>
                  <a:pt x="2307167" y="2573867"/>
                  <a:pt x="2309283" y="1286933"/>
                  <a:pt x="2305050" y="0"/>
                </a:cubicBezTo>
                <a:close/>
              </a:path>
            </a:pathLst>
          </a:custGeom>
          <a:gradFill>
            <a:gsLst>
              <a:gs pos="0">
                <a:srgbClr val="061844"/>
              </a:gs>
              <a:gs pos="100000">
                <a:srgbClr val="374769">
                  <a:alpha val="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indent="0" algn="ctr" defTabSz="914400">
              <a:lnSpc>
                <a:spcPct val="100000"/>
              </a:lnSpc>
              <a:spcBef>
                <a:spcPts val="0"/>
              </a:spcBef>
              <a:spcAft>
                <a:spcPts val="0"/>
              </a:spcAft>
              <a:buClrTx/>
              <a:buSzTx/>
              <a:buFontTx/>
              <a:buNone/>
            </a:pPr>
            <a:endParaRPr/>
          </a:p>
        </p:txBody>
      </p:sp>
      <p:sp>
        <p:nvSpPr>
          <p:cNvPr id="70" name="Forma Livre: Forma 69">
            <a:extLst>
              <a:ext uri="{FF2B5EF4-FFF2-40B4-BE49-F238E27FC236}">
                <a16:creationId xmlns:a16="http://schemas.microsoft.com/office/drawing/2014/main" id="{2C9B9FCF-8844-45D1-F162-422FCFC56607}"/>
              </a:ext>
            </a:extLst>
          </p:cNvPr>
          <p:cNvSpPr>
            <a:spLocks noGrp="1"/>
          </p:cNvSpPr>
          <p:nvPr/>
        </p:nvSpPr>
        <p:spPr>
          <a:xfrm rot="10800000">
            <a:off x="366716" y="1327150"/>
            <a:ext cx="1771671" cy="2180473"/>
          </a:xfrm>
          <a:custGeom>
            <a:avLst/>
            <a:gdLst>
              <a:gd name="connsiteX0" fmla="*/ 2305050 w 2307494"/>
              <a:gd name="connsiteY0" fmla="*/ 0 h 3860800"/>
              <a:gd name="connsiteX1" fmla="*/ 0 w 2307494"/>
              <a:gd name="connsiteY1" fmla="*/ 3860800 h 3860800"/>
              <a:gd name="connsiteX2" fmla="*/ 2305050 w 2307494"/>
              <a:gd name="connsiteY2" fmla="*/ 3860800 h 3860800"/>
              <a:gd name="connsiteX3" fmla="*/ 2305050 w 2307494"/>
              <a:gd name="connsiteY3" fmla="*/ 0 h 3860800"/>
            </a:gdLst>
            <a:ahLst/>
            <a:cxnLst/>
            <a:rect l="l" t="t" r="r" b="b"/>
            <a:pathLst>
              <a:path w="2307494" h="3860800">
                <a:moveTo>
                  <a:pt x="2305050" y="0"/>
                </a:moveTo>
                <a:lnTo>
                  <a:pt x="0" y="3860800"/>
                </a:lnTo>
                <a:lnTo>
                  <a:pt x="2305050" y="3860800"/>
                </a:lnTo>
                <a:cubicBezTo>
                  <a:pt x="2307167" y="2573867"/>
                  <a:pt x="2309283" y="1286933"/>
                  <a:pt x="2305050" y="0"/>
                </a:cubicBezTo>
                <a:close/>
              </a:path>
            </a:pathLst>
          </a:custGeom>
          <a:gradFill>
            <a:gsLst>
              <a:gs pos="0">
                <a:srgbClr val="061844"/>
              </a:gs>
              <a:gs pos="100000">
                <a:srgbClr val="374769">
                  <a:alpha val="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indent="0" algn="ctr" defTabSz="914400">
              <a:lnSpc>
                <a:spcPct val="100000"/>
              </a:lnSpc>
              <a:spcBef>
                <a:spcPts val="0"/>
              </a:spcBef>
              <a:spcAft>
                <a:spcPts val="0"/>
              </a:spcAft>
              <a:buClrTx/>
              <a:buSzTx/>
              <a:buFontTx/>
              <a:buNone/>
            </a:pPr>
            <a:endParaRPr/>
          </a:p>
        </p:txBody>
      </p:sp>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idx="4"/>
          </p:nvPr>
        </p:nvSpPr>
        <p:spPr>
          <a:xfrm>
            <a:off x="11550857" y="6584949"/>
            <a:ext cx="264906" cy="174624"/>
          </a:xfrm>
          <a:prstGeom prst="rect">
            <a:avLst/>
          </a:prstGeom>
        </p:spPr>
        <p:txBody>
          <a:bodyPr lIns="0" tIns="0" rIns="0" bIns="0"/>
          <a:lstStyle>
            <a:lvl1pPr algn="r">
              <a:buNone/>
              <a:defRPr sz="900" kern="1200">
                <a:solidFill>
                  <a:srgbClr val="A6A5A5"/>
                </a:solidFill>
                <a:latin typeface="Titillium Web Light"/>
                <a:ea typeface="Titillium Web Light"/>
                <a:cs typeface="Titillium Web Light"/>
              </a:defRPr>
            </a:lvl1pPr>
          </a:lstStyle>
          <a:p>
            <a:fld id="{E8537E7D-B481-4A27-91D3-485D98CF8A66}" type="slidenum">
              <a:t>‹#›</a:t>
            </a:fld>
            <a:endParaRPr/>
          </a:p>
        </p:txBody>
      </p:sp>
      <p:sp>
        <p:nvSpPr>
          <p:cNvPr id="5" name="Conector reto 4">
            <a:extLst>
              <a:ext uri="{FF2B5EF4-FFF2-40B4-BE49-F238E27FC236}">
                <a16:creationId xmlns:a16="http://schemas.microsoft.com/office/drawing/2014/main" id="{378D0FE4-8DC4-4192-9758-B1083C2424D3}"/>
              </a:ext>
            </a:extLst>
          </p:cNvPr>
          <p:cNvSpPr>
            <a:spLocks noGrp="1"/>
          </p:cNvSpPr>
          <p:nvPr/>
        </p:nv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7" name="Conector reto 6">
            <a:extLst>
              <a:ext uri="{FF2B5EF4-FFF2-40B4-BE49-F238E27FC236}">
                <a16:creationId xmlns:a16="http://schemas.microsoft.com/office/drawing/2014/main" id="{747A3D49-4ED2-4A4C-92E6-FD29FA0E2758}"/>
              </a:ext>
            </a:extLst>
          </p:cNvPr>
          <p:cNvSpPr>
            <a:spLocks noGrp="1"/>
          </p:cNvSpPr>
          <p:nvPr/>
        </p:nv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idx="10" hasCustomPrompt="1"/>
          </p:nvPr>
        </p:nvSpPr>
        <p:spPr>
          <a:xfrm>
            <a:off x="371475" y="311805"/>
            <a:ext cx="10289426" cy="309563"/>
          </a:xfrm>
          <a:prstGeom prst="rect">
            <a:avLst/>
          </a:prstGeom>
        </p:spPr>
        <p:txBody>
          <a:bodyPr lIns="0" tIns="0" rIns="0" bIns="0" anchor="b">
            <a:noAutofit/>
          </a:bodyPr>
          <a:lstStyle>
            <a:lvl1pPr marL="0" indent="0" algn="l" defTabSz="914400">
              <a:lnSpc>
                <a:spcPct val="90000"/>
              </a:lnSpc>
              <a:spcBef>
                <a:spcPts val="1000"/>
              </a:spcBef>
              <a:buFont typeface="Arial"/>
              <a:buNone/>
              <a:defRPr sz="2000" b="1" kern="1200" cap="all" baseline="0">
                <a:solidFill>
                  <a:srgbClr val="061844"/>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a:buNone/>
            </a:pPr>
            <a: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idx="16" hasCustomPrompt="1"/>
          </p:nvPr>
        </p:nvSpPr>
        <p:spPr>
          <a:xfrm>
            <a:off x="371475" y="596574"/>
            <a:ext cx="10289426" cy="266878"/>
          </a:xfrm>
          <a:prstGeom prst="rect">
            <a:avLst/>
          </a:prstGeom>
        </p:spPr>
        <p:txBody>
          <a:bodyPr lIns="0" tIns="0" rIns="0" bIns="0" anchor="ctr">
            <a:noAutofit/>
          </a:bodyPr>
          <a:lstStyle>
            <a:lvl1pPr marL="0" indent="0" algn="l" defTabSz="914400">
              <a:lnSpc>
                <a:spcPct val="90000"/>
              </a:lnSpc>
              <a:spcBef>
                <a:spcPts val="1000"/>
              </a:spcBef>
              <a:buFont typeface="Arial"/>
              <a:buNone/>
              <a:defRPr sz="1600" kern="1200" cap="none" baseline="0">
                <a:solidFill>
                  <a:srgbClr val="3F4655"/>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marL="0" indent="0" algn="l" defTabSz="914400">
              <a:lnSpc>
                <a:spcPct val="90000"/>
              </a:lnSpc>
              <a:spcBef>
                <a:spcPts val="1000"/>
              </a:spcBef>
              <a:buFont typeface="Arial"/>
              <a:buNone/>
            </a:pPr>
            <a: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idx="17" hasCustomPrompt="1"/>
          </p:nvPr>
        </p:nvSpPr>
        <p:spPr>
          <a:xfrm>
            <a:off x="366713" y="6319838"/>
            <a:ext cx="11460162" cy="99643"/>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Nota</a:t>
            </a:r>
          </a:p>
        </p:txBody>
      </p:sp>
      <p:sp>
        <p:nvSpPr>
          <p:cNvPr id="29" name="Espaço Reservado para Texto 41">
            <a:extLst>
              <a:ext uri="{FF2B5EF4-FFF2-40B4-BE49-F238E27FC236}">
                <a16:creationId xmlns:a16="http://schemas.microsoft.com/office/drawing/2014/main" id="{801FA8E5-65A4-772B-8604-3ABEF869E273}"/>
              </a:ext>
            </a:extLst>
          </p:cNvPr>
          <p:cNvSpPr>
            <a:spLocks noGrp="1"/>
          </p:cNvSpPr>
          <p:nvPr>
            <p:ph type="body" idx="20"/>
          </p:nvPr>
        </p:nvSpPr>
        <p:spPr>
          <a:xfrm>
            <a:off x="3565525" y="1327151"/>
            <a:ext cx="8258175" cy="4768850"/>
          </a:xfrm>
        </p:spPr>
        <p:txBody>
          <a:bodyPr lIns="0" tIns="0" rIns="0" bIns="0">
            <a:normAutofit/>
          </a:bodyPr>
          <a:lstStyle>
            <a:lvl1pPr marL="0" indent="0">
              <a:buNone/>
              <a:defRPr sz="1200" b="0" i="0" u="none" kern="0" cap="none" spc="0" baseline="0">
                <a:ln>
                  <a:noFill/>
                </a:ln>
                <a:solidFill>
                  <a:srgbClr val="061844"/>
                </a:solidFill>
                <a:latin typeface="Titillium Web ExtraLight"/>
                <a:ea typeface="Titillium Web ExtraLight"/>
                <a:cs typeface="Titillium Web ExtraLight"/>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64" name="Espaço Reservado para Texto 63">
            <a:extLst>
              <a:ext uri="{FF2B5EF4-FFF2-40B4-BE49-F238E27FC236}">
                <a16:creationId xmlns:a16="http://schemas.microsoft.com/office/drawing/2014/main" id="{A7063B60-E6F1-BE94-5D2D-8FCCD6F6C84B}"/>
              </a:ext>
            </a:extLst>
          </p:cNvPr>
          <p:cNvSpPr>
            <a:spLocks noGrp="1"/>
          </p:cNvSpPr>
          <p:nvPr>
            <p:ph type="body" idx="22"/>
          </p:nvPr>
        </p:nvSpPr>
        <p:spPr>
          <a:xfrm>
            <a:off x="511175" y="1466225"/>
            <a:ext cx="2736850" cy="4486900"/>
          </a:xfrm>
        </p:spPr>
        <p:txBody>
          <a:bodyPr lIns="0" tIns="0" rIns="0" bIns="0">
            <a:noAutofit/>
          </a:bodyPr>
          <a:lstStyle>
            <a:lvl1pPr marL="0" indent="0">
              <a:buNone/>
              <a:defRPr sz="1800" i="0" u="none" kern="1200" cap="none" spc="0" baseline="0">
                <a:ln>
                  <a:noFill/>
                </a:ln>
                <a:solidFill>
                  <a:schemeClr val="bg1"/>
                </a:solidFill>
                <a:latin typeface="Titillium Web ExtraLight"/>
                <a:ea typeface="Titillium Web ExtraLight"/>
                <a:cs typeface="Titillium Web ExtraLight"/>
              </a:defRPr>
            </a:lvl1pPr>
            <a:lvl2pPr marL="457200" indent="0">
              <a:buNone/>
              <a:defRPr sz="1800" i="0" u="none" kern="1200" cap="none" spc="0" baseline="0">
                <a:ln>
                  <a:noFill/>
                </a:ln>
                <a:solidFill>
                  <a:schemeClr val="bg1"/>
                </a:solidFill>
                <a:latin typeface="Titillium Web ExtraLight"/>
                <a:ea typeface="Titillium Web ExtraLight"/>
                <a:cs typeface="Titillium Web ExtraLight"/>
              </a:defRPr>
            </a:lvl2pPr>
            <a:lvl3pPr marL="914400" indent="0">
              <a:buNone/>
              <a:defRPr sz="1800" i="0" u="none" kern="1200" cap="none" spc="0" baseline="0">
                <a:ln>
                  <a:noFill/>
                </a:ln>
                <a:solidFill>
                  <a:schemeClr val="bg1"/>
                </a:solidFill>
                <a:latin typeface="Titillium Web ExtraLight"/>
                <a:ea typeface="Titillium Web ExtraLight"/>
                <a:cs typeface="Titillium Web ExtraLight"/>
              </a:defRPr>
            </a:lvl3pPr>
            <a:lvl4pPr marL="1371600" indent="0">
              <a:buNone/>
              <a:defRPr sz="1800" i="0" u="none" kern="1200" cap="none" spc="0" baseline="0">
                <a:ln>
                  <a:noFill/>
                </a:ln>
                <a:solidFill>
                  <a:schemeClr val="bg1"/>
                </a:solidFill>
                <a:latin typeface="Titillium Web ExtraLight"/>
                <a:ea typeface="Titillium Web ExtraLight"/>
                <a:cs typeface="Titillium Web ExtraLight"/>
              </a:defRPr>
            </a:lvl4pPr>
            <a:lvl5pPr marL="1828800" indent="0">
              <a:buNone/>
              <a:defRPr sz="1800" i="0" u="none" kern="1200" cap="none" spc="0" baseline="0">
                <a:ln>
                  <a:noFill/>
                </a:ln>
                <a:solidFill>
                  <a:schemeClr val="bg1"/>
                </a:solidFill>
                <a:latin typeface="Titillium Web ExtraLight"/>
                <a:ea typeface="Titillium Web ExtraLight"/>
                <a:cs typeface="Titillium Web ExtraLight"/>
              </a:defRPr>
            </a:lvl5pPr>
          </a:lstStyle>
          <a:p>
            <a:pPr>
              <a:buNone/>
            </a:pPr>
            <a:r>
              <a:t>Clique para editar os estilos de texto Mestres</a:t>
            </a:r>
          </a:p>
        </p:txBody>
      </p:sp>
      <p:pic>
        <p:nvPicPr>
          <p:cNvPr id="91" name="Imagem 2"/>
          <p:cNvPicPr>
            <a:picLocks noChangeAspect="1"/>
          </p:cNvPicPr>
          <p:nvPr/>
        </p:nvPicPr>
        <p:blipFill>
          <a:blip r:embed="rId2"/>
          <a:stretch>
            <a:fillRect/>
          </a:stretch>
        </p:blipFill>
        <p:spPr>
          <a:xfrm>
            <a:off x="10804163" y="361538"/>
            <a:ext cx="1011600" cy="461409"/>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8_INSTITUCIONAL">
    <p:spTree>
      <p:nvGrpSpPr>
        <p:cNvPr id="1" name=""/>
        <p:cNvGrpSpPr/>
        <p:nvPr/>
      </p:nvGrpSpPr>
      <p:grpSpPr>
        <a:xfrm>
          <a:off x="0" y="0"/>
          <a:ext cx="0" cy="0"/>
          <a:chOff x="0" y="0"/>
          <a:chExt cx="0" cy="0"/>
        </a:xfrm>
      </p:grpSpPr>
      <p:sp>
        <p:nvSpPr>
          <p:cNvPr id="62" name="Retângulo 61">
            <a:extLst>
              <a:ext uri="{FF2B5EF4-FFF2-40B4-BE49-F238E27FC236}">
                <a16:creationId xmlns:a16="http://schemas.microsoft.com/office/drawing/2014/main" id="{1D1AB3D9-D8BC-745A-C2E0-58DA5D6707E4}"/>
              </a:ext>
            </a:extLst>
          </p:cNvPr>
          <p:cNvSpPr>
            <a:spLocks noGrp="1"/>
          </p:cNvSpPr>
          <p:nvPr/>
        </p:nvSpPr>
        <p:spPr>
          <a:xfrm>
            <a:off x="355600" y="1327150"/>
            <a:ext cx="5564188" cy="10068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3" name="Forma Livre: Forma 32">
            <a:extLst>
              <a:ext uri="{FF2B5EF4-FFF2-40B4-BE49-F238E27FC236}">
                <a16:creationId xmlns:a16="http://schemas.microsoft.com/office/drawing/2014/main" id="{0EFEF8C5-8133-ECE3-843E-ED75BED671CC}"/>
              </a:ext>
            </a:extLst>
          </p:cNvPr>
          <p:cNvSpPr>
            <a:spLocks noGrp="1"/>
          </p:cNvSpPr>
          <p:nvPr/>
        </p:nvSpPr>
        <p:spPr>
          <a:xfrm>
            <a:off x="5376311" y="1585834"/>
            <a:ext cx="543478" cy="668882"/>
          </a:xfrm>
          <a:custGeom>
            <a:avLst/>
            <a:gdLst>
              <a:gd name="connsiteX0" fmla="*/ 2305050 w 2307494"/>
              <a:gd name="connsiteY0" fmla="*/ 0 h 3860800"/>
              <a:gd name="connsiteX1" fmla="*/ 0 w 2307494"/>
              <a:gd name="connsiteY1" fmla="*/ 3860800 h 3860800"/>
              <a:gd name="connsiteX2" fmla="*/ 2305050 w 2307494"/>
              <a:gd name="connsiteY2" fmla="*/ 3860800 h 3860800"/>
              <a:gd name="connsiteX3" fmla="*/ 2305050 w 2307494"/>
              <a:gd name="connsiteY3" fmla="*/ 0 h 3860800"/>
            </a:gdLst>
            <a:ahLst/>
            <a:cxnLst/>
            <a:rect l="l" t="t" r="r" b="b"/>
            <a:pathLst>
              <a:path w="2307494" h="3860800">
                <a:moveTo>
                  <a:pt x="2305050" y="0"/>
                </a:moveTo>
                <a:lnTo>
                  <a:pt x="0" y="3860800"/>
                </a:lnTo>
                <a:lnTo>
                  <a:pt x="2305050" y="3860800"/>
                </a:lnTo>
                <a:cubicBezTo>
                  <a:pt x="2307167" y="2573867"/>
                  <a:pt x="2309283" y="1286933"/>
                  <a:pt x="2305050" y="0"/>
                </a:cubicBezTo>
                <a:close/>
              </a:path>
            </a:pathLst>
          </a:custGeom>
          <a:gradFill>
            <a:gsLst>
              <a:gs pos="0">
                <a:srgbClr val="061844"/>
              </a:gs>
              <a:gs pos="100000">
                <a:srgbClr val="374769">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36" name="Forma Livre: Forma 35">
            <a:extLst>
              <a:ext uri="{FF2B5EF4-FFF2-40B4-BE49-F238E27FC236}">
                <a16:creationId xmlns:a16="http://schemas.microsoft.com/office/drawing/2014/main" id="{D2FF4794-09F9-DE11-0E8D-58D2B62D537B}"/>
              </a:ext>
            </a:extLst>
          </p:cNvPr>
          <p:cNvSpPr>
            <a:spLocks noGrp="1"/>
          </p:cNvSpPr>
          <p:nvPr/>
        </p:nvSpPr>
        <p:spPr>
          <a:xfrm>
            <a:off x="5173579" y="1359811"/>
            <a:ext cx="746209" cy="918392"/>
          </a:xfrm>
          <a:custGeom>
            <a:avLst/>
            <a:gdLst>
              <a:gd name="connsiteX0" fmla="*/ 2305050 w 2307494"/>
              <a:gd name="connsiteY0" fmla="*/ 0 h 3860800"/>
              <a:gd name="connsiteX1" fmla="*/ 0 w 2307494"/>
              <a:gd name="connsiteY1" fmla="*/ 3860800 h 3860800"/>
              <a:gd name="connsiteX2" fmla="*/ 2305050 w 2307494"/>
              <a:gd name="connsiteY2" fmla="*/ 3860800 h 3860800"/>
              <a:gd name="connsiteX3" fmla="*/ 2305050 w 2307494"/>
              <a:gd name="connsiteY3" fmla="*/ 0 h 3860800"/>
            </a:gdLst>
            <a:ahLst/>
            <a:cxnLst/>
            <a:rect l="l" t="t" r="r" b="b"/>
            <a:pathLst>
              <a:path w="2307494" h="3860800">
                <a:moveTo>
                  <a:pt x="2305050" y="0"/>
                </a:moveTo>
                <a:lnTo>
                  <a:pt x="0" y="3860800"/>
                </a:lnTo>
                <a:lnTo>
                  <a:pt x="2305050" y="3860800"/>
                </a:lnTo>
                <a:cubicBezTo>
                  <a:pt x="2307167" y="2573867"/>
                  <a:pt x="2309283" y="1286933"/>
                  <a:pt x="2305050" y="0"/>
                </a:cubicBezTo>
                <a:close/>
              </a:path>
            </a:pathLst>
          </a:custGeom>
          <a:gradFill>
            <a:gsLst>
              <a:gs pos="0">
                <a:srgbClr val="061844"/>
              </a:gs>
              <a:gs pos="100000">
                <a:srgbClr val="374769">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cxnSp>
        <p:nvCxnSpPr>
          <p:cNvPr id="80" name="Conector de Seta Reta 54"/>
          <p:cNvCxnSpPr/>
          <p:nvPr/>
        </p:nvCxnSpPr>
        <p:spPr>
          <a:xfrm flipH="1">
            <a:off x="5577114" y="1168378"/>
            <a:ext cx="158879" cy="199548"/>
          </a:xfrm>
          <a:prstGeom prst="straightConnector1">
            <a:avLst/>
          </a:prstGeom>
          <a:ln>
            <a:solidFill>
              <a:srgbClr val="B4CECB">
                <a:alpha val="19000"/>
              </a:srgbClr>
            </a:solidFill>
            <a:tailEnd type="none"/>
          </a:ln>
        </p:spPr>
        <p:style>
          <a:lnRef idx="1">
            <a:schemeClr val="accent1"/>
          </a:lnRef>
          <a:fillRef idx="0">
            <a:schemeClr val="accent1"/>
          </a:fillRef>
          <a:effectRef idx="0">
            <a:schemeClr val="accent1"/>
          </a:effectRef>
          <a:fontRef idx="minor">
            <a:schemeClr val="tx1"/>
          </a:fontRef>
        </p:style>
      </p:cxnSp>
      <p:sp>
        <p:nvSpPr>
          <p:cNvPr id="69" name="Forma Livre: Forma 68">
            <a:extLst>
              <a:ext uri="{FF2B5EF4-FFF2-40B4-BE49-F238E27FC236}">
                <a16:creationId xmlns:a16="http://schemas.microsoft.com/office/drawing/2014/main" id="{014C87CC-A7F5-9F7E-A3CD-0C30D5D05001}"/>
              </a:ext>
            </a:extLst>
          </p:cNvPr>
          <p:cNvSpPr>
            <a:spLocks noGrp="1"/>
          </p:cNvSpPr>
          <p:nvPr/>
        </p:nvSpPr>
        <p:spPr>
          <a:xfrm rot="10800000">
            <a:off x="366714" y="1333246"/>
            <a:ext cx="818398" cy="1007237"/>
          </a:xfrm>
          <a:custGeom>
            <a:avLst/>
            <a:gdLst>
              <a:gd name="connsiteX0" fmla="*/ 2305050 w 2307494"/>
              <a:gd name="connsiteY0" fmla="*/ 0 h 3860800"/>
              <a:gd name="connsiteX1" fmla="*/ 0 w 2307494"/>
              <a:gd name="connsiteY1" fmla="*/ 3860800 h 3860800"/>
              <a:gd name="connsiteX2" fmla="*/ 2305050 w 2307494"/>
              <a:gd name="connsiteY2" fmla="*/ 3860800 h 3860800"/>
              <a:gd name="connsiteX3" fmla="*/ 2305050 w 2307494"/>
              <a:gd name="connsiteY3" fmla="*/ 0 h 3860800"/>
            </a:gdLst>
            <a:ahLst/>
            <a:cxnLst/>
            <a:rect l="l" t="t" r="r" b="b"/>
            <a:pathLst>
              <a:path w="2307494" h="3860800">
                <a:moveTo>
                  <a:pt x="2305050" y="0"/>
                </a:moveTo>
                <a:lnTo>
                  <a:pt x="0" y="3860800"/>
                </a:lnTo>
                <a:lnTo>
                  <a:pt x="2305050" y="3860800"/>
                </a:lnTo>
                <a:cubicBezTo>
                  <a:pt x="2307167" y="2573867"/>
                  <a:pt x="2309283" y="1286933"/>
                  <a:pt x="2305050" y="0"/>
                </a:cubicBezTo>
                <a:close/>
              </a:path>
            </a:pathLst>
          </a:custGeom>
          <a:gradFill>
            <a:gsLst>
              <a:gs pos="0">
                <a:srgbClr val="061844"/>
              </a:gs>
              <a:gs pos="100000">
                <a:srgbClr val="374769">
                  <a:alpha val="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indent="0" algn="ctr" defTabSz="914400">
              <a:lnSpc>
                <a:spcPct val="100000"/>
              </a:lnSpc>
              <a:spcBef>
                <a:spcPts val="0"/>
              </a:spcBef>
              <a:spcAft>
                <a:spcPts val="0"/>
              </a:spcAft>
              <a:buClrTx/>
              <a:buSzTx/>
              <a:buFontTx/>
              <a:buNone/>
            </a:pPr>
            <a:endParaRPr/>
          </a:p>
        </p:txBody>
      </p:sp>
      <p:sp>
        <p:nvSpPr>
          <p:cNvPr id="70" name="Forma Livre: Forma 69">
            <a:extLst>
              <a:ext uri="{FF2B5EF4-FFF2-40B4-BE49-F238E27FC236}">
                <a16:creationId xmlns:a16="http://schemas.microsoft.com/office/drawing/2014/main" id="{2C9B9FCF-8844-45D1-F162-422FCFC56607}"/>
              </a:ext>
            </a:extLst>
          </p:cNvPr>
          <p:cNvSpPr>
            <a:spLocks noGrp="1"/>
          </p:cNvSpPr>
          <p:nvPr/>
        </p:nvSpPr>
        <p:spPr>
          <a:xfrm rot="10800000">
            <a:off x="366715" y="1327150"/>
            <a:ext cx="591998" cy="728598"/>
          </a:xfrm>
          <a:custGeom>
            <a:avLst/>
            <a:gdLst>
              <a:gd name="connsiteX0" fmla="*/ 2305050 w 2307494"/>
              <a:gd name="connsiteY0" fmla="*/ 0 h 3860800"/>
              <a:gd name="connsiteX1" fmla="*/ 0 w 2307494"/>
              <a:gd name="connsiteY1" fmla="*/ 3860800 h 3860800"/>
              <a:gd name="connsiteX2" fmla="*/ 2305050 w 2307494"/>
              <a:gd name="connsiteY2" fmla="*/ 3860800 h 3860800"/>
              <a:gd name="connsiteX3" fmla="*/ 2305050 w 2307494"/>
              <a:gd name="connsiteY3" fmla="*/ 0 h 3860800"/>
            </a:gdLst>
            <a:ahLst/>
            <a:cxnLst/>
            <a:rect l="l" t="t" r="r" b="b"/>
            <a:pathLst>
              <a:path w="2307494" h="3860800">
                <a:moveTo>
                  <a:pt x="2305050" y="0"/>
                </a:moveTo>
                <a:lnTo>
                  <a:pt x="0" y="3860800"/>
                </a:lnTo>
                <a:lnTo>
                  <a:pt x="2305050" y="3860800"/>
                </a:lnTo>
                <a:cubicBezTo>
                  <a:pt x="2307167" y="2573867"/>
                  <a:pt x="2309283" y="1286933"/>
                  <a:pt x="2305050" y="0"/>
                </a:cubicBezTo>
                <a:close/>
              </a:path>
            </a:pathLst>
          </a:custGeom>
          <a:gradFill>
            <a:gsLst>
              <a:gs pos="0">
                <a:srgbClr val="061844"/>
              </a:gs>
              <a:gs pos="100000">
                <a:srgbClr val="374769">
                  <a:alpha val="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indent="0" algn="ctr" defTabSz="914400">
              <a:lnSpc>
                <a:spcPct val="100000"/>
              </a:lnSpc>
              <a:spcBef>
                <a:spcPts val="0"/>
              </a:spcBef>
              <a:spcAft>
                <a:spcPts val="0"/>
              </a:spcAft>
              <a:buClrTx/>
              <a:buSzTx/>
              <a:buFontTx/>
              <a:buNone/>
            </a:pPr>
            <a:endParaRPr/>
          </a:p>
        </p:txBody>
      </p:sp>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idx="4"/>
          </p:nvPr>
        </p:nvSpPr>
        <p:spPr>
          <a:xfrm>
            <a:off x="11550857" y="6584949"/>
            <a:ext cx="264906" cy="174624"/>
          </a:xfrm>
          <a:prstGeom prst="rect">
            <a:avLst/>
          </a:prstGeom>
        </p:spPr>
        <p:txBody>
          <a:bodyPr lIns="0" tIns="0" rIns="0" bIns="0"/>
          <a:lstStyle>
            <a:lvl1pPr algn="r">
              <a:buNone/>
              <a:defRPr sz="900" kern="1200">
                <a:solidFill>
                  <a:srgbClr val="A6A5A5"/>
                </a:solidFill>
                <a:latin typeface="Titillium Web Light"/>
                <a:ea typeface="Titillium Web Light"/>
                <a:cs typeface="Titillium Web Light"/>
              </a:defRPr>
            </a:lvl1pPr>
          </a:lstStyle>
          <a:p>
            <a:fld id="{E8537E7D-B481-4A27-91D3-485D98CF8A66}" type="slidenum">
              <a:t>‹#›</a:t>
            </a:fld>
            <a:endParaRPr/>
          </a:p>
        </p:txBody>
      </p:sp>
      <p:sp>
        <p:nvSpPr>
          <p:cNvPr id="5" name="Conector reto 4">
            <a:extLst>
              <a:ext uri="{FF2B5EF4-FFF2-40B4-BE49-F238E27FC236}">
                <a16:creationId xmlns:a16="http://schemas.microsoft.com/office/drawing/2014/main" id="{41197B97-9D66-4F14-8824-DD0E6B3DAA04}"/>
              </a:ext>
            </a:extLst>
          </p:cNvPr>
          <p:cNvSpPr>
            <a:spLocks noGrp="1"/>
          </p:cNvSpPr>
          <p:nvPr/>
        </p:nv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7" name="Conector reto 6">
            <a:extLst>
              <a:ext uri="{FF2B5EF4-FFF2-40B4-BE49-F238E27FC236}">
                <a16:creationId xmlns:a16="http://schemas.microsoft.com/office/drawing/2014/main" id="{7F77704D-5043-4F80-846F-6B1112A98C5A}"/>
              </a:ext>
            </a:extLst>
          </p:cNvPr>
          <p:cNvSpPr>
            <a:spLocks noGrp="1"/>
          </p:cNvSpPr>
          <p:nvPr/>
        </p:nv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idx="10" hasCustomPrompt="1"/>
          </p:nvPr>
        </p:nvSpPr>
        <p:spPr>
          <a:xfrm>
            <a:off x="371475" y="311805"/>
            <a:ext cx="10289426" cy="309563"/>
          </a:xfrm>
          <a:prstGeom prst="rect">
            <a:avLst/>
          </a:prstGeom>
        </p:spPr>
        <p:txBody>
          <a:bodyPr lIns="0" tIns="0" rIns="0" bIns="0" anchor="b">
            <a:noAutofit/>
          </a:bodyPr>
          <a:lstStyle>
            <a:lvl1pPr marL="0" indent="0" algn="l" defTabSz="914400">
              <a:lnSpc>
                <a:spcPct val="90000"/>
              </a:lnSpc>
              <a:spcBef>
                <a:spcPts val="1000"/>
              </a:spcBef>
              <a:buFont typeface="Arial"/>
              <a:buNone/>
              <a:defRPr sz="2000" b="1" kern="1200" cap="all" baseline="0">
                <a:solidFill>
                  <a:srgbClr val="061844"/>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a:buNone/>
            </a:pPr>
            <a: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idx="16" hasCustomPrompt="1"/>
          </p:nvPr>
        </p:nvSpPr>
        <p:spPr>
          <a:xfrm>
            <a:off x="371475" y="596574"/>
            <a:ext cx="10289426" cy="266878"/>
          </a:xfrm>
          <a:prstGeom prst="rect">
            <a:avLst/>
          </a:prstGeom>
        </p:spPr>
        <p:txBody>
          <a:bodyPr lIns="0" tIns="0" rIns="0" bIns="0" anchor="ctr">
            <a:noAutofit/>
          </a:bodyPr>
          <a:lstStyle>
            <a:lvl1pPr marL="0" indent="0" algn="l" defTabSz="914400">
              <a:lnSpc>
                <a:spcPct val="90000"/>
              </a:lnSpc>
              <a:spcBef>
                <a:spcPts val="1000"/>
              </a:spcBef>
              <a:buFont typeface="Arial"/>
              <a:buNone/>
              <a:defRPr sz="1600" kern="1200" cap="none" baseline="0">
                <a:solidFill>
                  <a:srgbClr val="3F4655"/>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marL="0" indent="0" algn="l" defTabSz="914400">
              <a:lnSpc>
                <a:spcPct val="90000"/>
              </a:lnSpc>
              <a:spcBef>
                <a:spcPts val="1000"/>
              </a:spcBef>
              <a:buFont typeface="Arial"/>
              <a:buNone/>
            </a:pPr>
            <a: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idx="17" hasCustomPrompt="1"/>
          </p:nvPr>
        </p:nvSpPr>
        <p:spPr>
          <a:xfrm>
            <a:off x="366713" y="6319838"/>
            <a:ext cx="11460162" cy="99643"/>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Nota</a:t>
            </a:r>
          </a:p>
        </p:txBody>
      </p:sp>
      <p:sp>
        <p:nvSpPr>
          <p:cNvPr id="29" name="Espaço Reservado para Texto 41">
            <a:extLst>
              <a:ext uri="{FF2B5EF4-FFF2-40B4-BE49-F238E27FC236}">
                <a16:creationId xmlns:a16="http://schemas.microsoft.com/office/drawing/2014/main" id="{801FA8E5-65A4-772B-8604-3ABEF869E273}"/>
              </a:ext>
            </a:extLst>
          </p:cNvPr>
          <p:cNvSpPr>
            <a:spLocks noGrp="1"/>
          </p:cNvSpPr>
          <p:nvPr>
            <p:ph type="body" idx="20"/>
          </p:nvPr>
        </p:nvSpPr>
        <p:spPr>
          <a:xfrm>
            <a:off x="6280150" y="1327151"/>
            <a:ext cx="5543550" cy="4768850"/>
          </a:xfrm>
          <a:prstGeom prst="rect">
            <a:avLst/>
          </a:prstGeom>
          <a:solidFill>
            <a:srgbClr val="F2F2F2"/>
          </a:solidFill>
        </p:spPr>
        <p:txBody>
          <a:bodyPr lIns="72000" tIns="72000" rIns="72000" bIns="72000">
            <a:normAutofit/>
          </a:bodyPr>
          <a:lstStyle>
            <a:lvl1pPr marL="0" indent="0">
              <a:buNone/>
              <a:defRPr sz="1200" b="0" i="0" u="none" kern="0" cap="none" spc="0" baseline="0">
                <a:ln>
                  <a:noFill/>
                </a:ln>
                <a:solidFill>
                  <a:srgbClr val="061844"/>
                </a:solidFill>
                <a:latin typeface="Titillium Web ExtraLight"/>
                <a:ea typeface="Titillium Web ExtraLight"/>
                <a:cs typeface="Titillium Web ExtraLight"/>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64" name="Espaço Reservado para Texto 63">
            <a:extLst>
              <a:ext uri="{FF2B5EF4-FFF2-40B4-BE49-F238E27FC236}">
                <a16:creationId xmlns:a16="http://schemas.microsoft.com/office/drawing/2014/main" id="{A7063B60-E6F1-BE94-5D2D-8FCCD6F6C84B}"/>
              </a:ext>
            </a:extLst>
          </p:cNvPr>
          <p:cNvSpPr>
            <a:spLocks noGrp="1"/>
          </p:cNvSpPr>
          <p:nvPr>
            <p:ph type="body" idx="22"/>
          </p:nvPr>
        </p:nvSpPr>
        <p:spPr>
          <a:xfrm>
            <a:off x="427122" y="1408547"/>
            <a:ext cx="5408194" cy="869657"/>
          </a:xfrm>
        </p:spPr>
        <p:txBody>
          <a:bodyPr>
            <a:noAutofit/>
          </a:bodyPr>
          <a:lstStyle>
            <a:lvl1pPr marL="0" indent="0" algn="ctr">
              <a:buNone/>
              <a:defRPr sz="1200" i="0" u="none" kern="1200" cap="none" spc="0" baseline="0">
                <a:ln>
                  <a:noFill/>
                </a:ln>
                <a:solidFill>
                  <a:schemeClr val="bg1"/>
                </a:solidFill>
                <a:latin typeface="Titillium Web ExtraLight"/>
                <a:ea typeface="Titillium Web ExtraLight"/>
                <a:cs typeface="Titillium Web ExtraLight"/>
              </a:defRPr>
            </a:lvl1pPr>
            <a:lvl2pPr marL="457200" indent="0">
              <a:buNone/>
              <a:defRPr sz="1800" i="0" u="none" kern="1200" cap="none" spc="0" baseline="0">
                <a:ln>
                  <a:noFill/>
                </a:ln>
                <a:solidFill>
                  <a:schemeClr val="bg1"/>
                </a:solidFill>
                <a:latin typeface="Titillium Web ExtraLight"/>
                <a:ea typeface="Titillium Web ExtraLight"/>
                <a:cs typeface="Titillium Web ExtraLight"/>
              </a:defRPr>
            </a:lvl2pPr>
            <a:lvl3pPr marL="914400" indent="0">
              <a:buNone/>
              <a:defRPr sz="1800" i="0" u="none" kern="1200" cap="none" spc="0" baseline="0">
                <a:ln>
                  <a:noFill/>
                </a:ln>
                <a:solidFill>
                  <a:schemeClr val="bg1"/>
                </a:solidFill>
                <a:latin typeface="Titillium Web ExtraLight"/>
                <a:ea typeface="Titillium Web ExtraLight"/>
                <a:cs typeface="Titillium Web ExtraLight"/>
              </a:defRPr>
            </a:lvl3pPr>
            <a:lvl4pPr marL="1371600" indent="0">
              <a:buNone/>
              <a:defRPr sz="1800" i="0" u="none" kern="1200" cap="none" spc="0" baseline="0">
                <a:ln>
                  <a:noFill/>
                </a:ln>
                <a:solidFill>
                  <a:schemeClr val="bg1"/>
                </a:solidFill>
                <a:latin typeface="Titillium Web ExtraLight"/>
                <a:ea typeface="Titillium Web ExtraLight"/>
                <a:cs typeface="Titillium Web ExtraLight"/>
              </a:defRPr>
            </a:lvl4pPr>
            <a:lvl5pPr marL="1828800" indent="0">
              <a:buNone/>
              <a:defRPr sz="1800" i="0" u="none" kern="1200" cap="none" spc="0" baseline="0">
                <a:ln>
                  <a:noFill/>
                </a:ln>
                <a:solidFill>
                  <a:schemeClr val="bg1"/>
                </a:solidFill>
                <a:latin typeface="Titillium Web ExtraLight"/>
                <a:ea typeface="Titillium Web ExtraLight"/>
                <a:cs typeface="Titillium Web ExtraLight"/>
              </a:defRPr>
            </a:lvl5pPr>
          </a:lstStyle>
          <a:p>
            <a:pPr>
              <a:buNone/>
            </a:pPr>
            <a:r>
              <a:t>Clique para editar os estilos de texto Mestres</a:t>
            </a:r>
          </a:p>
        </p:txBody>
      </p:sp>
      <p:sp>
        <p:nvSpPr>
          <p:cNvPr id="3" name="Espaço Reservado para Texto 41">
            <a:extLst>
              <a:ext uri="{FF2B5EF4-FFF2-40B4-BE49-F238E27FC236}">
                <a16:creationId xmlns:a16="http://schemas.microsoft.com/office/drawing/2014/main" id="{75E7B5D8-BA90-08FC-AF32-F0D3FD1E4B08}"/>
              </a:ext>
            </a:extLst>
          </p:cNvPr>
          <p:cNvSpPr>
            <a:spLocks noGrp="1"/>
          </p:cNvSpPr>
          <p:nvPr>
            <p:ph type="body" idx="23"/>
          </p:nvPr>
        </p:nvSpPr>
        <p:spPr>
          <a:xfrm>
            <a:off x="355600" y="2409251"/>
            <a:ext cx="5564188" cy="3686750"/>
          </a:xfrm>
        </p:spPr>
        <p:txBody>
          <a:bodyPr lIns="0" tIns="0" rIns="0" bIns="0">
            <a:normAutofit/>
          </a:bodyPr>
          <a:lstStyle>
            <a:lvl1pPr marL="0" indent="0">
              <a:buNone/>
              <a:defRPr sz="1200" b="0" i="0" u="none" kern="0" cap="none" spc="0" baseline="0">
                <a:ln>
                  <a:noFill/>
                </a:ln>
                <a:solidFill>
                  <a:srgbClr val="061844"/>
                </a:solidFill>
                <a:latin typeface="Titillium Web ExtraLight"/>
                <a:ea typeface="Titillium Web ExtraLight"/>
                <a:cs typeface="Titillium Web ExtraLight"/>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pic>
        <p:nvPicPr>
          <p:cNvPr id="92" name="Imagem 5"/>
          <p:cNvPicPr>
            <a:picLocks noChangeAspect="1"/>
          </p:cNvPicPr>
          <p:nvPr/>
        </p:nvPicPr>
        <p:blipFill>
          <a:blip r:embed="rId2"/>
          <a:stretch>
            <a:fillRect/>
          </a:stretch>
        </p:blipFill>
        <p:spPr>
          <a:xfrm>
            <a:off x="10804163" y="361538"/>
            <a:ext cx="1011600" cy="461409"/>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INSTITUCIONAL">
    <p:spTree>
      <p:nvGrpSpPr>
        <p:cNvPr id="1" name=""/>
        <p:cNvGrpSpPr/>
        <p:nvPr/>
      </p:nvGrpSpPr>
      <p:grpSpPr>
        <a:xfrm>
          <a:off x="0" y="0"/>
          <a:ext cx="0" cy="0"/>
          <a:chOff x="0" y="0"/>
          <a:chExt cx="0" cy="0"/>
        </a:xfrm>
      </p:grpSpPr>
      <p:sp>
        <p:nvSpPr>
          <p:cNvPr id="40" name="Espaço Reservado para Texto 39">
            <a:extLst>
              <a:ext uri="{FF2B5EF4-FFF2-40B4-BE49-F238E27FC236}">
                <a16:creationId xmlns:a16="http://schemas.microsoft.com/office/drawing/2014/main" id="{48BA31CF-3C71-E7C0-36DD-D40061FBBE81}"/>
              </a:ext>
            </a:extLst>
          </p:cNvPr>
          <p:cNvSpPr>
            <a:spLocks noGrp="1"/>
          </p:cNvSpPr>
          <p:nvPr>
            <p:ph type="body" idx="18"/>
          </p:nvPr>
        </p:nvSpPr>
        <p:spPr>
          <a:xfrm>
            <a:off x="355600" y="1327150"/>
            <a:ext cx="11464925" cy="1023938"/>
          </a:xfrm>
          <a:prstGeom prst="rect">
            <a:avLst/>
          </a:prstGeom>
          <a:solidFill>
            <a:srgbClr val="061844"/>
          </a:solidFill>
        </p:spPr>
        <p:txBody>
          <a:bodyPr anchor="ctr"/>
          <a:lstStyle>
            <a:lvl1pPr marL="0" indent="0" algn="ctr">
              <a:buNone/>
              <a:defRPr sz="1400" b="0" i="0" u="none" kern="1200" cap="none" spc="0" baseline="0">
                <a:ln>
                  <a:noFill/>
                </a:ln>
                <a:solidFill>
                  <a:prstClr val="white"/>
                </a:solidFill>
                <a:latin typeface="Titillium Web ExtraLight"/>
                <a:ea typeface="Titillium Web ExtraLight"/>
                <a:cs typeface="Titillium Web ExtraLight"/>
              </a:defRPr>
            </a:lvl1pPr>
            <a:lvl2pPr marL="457200" indent="0">
              <a:buNone/>
              <a:defRPr/>
            </a:lvl2pPr>
          </a:lstStyle>
          <a:p>
            <a:pPr>
              <a:buNone/>
            </a:pPr>
            <a:r>
              <a:t>Clique para editar os estilos de texto Mestres</a:t>
            </a:r>
          </a:p>
        </p:txBody>
      </p:sp>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idx="4"/>
          </p:nvPr>
        </p:nvSpPr>
        <p:spPr>
          <a:xfrm>
            <a:off x="11550857" y="6584949"/>
            <a:ext cx="264906" cy="174624"/>
          </a:xfrm>
          <a:prstGeom prst="rect">
            <a:avLst/>
          </a:prstGeom>
        </p:spPr>
        <p:txBody>
          <a:bodyPr lIns="0" tIns="0" rIns="0" bIns="0"/>
          <a:lstStyle>
            <a:lvl1pPr algn="r">
              <a:buNone/>
              <a:defRPr sz="900" kern="1200">
                <a:solidFill>
                  <a:srgbClr val="A6A5A5"/>
                </a:solidFill>
                <a:latin typeface="Titillium Web Light"/>
                <a:ea typeface="Titillium Web Light"/>
                <a:cs typeface="Titillium Web Light"/>
              </a:defRPr>
            </a:lvl1pPr>
          </a:lstStyle>
          <a:p>
            <a:fld id="{E8537E7D-B481-4A27-91D3-485D98CF8A66}" type="slidenum">
              <a:t>‹#›</a:t>
            </a:fld>
            <a:endParaRPr/>
          </a:p>
        </p:txBody>
      </p:sp>
      <p:sp>
        <p:nvSpPr>
          <p:cNvPr id="5" name="Conector reto 4">
            <a:extLst>
              <a:ext uri="{FF2B5EF4-FFF2-40B4-BE49-F238E27FC236}">
                <a16:creationId xmlns:a16="http://schemas.microsoft.com/office/drawing/2014/main" id="{238B88CB-E2FE-49D8-9228-7CB7B56F38B1}"/>
              </a:ext>
            </a:extLst>
          </p:cNvPr>
          <p:cNvSpPr>
            <a:spLocks noGrp="1"/>
          </p:cNvSpPr>
          <p:nvPr/>
        </p:nv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7" name="Conector reto 6">
            <a:extLst>
              <a:ext uri="{FF2B5EF4-FFF2-40B4-BE49-F238E27FC236}">
                <a16:creationId xmlns:a16="http://schemas.microsoft.com/office/drawing/2014/main" id="{9B8642E9-7353-4EAC-8422-C0CDBE76F013}"/>
              </a:ext>
            </a:extLst>
          </p:cNvPr>
          <p:cNvSpPr>
            <a:spLocks noGrp="1"/>
          </p:cNvSpPr>
          <p:nvPr/>
        </p:nv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idx="10" hasCustomPrompt="1"/>
          </p:nvPr>
        </p:nvSpPr>
        <p:spPr>
          <a:xfrm>
            <a:off x="371475" y="311805"/>
            <a:ext cx="10289426" cy="309563"/>
          </a:xfrm>
          <a:prstGeom prst="rect">
            <a:avLst/>
          </a:prstGeom>
        </p:spPr>
        <p:txBody>
          <a:bodyPr lIns="0" tIns="0" rIns="0" bIns="0" anchor="b">
            <a:noAutofit/>
          </a:bodyPr>
          <a:lstStyle>
            <a:lvl1pPr marL="0" indent="0" algn="l" defTabSz="914400">
              <a:lnSpc>
                <a:spcPct val="90000"/>
              </a:lnSpc>
              <a:spcBef>
                <a:spcPts val="1000"/>
              </a:spcBef>
              <a:buFont typeface="Arial"/>
              <a:buNone/>
              <a:defRPr sz="2000" b="1" kern="1200" cap="all" baseline="0">
                <a:solidFill>
                  <a:srgbClr val="061844"/>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a:buNone/>
            </a:pPr>
            <a: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idx="16" hasCustomPrompt="1"/>
          </p:nvPr>
        </p:nvSpPr>
        <p:spPr>
          <a:xfrm>
            <a:off x="371475" y="596574"/>
            <a:ext cx="10289426" cy="266878"/>
          </a:xfrm>
          <a:prstGeom prst="rect">
            <a:avLst/>
          </a:prstGeom>
        </p:spPr>
        <p:txBody>
          <a:bodyPr lIns="0" tIns="0" rIns="0" bIns="0" anchor="ctr">
            <a:noAutofit/>
          </a:bodyPr>
          <a:lstStyle>
            <a:lvl1pPr marL="0" indent="0" algn="l" defTabSz="914400">
              <a:lnSpc>
                <a:spcPct val="90000"/>
              </a:lnSpc>
              <a:spcBef>
                <a:spcPts val="1000"/>
              </a:spcBef>
              <a:buFont typeface="Arial"/>
              <a:buNone/>
              <a:defRPr sz="1600" kern="1200" cap="none" baseline="0">
                <a:solidFill>
                  <a:srgbClr val="3F4655"/>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marL="0" indent="0" algn="l" defTabSz="914400">
              <a:lnSpc>
                <a:spcPct val="90000"/>
              </a:lnSpc>
              <a:spcBef>
                <a:spcPts val="1000"/>
              </a:spcBef>
              <a:buFont typeface="Arial"/>
              <a:buNone/>
            </a:pPr>
            <a: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idx="17" hasCustomPrompt="1"/>
          </p:nvPr>
        </p:nvSpPr>
        <p:spPr>
          <a:xfrm>
            <a:off x="366713" y="6319838"/>
            <a:ext cx="11460162" cy="99643"/>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Nota</a:t>
            </a:r>
          </a:p>
        </p:txBody>
      </p:sp>
      <p:sp>
        <p:nvSpPr>
          <p:cNvPr id="28" name="Forma Livre: Forma 27">
            <a:extLst>
              <a:ext uri="{FF2B5EF4-FFF2-40B4-BE49-F238E27FC236}">
                <a16:creationId xmlns:a16="http://schemas.microsoft.com/office/drawing/2014/main" id="{FB488889-BB29-614E-CD1E-3CFA768CDEC5}"/>
              </a:ext>
            </a:extLst>
          </p:cNvPr>
          <p:cNvSpPr>
            <a:spLocks noGrp="1"/>
          </p:cNvSpPr>
          <p:nvPr/>
        </p:nvSpPr>
        <p:spPr>
          <a:xfrm>
            <a:off x="11012292" y="1335417"/>
            <a:ext cx="814581" cy="1002543"/>
          </a:xfrm>
          <a:custGeom>
            <a:avLst/>
            <a:gdLst>
              <a:gd name="connsiteX0" fmla="*/ 2305050 w 2307494"/>
              <a:gd name="connsiteY0" fmla="*/ 0 h 3860800"/>
              <a:gd name="connsiteX1" fmla="*/ 0 w 2307494"/>
              <a:gd name="connsiteY1" fmla="*/ 3860800 h 3860800"/>
              <a:gd name="connsiteX2" fmla="*/ 2305050 w 2307494"/>
              <a:gd name="connsiteY2" fmla="*/ 3860800 h 3860800"/>
              <a:gd name="connsiteX3" fmla="*/ 2305050 w 2307494"/>
              <a:gd name="connsiteY3" fmla="*/ 0 h 3860800"/>
            </a:gdLst>
            <a:ahLst/>
            <a:cxnLst/>
            <a:rect l="l" t="t" r="r" b="b"/>
            <a:pathLst>
              <a:path w="2307494" h="3860800">
                <a:moveTo>
                  <a:pt x="2305050" y="0"/>
                </a:moveTo>
                <a:lnTo>
                  <a:pt x="0" y="3860800"/>
                </a:lnTo>
                <a:lnTo>
                  <a:pt x="2305050" y="3860800"/>
                </a:lnTo>
                <a:cubicBezTo>
                  <a:pt x="2307167" y="2573867"/>
                  <a:pt x="2309283" y="1286933"/>
                  <a:pt x="2305050" y="0"/>
                </a:cubicBez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indent="0" algn="ctr" defTabSz="914400">
              <a:lnSpc>
                <a:spcPct val="100000"/>
              </a:lnSpc>
              <a:spcBef>
                <a:spcPts val="0"/>
              </a:spcBef>
              <a:spcAft>
                <a:spcPts val="0"/>
              </a:spcAft>
              <a:buClrTx/>
              <a:buSzTx/>
              <a:buFontTx/>
              <a:buNone/>
            </a:pPr>
            <a:endParaRPr/>
          </a:p>
        </p:txBody>
      </p:sp>
      <p:cxnSp>
        <p:nvCxnSpPr>
          <p:cNvPr id="67" name="Conector de Seta Reta 28"/>
          <p:cNvCxnSpPr/>
          <p:nvPr/>
        </p:nvCxnSpPr>
        <p:spPr>
          <a:xfrm flipH="1">
            <a:off x="11204056" y="1333084"/>
            <a:ext cx="473675" cy="594925"/>
          </a:xfrm>
          <a:prstGeom prst="straightConnector1">
            <a:avLst/>
          </a:prstGeom>
          <a:ln>
            <a:solidFill>
              <a:srgbClr val="B4CECB">
                <a:alpha val="15000"/>
              </a:srgbClr>
            </a:solidFill>
            <a:tailEnd type="none"/>
          </a:ln>
        </p:spPr>
        <p:style>
          <a:lnRef idx="1">
            <a:schemeClr val="accent1"/>
          </a:lnRef>
          <a:fillRef idx="0">
            <a:schemeClr val="accent1"/>
          </a:fillRef>
          <a:effectRef idx="0">
            <a:schemeClr val="accent1"/>
          </a:effectRef>
          <a:fontRef idx="minor">
            <a:schemeClr val="tx1"/>
          </a:fontRef>
        </p:style>
      </p:cxnSp>
      <p:sp>
        <p:nvSpPr>
          <p:cNvPr id="30" name="Forma Livre: Forma 29">
            <a:extLst>
              <a:ext uri="{FF2B5EF4-FFF2-40B4-BE49-F238E27FC236}">
                <a16:creationId xmlns:a16="http://schemas.microsoft.com/office/drawing/2014/main" id="{59EDCE68-D950-24E1-E50F-DA6872D33F86}"/>
              </a:ext>
            </a:extLst>
          </p:cNvPr>
          <p:cNvSpPr>
            <a:spLocks noGrp="1"/>
          </p:cNvSpPr>
          <p:nvPr/>
        </p:nvSpPr>
        <p:spPr>
          <a:xfrm>
            <a:off x="9707739" y="1313623"/>
            <a:ext cx="1519192" cy="1027348"/>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marL="0" marR="0" indent="0" algn="ctr" defTabSz="914400">
              <a:lnSpc>
                <a:spcPct val="100000"/>
              </a:lnSpc>
              <a:spcBef>
                <a:spcPts val="0"/>
              </a:spcBef>
              <a:spcAft>
                <a:spcPts val="0"/>
              </a:spcAft>
              <a:buClrTx/>
              <a:buSzTx/>
              <a:buFontTx/>
              <a:buNone/>
            </a:pPr>
            <a:endParaRPr/>
          </a:p>
        </p:txBody>
      </p:sp>
      <p:sp>
        <p:nvSpPr>
          <p:cNvPr id="32" name="Forma Livre: Forma 31">
            <a:extLst>
              <a:ext uri="{FF2B5EF4-FFF2-40B4-BE49-F238E27FC236}">
                <a16:creationId xmlns:a16="http://schemas.microsoft.com/office/drawing/2014/main" id="{F1BF87E1-E374-3F2D-8D73-3BC8CC203C4C}"/>
              </a:ext>
            </a:extLst>
          </p:cNvPr>
          <p:cNvSpPr>
            <a:spLocks noGrp="1"/>
          </p:cNvSpPr>
          <p:nvPr/>
        </p:nvSpPr>
        <p:spPr>
          <a:xfrm>
            <a:off x="10238107" y="1749089"/>
            <a:ext cx="877223" cy="593218"/>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marL="0" marR="0" indent="0" algn="ctr" defTabSz="914400">
              <a:lnSpc>
                <a:spcPct val="100000"/>
              </a:lnSpc>
              <a:spcBef>
                <a:spcPts val="0"/>
              </a:spcBef>
              <a:spcAft>
                <a:spcPts val="0"/>
              </a:spcAft>
              <a:buClrTx/>
              <a:buSzTx/>
              <a:buFontTx/>
              <a:buNone/>
            </a:pPr>
            <a:endParaRPr/>
          </a:p>
        </p:txBody>
      </p:sp>
      <p:sp>
        <p:nvSpPr>
          <p:cNvPr id="35" name="Forma Livre: Forma 34">
            <a:extLst>
              <a:ext uri="{FF2B5EF4-FFF2-40B4-BE49-F238E27FC236}">
                <a16:creationId xmlns:a16="http://schemas.microsoft.com/office/drawing/2014/main" id="{1CC013B8-FB6A-9853-B903-2CD04EB12222}"/>
              </a:ext>
            </a:extLst>
          </p:cNvPr>
          <p:cNvSpPr>
            <a:spLocks noGrp="1"/>
          </p:cNvSpPr>
          <p:nvPr/>
        </p:nvSpPr>
        <p:spPr>
          <a:xfrm>
            <a:off x="1648843" y="1337079"/>
            <a:ext cx="814582" cy="1002543"/>
          </a:xfrm>
          <a:custGeom>
            <a:avLst/>
            <a:gdLst>
              <a:gd name="connsiteX0" fmla="*/ 2305050 w 2307494"/>
              <a:gd name="connsiteY0" fmla="*/ 0 h 3860800"/>
              <a:gd name="connsiteX1" fmla="*/ 0 w 2307494"/>
              <a:gd name="connsiteY1" fmla="*/ 3860800 h 3860800"/>
              <a:gd name="connsiteX2" fmla="*/ 2305050 w 2307494"/>
              <a:gd name="connsiteY2" fmla="*/ 3860800 h 3860800"/>
              <a:gd name="connsiteX3" fmla="*/ 2305050 w 2307494"/>
              <a:gd name="connsiteY3" fmla="*/ 0 h 3860800"/>
            </a:gdLst>
            <a:ahLst/>
            <a:cxnLst/>
            <a:rect l="l" t="t" r="r" b="b"/>
            <a:pathLst>
              <a:path w="2307494" h="3860800">
                <a:moveTo>
                  <a:pt x="2305050" y="0"/>
                </a:moveTo>
                <a:lnTo>
                  <a:pt x="0" y="3860800"/>
                </a:lnTo>
                <a:lnTo>
                  <a:pt x="2305050" y="3860800"/>
                </a:lnTo>
                <a:cubicBezTo>
                  <a:pt x="2307167" y="2573867"/>
                  <a:pt x="2309283" y="1286933"/>
                  <a:pt x="2305050" y="0"/>
                </a:cubicBez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indent="0" algn="ctr" defTabSz="914400">
              <a:lnSpc>
                <a:spcPct val="100000"/>
              </a:lnSpc>
              <a:spcBef>
                <a:spcPts val="0"/>
              </a:spcBef>
              <a:spcAft>
                <a:spcPts val="0"/>
              </a:spcAft>
              <a:buClrTx/>
              <a:buSzTx/>
              <a:buFontTx/>
              <a:buNone/>
            </a:pPr>
            <a:endParaRPr/>
          </a:p>
        </p:txBody>
      </p:sp>
      <p:cxnSp>
        <p:nvCxnSpPr>
          <p:cNvPr id="71" name="Conector de Seta Reta 35"/>
          <p:cNvCxnSpPr/>
          <p:nvPr/>
        </p:nvCxnSpPr>
        <p:spPr>
          <a:xfrm flipH="1">
            <a:off x="1840607" y="1356782"/>
            <a:ext cx="473676" cy="594924"/>
          </a:xfrm>
          <a:prstGeom prst="straightConnector1">
            <a:avLst/>
          </a:prstGeom>
          <a:ln>
            <a:solidFill>
              <a:srgbClr val="B4CECB">
                <a:alpha val="15000"/>
              </a:srgbClr>
            </a:solidFill>
            <a:tailEnd type="none"/>
          </a:ln>
        </p:spPr>
        <p:style>
          <a:lnRef idx="1">
            <a:schemeClr val="accent1"/>
          </a:lnRef>
          <a:fillRef idx="0">
            <a:schemeClr val="accent1"/>
          </a:fillRef>
          <a:effectRef idx="0">
            <a:schemeClr val="accent1"/>
          </a:effectRef>
          <a:fontRef idx="minor">
            <a:schemeClr val="tx1"/>
          </a:fontRef>
        </p:style>
      </p:cxnSp>
      <p:sp>
        <p:nvSpPr>
          <p:cNvPr id="37" name="Forma Livre: Forma 36">
            <a:extLst>
              <a:ext uri="{FF2B5EF4-FFF2-40B4-BE49-F238E27FC236}">
                <a16:creationId xmlns:a16="http://schemas.microsoft.com/office/drawing/2014/main" id="{C80F476E-9784-FACE-5BEC-CA1FDA072BC3}"/>
              </a:ext>
            </a:extLst>
          </p:cNvPr>
          <p:cNvSpPr>
            <a:spLocks noGrp="1"/>
          </p:cNvSpPr>
          <p:nvPr/>
        </p:nvSpPr>
        <p:spPr>
          <a:xfrm>
            <a:off x="355600" y="1323014"/>
            <a:ext cx="1519192" cy="1027348"/>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marL="0" marR="0" indent="0" algn="ctr" defTabSz="914400">
              <a:lnSpc>
                <a:spcPct val="100000"/>
              </a:lnSpc>
              <a:spcBef>
                <a:spcPts val="0"/>
              </a:spcBef>
              <a:spcAft>
                <a:spcPts val="0"/>
              </a:spcAft>
              <a:buClrTx/>
              <a:buSzTx/>
              <a:buFontTx/>
              <a:buNone/>
            </a:pPr>
            <a:endParaRPr/>
          </a:p>
        </p:txBody>
      </p:sp>
      <p:sp>
        <p:nvSpPr>
          <p:cNvPr id="38" name="Forma Livre: Forma 37">
            <a:extLst>
              <a:ext uri="{FF2B5EF4-FFF2-40B4-BE49-F238E27FC236}">
                <a16:creationId xmlns:a16="http://schemas.microsoft.com/office/drawing/2014/main" id="{B4EB962F-1225-BB58-5C3E-3D6D8D54A8DF}"/>
              </a:ext>
            </a:extLst>
          </p:cNvPr>
          <p:cNvSpPr>
            <a:spLocks noGrp="1"/>
          </p:cNvSpPr>
          <p:nvPr/>
        </p:nvSpPr>
        <p:spPr>
          <a:xfrm>
            <a:off x="875011" y="1757142"/>
            <a:ext cx="877223" cy="593219"/>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marL="0" marR="0" indent="0" algn="ctr" defTabSz="914400">
              <a:lnSpc>
                <a:spcPct val="100000"/>
              </a:lnSpc>
              <a:spcBef>
                <a:spcPts val="0"/>
              </a:spcBef>
              <a:spcAft>
                <a:spcPts val="0"/>
              </a:spcAft>
              <a:buClrTx/>
              <a:buSzTx/>
              <a:buFontTx/>
              <a:buNone/>
            </a:pPr>
            <a:endParaRPr/>
          </a:p>
        </p:txBody>
      </p:sp>
      <p:sp>
        <p:nvSpPr>
          <p:cNvPr id="42" name="Espaço Reservado para Texto 41">
            <a:extLst>
              <a:ext uri="{FF2B5EF4-FFF2-40B4-BE49-F238E27FC236}">
                <a16:creationId xmlns:a16="http://schemas.microsoft.com/office/drawing/2014/main" id="{1D814EBE-DEA8-0505-02D8-DFBC3BE430AB}"/>
              </a:ext>
            </a:extLst>
          </p:cNvPr>
          <p:cNvSpPr>
            <a:spLocks noGrp="1"/>
          </p:cNvSpPr>
          <p:nvPr>
            <p:ph type="body" idx="19"/>
          </p:nvPr>
        </p:nvSpPr>
        <p:spPr>
          <a:xfrm>
            <a:off x="355600" y="2478088"/>
            <a:ext cx="5521325" cy="3614737"/>
          </a:xfrm>
        </p:spPr>
        <p:txBody>
          <a:bodyPr>
            <a:normAutofit/>
          </a:bodyPr>
          <a:lstStyle>
            <a:lvl1pPr marL="0" indent="0">
              <a:buNone/>
              <a:defRPr sz="1200" b="0" i="0" u="none" kern="0" cap="none" spc="0" baseline="0">
                <a:ln>
                  <a:noFill/>
                </a:ln>
                <a:solidFill>
                  <a:srgbClr val="061844"/>
                </a:solidFill>
                <a:latin typeface="Titillium Web ExtraLight"/>
                <a:ea typeface="Titillium Web ExtraLight"/>
                <a:cs typeface="Titillium Web ExtraLight"/>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43" name="Espaço Reservado para Texto 41">
            <a:extLst>
              <a:ext uri="{FF2B5EF4-FFF2-40B4-BE49-F238E27FC236}">
                <a16:creationId xmlns:a16="http://schemas.microsoft.com/office/drawing/2014/main" id="{B8A10F5B-94C8-AD1A-6474-DD1F4D2CA974}"/>
              </a:ext>
            </a:extLst>
          </p:cNvPr>
          <p:cNvSpPr>
            <a:spLocks noGrp="1"/>
          </p:cNvSpPr>
          <p:nvPr>
            <p:ph type="body" idx="20"/>
          </p:nvPr>
        </p:nvSpPr>
        <p:spPr>
          <a:xfrm>
            <a:off x="6299200" y="2478088"/>
            <a:ext cx="5521325" cy="3614737"/>
          </a:xfrm>
        </p:spPr>
        <p:txBody>
          <a:bodyPr>
            <a:normAutofit/>
          </a:bodyPr>
          <a:lstStyle>
            <a:lvl1pPr marL="0" indent="0">
              <a:buNone/>
              <a:defRPr sz="1200" b="0" i="0" u="none" kern="0" cap="none" spc="0" baseline="0">
                <a:ln>
                  <a:noFill/>
                </a:ln>
                <a:solidFill>
                  <a:srgbClr val="061844"/>
                </a:solidFill>
                <a:latin typeface="Titillium Web ExtraLight"/>
                <a:ea typeface="Titillium Web ExtraLight"/>
                <a:cs typeface="Titillium Web ExtraLight"/>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pic>
        <p:nvPicPr>
          <p:cNvPr id="76" name="Imagem 2"/>
          <p:cNvPicPr>
            <a:picLocks noChangeAspect="1"/>
          </p:cNvPicPr>
          <p:nvPr/>
        </p:nvPicPr>
        <p:blipFill>
          <a:blip r:embed="rId2"/>
          <a:stretch>
            <a:fillRect/>
          </a:stretch>
        </p:blipFill>
        <p:spPr>
          <a:xfrm>
            <a:off x="10804163" y="361538"/>
            <a:ext cx="1011600" cy="461409"/>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4_INSTITUCIONAL">
    <p:spTree>
      <p:nvGrpSpPr>
        <p:cNvPr id="1" name=""/>
        <p:cNvGrpSpPr/>
        <p:nvPr/>
      </p:nvGrpSpPr>
      <p:grpSpPr>
        <a:xfrm>
          <a:off x="0" y="0"/>
          <a:ext cx="0" cy="0"/>
          <a:chOff x="0" y="0"/>
          <a:chExt cx="0" cy="0"/>
        </a:xfrm>
      </p:grpSpPr>
      <p:sp>
        <p:nvSpPr>
          <p:cNvPr id="40" name="Espaço Reservado para Texto 39">
            <a:extLst>
              <a:ext uri="{FF2B5EF4-FFF2-40B4-BE49-F238E27FC236}">
                <a16:creationId xmlns:a16="http://schemas.microsoft.com/office/drawing/2014/main" id="{48BA31CF-3C71-E7C0-36DD-D40061FBBE81}"/>
              </a:ext>
            </a:extLst>
          </p:cNvPr>
          <p:cNvSpPr>
            <a:spLocks noGrp="1"/>
          </p:cNvSpPr>
          <p:nvPr>
            <p:ph type="body" idx="18"/>
          </p:nvPr>
        </p:nvSpPr>
        <p:spPr>
          <a:xfrm>
            <a:off x="355600" y="1327150"/>
            <a:ext cx="11464925" cy="1023938"/>
          </a:xfrm>
          <a:prstGeom prst="rect">
            <a:avLst/>
          </a:prstGeom>
          <a:solidFill>
            <a:srgbClr val="061844"/>
          </a:solidFill>
        </p:spPr>
        <p:txBody>
          <a:bodyPr anchor="ctr"/>
          <a:lstStyle>
            <a:lvl1pPr marL="0" indent="0" algn="ctr">
              <a:buNone/>
              <a:defRPr sz="1400" b="0" i="0" u="none" kern="1200" cap="none" spc="0" baseline="0">
                <a:ln>
                  <a:noFill/>
                </a:ln>
                <a:solidFill>
                  <a:prstClr val="white"/>
                </a:solidFill>
                <a:latin typeface="Titillium Web ExtraLight"/>
                <a:ea typeface="Titillium Web ExtraLight"/>
                <a:cs typeface="Titillium Web ExtraLight"/>
              </a:defRPr>
            </a:lvl1pPr>
            <a:lvl2pPr marL="457200" indent="0">
              <a:buNone/>
              <a:defRPr/>
            </a:lvl2pPr>
          </a:lstStyle>
          <a:p>
            <a:pPr>
              <a:buNone/>
            </a:pPr>
            <a:r>
              <a:t>Clique para editar os estilos de texto Mestres</a:t>
            </a:r>
          </a:p>
        </p:txBody>
      </p:sp>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idx="4"/>
          </p:nvPr>
        </p:nvSpPr>
        <p:spPr>
          <a:xfrm>
            <a:off x="11550857" y="6584949"/>
            <a:ext cx="264906" cy="174624"/>
          </a:xfrm>
          <a:prstGeom prst="rect">
            <a:avLst/>
          </a:prstGeom>
        </p:spPr>
        <p:txBody>
          <a:bodyPr lIns="0" tIns="0" rIns="0" bIns="0"/>
          <a:lstStyle>
            <a:lvl1pPr algn="r">
              <a:buNone/>
              <a:defRPr sz="900" kern="1200">
                <a:solidFill>
                  <a:srgbClr val="A6A5A5"/>
                </a:solidFill>
                <a:latin typeface="Titillium Web Light"/>
                <a:ea typeface="Titillium Web Light"/>
                <a:cs typeface="Titillium Web Light"/>
              </a:defRPr>
            </a:lvl1pPr>
          </a:lstStyle>
          <a:p>
            <a:fld id="{E8537E7D-B481-4A27-91D3-485D98CF8A66}" type="slidenum">
              <a:t>‹#›</a:t>
            </a:fld>
            <a:endParaRPr/>
          </a:p>
        </p:txBody>
      </p:sp>
      <p:sp>
        <p:nvSpPr>
          <p:cNvPr id="5" name="Conector reto 4">
            <a:extLst>
              <a:ext uri="{FF2B5EF4-FFF2-40B4-BE49-F238E27FC236}">
                <a16:creationId xmlns:a16="http://schemas.microsoft.com/office/drawing/2014/main" id="{5FD1C2AC-4AA3-49FB-984D-05BB723C635A}"/>
              </a:ext>
            </a:extLst>
          </p:cNvPr>
          <p:cNvSpPr>
            <a:spLocks noGrp="1"/>
          </p:cNvSpPr>
          <p:nvPr/>
        </p:nv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7" name="Conector reto 6">
            <a:extLst>
              <a:ext uri="{FF2B5EF4-FFF2-40B4-BE49-F238E27FC236}">
                <a16:creationId xmlns:a16="http://schemas.microsoft.com/office/drawing/2014/main" id="{6ED49B58-19AB-484C-94AF-73776E43CDAC}"/>
              </a:ext>
            </a:extLst>
          </p:cNvPr>
          <p:cNvSpPr>
            <a:spLocks noGrp="1"/>
          </p:cNvSpPr>
          <p:nvPr/>
        </p:nv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idx="10" hasCustomPrompt="1"/>
          </p:nvPr>
        </p:nvSpPr>
        <p:spPr>
          <a:xfrm>
            <a:off x="371475" y="311805"/>
            <a:ext cx="10289426" cy="309563"/>
          </a:xfrm>
          <a:prstGeom prst="rect">
            <a:avLst/>
          </a:prstGeom>
        </p:spPr>
        <p:txBody>
          <a:bodyPr lIns="0" tIns="0" rIns="0" bIns="0" anchor="b">
            <a:noAutofit/>
          </a:bodyPr>
          <a:lstStyle>
            <a:lvl1pPr marL="0" indent="0" algn="l" defTabSz="914400">
              <a:lnSpc>
                <a:spcPct val="90000"/>
              </a:lnSpc>
              <a:spcBef>
                <a:spcPts val="1000"/>
              </a:spcBef>
              <a:buFont typeface="Arial"/>
              <a:buNone/>
              <a:defRPr sz="2000" b="1" kern="1200" cap="all" baseline="0">
                <a:solidFill>
                  <a:srgbClr val="061844"/>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a:buNone/>
            </a:pPr>
            <a: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idx="16" hasCustomPrompt="1"/>
          </p:nvPr>
        </p:nvSpPr>
        <p:spPr>
          <a:xfrm>
            <a:off x="371475" y="596574"/>
            <a:ext cx="10289426" cy="266878"/>
          </a:xfrm>
          <a:prstGeom prst="rect">
            <a:avLst/>
          </a:prstGeom>
        </p:spPr>
        <p:txBody>
          <a:bodyPr lIns="0" tIns="0" rIns="0" bIns="0" anchor="ctr">
            <a:noAutofit/>
          </a:bodyPr>
          <a:lstStyle>
            <a:lvl1pPr marL="0" indent="0" algn="l" defTabSz="914400">
              <a:lnSpc>
                <a:spcPct val="90000"/>
              </a:lnSpc>
              <a:spcBef>
                <a:spcPts val="1000"/>
              </a:spcBef>
              <a:buFont typeface="Arial"/>
              <a:buNone/>
              <a:defRPr sz="1600" kern="1200" cap="none" baseline="0">
                <a:solidFill>
                  <a:srgbClr val="3F4655"/>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marL="0" indent="0" algn="l" defTabSz="914400">
              <a:lnSpc>
                <a:spcPct val="90000"/>
              </a:lnSpc>
              <a:spcBef>
                <a:spcPts val="1000"/>
              </a:spcBef>
              <a:buFont typeface="Arial"/>
              <a:buNone/>
            </a:pPr>
            <a: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idx="17" hasCustomPrompt="1"/>
          </p:nvPr>
        </p:nvSpPr>
        <p:spPr>
          <a:xfrm>
            <a:off x="366713" y="6319838"/>
            <a:ext cx="11460162" cy="99643"/>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Nota</a:t>
            </a:r>
          </a:p>
        </p:txBody>
      </p:sp>
      <p:sp>
        <p:nvSpPr>
          <p:cNvPr id="28" name="Forma Livre: Forma 27">
            <a:extLst>
              <a:ext uri="{FF2B5EF4-FFF2-40B4-BE49-F238E27FC236}">
                <a16:creationId xmlns:a16="http://schemas.microsoft.com/office/drawing/2014/main" id="{FB488889-BB29-614E-CD1E-3CFA768CDEC5}"/>
              </a:ext>
            </a:extLst>
          </p:cNvPr>
          <p:cNvSpPr>
            <a:spLocks noGrp="1"/>
          </p:cNvSpPr>
          <p:nvPr/>
        </p:nvSpPr>
        <p:spPr>
          <a:xfrm>
            <a:off x="11012292" y="1335417"/>
            <a:ext cx="814581" cy="1002543"/>
          </a:xfrm>
          <a:custGeom>
            <a:avLst/>
            <a:gdLst>
              <a:gd name="connsiteX0" fmla="*/ 2305050 w 2307494"/>
              <a:gd name="connsiteY0" fmla="*/ 0 h 3860800"/>
              <a:gd name="connsiteX1" fmla="*/ 0 w 2307494"/>
              <a:gd name="connsiteY1" fmla="*/ 3860800 h 3860800"/>
              <a:gd name="connsiteX2" fmla="*/ 2305050 w 2307494"/>
              <a:gd name="connsiteY2" fmla="*/ 3860800 h 3860800"/>
              <a:gd name="connsiteX3" fmla="*/ 2305050 w 2307494"/>
              <a:gd name="connsiteY3" fmla="*/ 0 h 3860800"/>
            </a:gdLst>
            <a:ahLst/>
            <a:cxnLst/>
            <a:rect l="l" t="t" r="r" b="b"/>
            <a:pathLst>
              <a:path w="2307494" h="3860800">
                <a:moveTo>
                  <a:pt x="2305050" y="0"/>
                </a:moveTo>
                <a:lnTo>
                  <a:pt x="0" y="3860800"/>
                </a:lnTo>
                <a:lnTo>
                  <a:pt x="2305050" y="3860800"/>
                </a:lnTo>
                <a:cubicBezTo>
                  <a:pt x="2307167" y="2573867"/>
                  <a:pt x="2309283" y="1286933"/>
                  <a:pt x="2305050" y="0"/>
                </a:cubicBez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indent="0" algn="ctr" defTabSz="914400">
              <a:lnSpc>
                <a:spcPct val="100000"/>
              </a:lnSpc>
              <a:spcBef>
                <a:spcPts val="0"/>
              </a:spcBef>
              <a:spcAft>
                <a:spcPts val="0"/>
              </a:spcAft>
              <a:buClrTx/>
              <a:buSzTx/>
              <a:buFontTx/>
              <a:buNone/>
            </a:pPr>
            <a:endParaRPr/>
          </a:p>
        </p:txBody>
      </p:sp>
      <p:cxnSp>
        <p:nvCxnSpPr>
          <p:cNvPr id="66" name="Conector de Seta Reta 28"/>
          <p:cNvCxnSpPr/>
          <p:nvPr/>
        </p:nvCxnSpPr>
        <p:spPr>
          <a:xfrm flipH="1">
            <a:off x="11204056" y="1333084"/>
            <a:ext cx="473675" cy="594925"/>
          </a:xfrm>
          <a:prstGeom prst="straightConnector1">
            <a:avLst/>
          </a:prstGeom>
          <a:ln>
            <a:solidFill>
              <a:srgbClr val="B4CECB">
                <a:alpha val="15000"/>
              </a:srgbClr>
            </a:solidFill>
            <a:tailEnd type="none"/>
          </a:ln>
        </p:spPr>
        <p:style>
          <a:lnRef idx="1">
            <a:schemeClr val="accent1"/>
          </a:lnRef>
          <a:fillRef idx="0">
            <a:schemeClr val="accent1"/>
          </a:fillRef>
          <a:effectRef idx="0">
            <a:schemeClr val="accent1"/>
          </a:effectRef>
          <a:fontRef idx="minor">
            <a:schemeClr val="tx1"/>
          </a:fontRef>
        </p:style>
      </p:cxnSp>
      <p:sp>
        <p:nvSpPr>
          <p:cNvPr id="30" name="Forma Livre: Forma 29">
            <a:extLst>
              <a:ext uri="{FF2B5EF4-FFF2-40B4-BE49-F238E27FC236}">
                <a16:creationId xmlns:a16="http://schemas.microsoft.com/office/drawing/2014/main" id="{59EDCE68-D950-24E1-E50F-DA6872D33F86}"/>
              </a:ext>
            </a:extLst>
          </p:cNvPr>
          <p:cNvSpPr>
            <a:spLocks noGrp="1"/>
          </p:cNvSpPr>
          <p:nvPr/>
        </p:nvSpPr>
        <p:spPr>
          <a:xfrm>
            <a:off x="9707739" y="1313623"/>
            <a:ext cx="1519192" cy="1027348"/>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marL="0" marR="0" indent="0" algn="ctr" defTabSz="914400">
              <a:lnSpc>
                <a:spcPct val="100000"/>
              </a:lnSpc>
              <a:spcBef>
                <a:spcPts val="0"/>
              </a:spcBef>
              <a:spcAft>
                <a:spcPts val="0"/>
              </a:spcAft>
              <a:buClrTx/>
              <a:buSzTx/>
              <a:buFontTx/>
              <a:buNone/>
            </a:pPr>
            <a:endParaRPr/>
          </a:p>
        </p:txBody>
      </p:sp>
      <p:sp>
        <p:nvSpPr>
          <p:cNvPr id="32" name="Forma Livre: Forma 31">
            <a:extLst>
              <a:ext uri="{FF2B5EF4-FFF2-40B4-BE49-F238E27FC236}">
                <a16:creationId xmlns:a16="http://schemas.microsoft.com/office/drawing/2014/main" id="{F1BF87E1-E374-3F2D-8D73-3BC8CC203C4C}"/>
              </a:ext>
            </a:extLst>
          </p:cNvPr>
          <p:cNvSpPr>
            <a:spLocks noGrp="1"/>
          </p:cNvSpPr>
          <p:nvPr/>
        </p:nvSpPr>
        <p:spPr>
          <a:xfrm>
            <a:off x="10238107" y="1749089"/>
            <a:ext cx="877223" cy="593218"/>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marL="0" marR="0" indent="0" algn="ctr" defTabSz="914400">
              <a:lnSpc>
                <a:spcPct val="100000"/>
              </a:lnSpc>
              <a:spcBef>
                <a:spcPts val="0"/>
              </a:spcBef>
              <a:spcAft>
                <a:spcPts val="0"/>
              </a:spcAft>
              <a:buClrTx/>
              <a:buSzTx/>
              <a:buFontTx/>
              <a:buNone/>
            </a:pPr>
            <a:endParaRPr/>
          </a:p>
        </p:txBody>
      </p:sp>
      <p:sp>
        <p:nvSpPr>
          <p:cNvPr id="35" name="Forma Livre: Forma 34">
            <a:extLst>
              <a:ext uri="{FF2B5EF4-FFF2-40B4-BE49-F238E27FC236}">
                <a16:creationId xmlns:a16="http://schemas.microsoft.com/office/drawing/2014/main" id="{1CC013B8-FB6A-9853-B903-2CD04EB12222}"/>
              </a:ext>
            </a:extLst>
          </p:cNvPr>
          <p:cNvSpPr>
            <a:spLocks noGrp="1"/>
          </p:cNvSpPr>
          <p:nvPr/>
        </p:nvSpPr>
        <p:spPr>
          <a:xfrm>
            <a:off x="1648843" y="1337079"/>
            <a:ext cx="814582" cy="1002543"/>
          </a:xfrm>
          <a:custGeom>
            <a:avLst/>
            <a:gdLst>
              <a:gd name="connsiteX0" fmla="*/ 2305050 w 2307494"/>
              <a:gd name="connsiteY0" fmla="*/ 0 h 3860800"/>
              <a:gd name="connsiteX1" fmla="*/ 0 w 2307494"/>
              <a:gd name="connsiteY1" fmla="*/ 3860800 h 3860800"/>
              <a:gd name="connsiteX2" fmla="*/ 2305050 w 2307494"/>
              <a:gd name="connsiteY2" fmla="*/ 3860800 h 3860800"/>
              <a:gd name="connsiteX3" fmla="*/ 2305050 w 2307494"/>
              <a:gd name="connsiteY3" fmla="*/ 0 h 3860800"/>
            </a:gdLst>
            <a:ahLst/>
            <a:cxnLst/>
            <a:rect l="l" t="t" r="r" b="b"/>
            <a:pathLst>
              <a:path w="2307494" h="3860800">
                <a:moveTo>
                  <a:pt x="2305050" y="0"/>
                </a:moveTo>
                <a:lnTo>
                  <a:pt x="0" y="3860800"/>
                </a:lnTo>
                <a:lnTo>
                  <a:pt x="2305050" y="3860800"/>
                </a:lnTo>
                <a:cubicBezTo>
                  <a:pt x="2307167" y="2573867"/>
                  <a:pt x="2309283" y="1286933"/>
                  <a:pt x="2305050" y="0"/>
                </a:cubicBez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indent="0" algn="ctr" defTabSz="914400">
              <a:lnSpc>
                <a:spcPct val="100000"/>
              </a:lnSpc>
              <a:spcBef>
                <a:spcPts val="0"/>
              </a:spcBef>
              <a:spcAft>
                <a:spcPts val="0"/>
              </a:spcAft>
              <a:buClrTx/>
              <a:buSzTx/>
              <a:buFontTx/>
              <a:buNone/>
            </a:pPr>
            <a:endParaRPr/>
          </a:p>
        </p:txBody>
      </p:sp>
      <p:cxnSp>
        <p:nvCxnSpPr>
          <p:cNvPr id="70" name="Conector de Seta Reta 35"/>
          <p:cNvCxnSpPr/>
          <p:nvPr/>
        </p:nvCxnSpPr>
        <p:spPr>
          <a:xfrm flipH="1">
            <a:off x="1840607" y="1356782"/>
            <a:ext cx="473676" cy="594924"/>
          </a:xfrm>
          <a:prstGeom prst="straightConnector1">
            <a:avLst/>
          </a:prstGeom>
          <a:ln>
            <a:solidFill>
              <a:srgbClr val="B4CECB">
                <a:alpha val="15000"/>
              </a:srgbClr>
            </a:solidFill>
            <a:tailEnd type="none"/>
          </a:ln>
        </p:spPr>
        <p:style>
          <a:lnRef idx="1">
            <a:schemeClr val="accent1"/>
          </a:lnRef>
          <a:fillRef idx="0">
            <a:schemeClr val="accent1"/>
          </a:fillRef>
          <a:effectRef idx="0">
            <a:schemeClr val="accent1"/>
          </a:effectRef>
          <a:fontRef idx="minor">
            <a:schemeClr val="tx1"/>
          </a:fontRef>
        </p:style>
      </p:cxnSp>
      <p:sp>
        <p:nvSpPr>
          <p:cNvPr id="37" name="Forma Livre: Forma 36">
            <a:extLst>
              <a:ext uri="{FF2B5EF4-FFF2-40B4-BE49-F238E27FC236}">
                <a16:creationId xmlns:a16="http://schemas.microsoft.com/office/drawing/2014/main" id="{C80F476E-9784-FACE-5BEC-CA1FDA072BC3}"/>
              </a:ext>
            </a:extLst>
          </p:cNvPr>
          <p:cNvSpPr>
            <a:spLocks noGrp="1"/>
          </p:cNvSpPr>
          <p:nvPr/>
        </p:nvSpPr>
        <p:spPr>
          <a:xfrm>
            <a:off x="355600" y="1323014"/>
            <a:ext cx="1519192" cy="1027348"/>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marL="0" marR="0" indent="0" algn="ctr" defTabSz="914400">
              <a:lnSpc>
                <a:spcPct val="100000"/>
              </a:lnSpc>
              <a:spcBef>
                <a:spcPts val="0"/>
              </a:spcBef>
              <a:spcAft>
                <a:spcPts val="0"/>
              </a:spcAft>
              <a:buClrTx/>
              <a:buSzTx/>
              <a:buFontTx/>
              <a:buNone/>
            </a:pPr>
            <a:endParaRPr/>
          </a:p>
        </p:txBody>
      </p:sp>
      <p:sp>
        <p:nvSpPr>
          <p:cNvPr id="38" name="Forma Livre: Forma 37">
            <a:extLst>
              <a:ext uri="{FF2B5EF4-FFF2-40B4-BE49-F238E27FC236}">
                <a16:creationId xmlns:a16="http://schemas.microsoft.com/office/drawing/2014/main" id="{B4EB962F-1225-BB58-5C3E-3D6D8D54A8DF}"/>
              </a:ext>
            </a:extLst>
          </p:cNvPr>
          <p:cNvSpPr>
            <a:spLocks noGrp="1"/>
          </p:cNvSpPr>
          <p:nvPr/>
        </p:nvSpPr>
        <p:spPr>
          <a:xfrm>
            <a:off x="875011" y="1757142"/>
            <a:ext cx="877223" cy="593219"/>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marL="0" marR="0" indent="0" algn="ctr" defTabSz="914400">
              <a:lnSpc>
                <a:spcPct val="100000"/>
              </a:lnSpc>
              <a:spcBef>
                <a:spcPts val="0"/>
              </a:spcBef>
              <a:spcAft>
                <a:spcPts val="0"/>
              </a:spcAft>
              <a:buClrTx/>
              <a:buSzTx/>
              <a:buFontTx/>
              <a:buNone/>
            </a:pPr>
            <a:endParaRPr/>
          </a:p>
        </p:txBody>
      </p:sp>
      <p:sp>
        <p:nvSpPr>
          <p:cNvPr id="42" name="Espaço Reservado para Texto 41">
            <a:extLst>
              <a:ext uri="{FF2B5EF4-FFF2-40B4-BE49-F238E27FC236}">
                <a16:creationId xmlns:a16="http://schemas.microsoft.com/office/drawing/2014/main" id="{1D814EBE-DEA8-0505-02D8-DFBC3BE430AB}"/>
              </a:ext>
            </a:extLst>
          </p:cNvPr>
          <p:cNvSpPr>
            <a:spLocks noGrp="1"/>
          </p:cNvSpPr>
          <p:nvPr>
            <p:ph type="body" idx="19"/>
          </p:nvPr>
        </p:nvSpPr>
        <p:spPr>
          <a:xfrm>
            <a:off x="355600" y="2478088"/>
            <a:ext cx="11471274" cy="3614737"/>
          </a:xfrm>
        </p:spPr>
        <p:txBody>
          <a:bodyPr>
            <a:normAutofit/>
          </a:bodyPr>
          <a:lstStyle>
            <a:lvl1pPr marL="0" indent="0">
              <a:buNone/>
              <a:defRPr sz="1200" b="0" i="0" u="none" kern="0" cap="none" spc="0" baseline="0">
                <a:ln>
                  <a:noFill/>
                </a:ln>
                <a:solidFill>
                  <a:srgbClr val="061844"/>
                </a:solidFill>
                <a:latin typeface="Titillium Web ExtraLight"/>
                <a:ea typeface="Titillium Web ExtraLight"/>
                <a:cs typeface="Titillium Web ExtraLight"/>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pic>
        <p:nvPicPr>
          <p:cNvPr id="74" name="Imagem 2"/>
          <p:cNvPicPr>
            <a:picLocks noChangeAspect="1"/>
          </p:cNvPicPr>
          <p:nvPr/>
        </p:nvPicPr>
        <p:blipFill>
          <a:blip r:embed="rId2"/>
          <a:stretch>
            <a:fillRect/>
          </a:stretch>
        </p:blipFill>
        <p:spPr>
          <a:xfrm>
            <a:off x="10804163" y="361538"/>
            <a:ext cx="1011600" cy="461409"/>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0_INSTITUCIONAL">
    <p:spTree>
      <p:nvGrpSpPr>
        <p:cNvPr id="1" name=""/>
        <p:cNvGrpSpPr/>
        <p:nvPr/>
      </p:nvGrpSpPr>
      <p:grpSpPr>
        <a:xfrm>
          <a:off x="0" y="0"/>
          <a:ext cx="0" cy="0"/>
          <a:chOff x="0" y="0"/>
          <a:chExt cx="0" cy="0"/>
        </a:xfrm>
      </p:grpSpPr>
      <p:sp>
        <p:nvSpPr>
          <p:cNvPr id="71" name="Retângulo 70">
            <a:extLst>
              <a:ext uri="{FF2B5EF4-FFF2-40B4-BE49-F238E27FC236}">
                <a16:creationId xmlns:a16="http://schemas.microsoft.com/office/drawing/2014/main" id="{85A66C9A-062E-B5F0-8CE5-5293917A65E0}"/>
              </a:ext>
            </a:extLst>
          </p:cNvPr>
          <p:cNvSpPr>
            <a:spLocks noGrp="1"/>
          </p:cNvSpPr>
          <p:nvPr/>
        </p:nvSpPr>
        <p:spPr>
          <a:xfrm>
            <a:off x="10033000" y="1991062"/>
            <a:ext cx="1782763" cy="4104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0" name="Conector reto 79">
            <a:extLst>
              <a:ext uri="{FF2B5EF4-FFF2-40B4-BE49-F238E27FC236}">
                <a16:creationId xmlns:a16="http://schemas.microsoft.com/office/drawing/2014/main" id="{D195F4AA-8C1C-4FB5-8F84-4EAC75B0A9F8}"/>
              </a:ext>
            </a:extLst>
          </p:cNvPr>
          <p:cNvSpPr>
            <a:spLocks noGrp="1"/>
          </p:cNvSpPr>
          <p:nvPr/>
        </p:nvSpPr>
        <p:spPr>
          <a:xfrm>
            <a:off x="10014584" y="2571750"/>
            <a:ext cx="1866100" cy="0"/>
          </a:xfrm>
          <a:prstGeom prst="line">
            <a:avLst/>
          </a:prstGeom>
          <a:ln w="66675">
            <a:solidFill>
              <a:schemeClr val="bg1"/>
            </a:solidFill>
          </a:ln>
        </p:spPr>
        <p:style>
          <a:lnRef idx="1">
            <a:schemeClr val="accent1"/>
          </a:lnRef>
          <a:fillRef idx="0">
            <a:schemeClr val="accent1"/>
          </a:fillRef>
          <a:effectRef idx="0">
            <a:schemeClr val="accent1"/>
          </a:effectRef>
          <a:fontRef idx="minor">
            <a:schemeClr val="tx1"/>
          </a:fontRef>
        </p:style>
      </p:sp>
      <p:sp>
        <p:nvSpPr>
          <p:cNvPr id="81" name="Conector reto 80">
            <a:extLst>
              <a:ext uri="{FF2B5EF4-FFF2-40B4-BE49-F238E27FC236}">
                <a16:creationId xmlns:a16="http://schemas.microsoft.com/office/drawing/2014/main" id="{50FB1F2E-CE31-49FF-AD01-AD28DD2F842A}"/>
              </a:ext>
            </a:extLst>
          </p:cNvPr>
          <p:cNvSpPr>
            <a:spLocks noGrp="1"/>
          </p:cNvSpPr>
          <p:nvPr/>
        </p:nvSpPr>
        <p:spPr>
          <a:xfrm>
            <a:off x="10014584" y="3160395"/>
            <a:ext cx="1866100" cy="0"/>
          </a:xfrm>
          <a:prstGeom prst="line">
            <a:avLst/>
          </a:prstGeom>
          <a:ln w="66675">
            <a:solidFill>
              <a:schemeClr val="bg1"/>
            </a:solidFill>
          </a:ln>
        </p:spPr>
        <p:style>
          <a:lnRef idx="1">
            <a:schemeClr val="accent1"/>
          </a:lnRef>
          <a:fillRef idx="0">
            <a:schemeClr val="accent1"/>
          </a:fillRef>
          <a:effectRef idx="0">
            <a:schemeClr val="accent1"/>
          </a:effectRef>
          <a:fontRef idx="minor">
            <a:schemeClr val="tx1"/>
          </a:fontRef>
        </p:style>
      </p:sp>
      <p:sp>
        <p:nvSpPr>
          <p:cNvPr id="82" name="Conector reto 81">
            <a:extLst>
              <a:ext uri="{FF2B5EF4-FFF2-40B4-BE49-F238E27FC236}">
                <a16:creationId xmlns:a16="http://schemas.microsoft.com/office/drawing/2014/main" id="{F6C75D72-6EB0-4EDD-8164-173CDFE814FB}"/>
              </a:ext>
            </a:extLst>
          </p:cNvPr>
          <p:cNvSpPr>
            <a:spLocks noGrp="1"/>
          </p:cNvSpPr>
          <p:nvPr/>
        </p:nvSpPr>
        <p:spPr>
          <a:xfrm>
            <a:off x="10014584" y="3749040"/>
            <a:ext cx="1866100" cy="0"/>
          </a:xfrm>
          <a:prstGeom prst="line">
            <a:avLst/>
          </a:prstGeom>
          <a:ln w="66675">
            <a:solidFill>
              <a:schemeClr val="bg1"/>
            </a:solidFill>
          </a:ln>
        </p:spPr>
        <p:style>
          <a:lnRef idx="1">
            <a:schemeClr val="accent1"/>
          </a:lnRef>
          <a:fillRef idx="0">
            <a:schemeClr val="accent1"/>
          </a:fillRef>
          <a:effectRef idx="0">
            <a:schemeClr val="accent1"/>
          </a:effectRef>
          <a:fontRef idx="minor">
            <a:schemeClr val="tx1"/>
          </a:fontRef>
        </p:style>
      </p:sp>
      <p:sp>
        <p:nvSpPr>
          <p:cNvPr id="83" name="Conector reto 82">
            <a:extLst>
              <a:ext uri="{FF2B5EF4-FFF2-40B4-BE49-F238E27FC236}">
                <a16:creationId xmlns:a16="http://schemas.microsoft.com/office/drawing/2014/main" id="{9D756458-CA9B-421E-8910-32FFADF661EB}"/>
              </a:ext>
            </a:extLst>
          </p:cNvPr>
          <p:cNvSpPr>
            <a:spLocks noGrp="1"/>
          </p:cNvSpPr>
          <p:nvPr/>
        </p:nvSpPr>
        <p:spPr>
          <a:xfrm>
            <a:off x="10014584" y="4337685"/>
            <a:ext cx="1866100" cy="0"/>
          </a:xfrm>
          <a:prstGeom prst="line">
            <a:avLst/>
          </a:prstGeom>
          <a:ln w="66675">
            <a:solidFill>
              <a:schemeClr val="bg1"/>
            </a:solidFill>
          </a:ln>
        </p:spPr>
        <p:style>
          <a:lnRef idx="1">
            <a:schemeClr val="accent1"/>
          </a:lnRef>
          <a:fillRef idx="0">
            <a:schemeClr val="accent1"/>
          </a:fillRef>
          <a:effectRef idx="0">
            <a:schemeClr val="accent1"/>
          </a:effectRef>
          <a:fontRef idx="minor">
            <a:schemeClr val="tx1"/>
          </a:fontRef>
        </p:style>
      </p:sp>
      <p:sp>
        <p:nvSpPr>
          <p:cNvPr id="84" name="Conector reto 83">
            <a:extLst>
              <a:ext uri="{FF2B5EF4-FFF2-40B4-BE49-F238E27FC236}">
                <a16:creationId xmlns:a16="http://schemas.microsoft.com/office/drawing/2014/main" id="{0CBCFE44-D33F-417F-BB83-601626A23D67}"/>
              </a:ext>
            </a:extLst>
          </p:cNvPr>
          <p:cNvSpPr>
            <a:spLocks noGrp="1"/>
          </p:cNvSpPr>
          <p:nvPr/>
        </p:nvSpPr>
        <p:spPr>
          <a:xfrm>
            <a:off x="10014584" y="4926330"/>
            <a:ext cx="1866100" cy="0"/>
          </a:xfrm>
          <a:prstGeom prst="line">
            <a:avLst/>
          </a:prstGeom>
          <a:ln w="66675">
            <a:solidFill>
              <a:schemeClr val="bg1"/>
            </a:solidFill>
          </a:ln>
        </p:spPr>
        <p:style>
          <a:lnRef idx="1">
            <a:schemeClr val="accent1"/>
          </a:lnRef>
          <a:fillRef idx="0">
            <a:schemeClr val="accent1"/>
          </a:fillRef>
          <a:effectRef idx="0">
            <a:schemeClr val="accent1"/>
          </a:effectRef>
          <a:fontRef idx="minor">
            <a:schemeClr val="tx1"/>
          </a:fontRef>
        </p:style>
      </p:sp>
      <p:sp>
        <p:nvSpPr>
          <p:cNvPr id="85" name="Conector reto 84">
            <a:extLst>
              <a:ext uri="{FF2B5EF4-FFF2-40B4-BE49-F238E27FC236}">
                <a16:creationId xmlns:a16="http://schemas.microsoft.com/office/drawing/2014/main" id="{A9E01B74-1FFC-418E-AE5E-AF17C131D1FD}"/>
              </a:ext>
            </a:extLst>
          </p:cNvPr>
          <p:cNvSpPr>
            <a:spLocks noGrp="1"/>
          </p:cNvSpPr>
          <p:nvPr/>
        </p:nvSpPr>
        <p:spPr>
          <a:xfrm>
            <a:off x="10014584" y="5514975"/>
            <a:ext cx="1866100" cy="0"/>
          </a:xfrm>
          <a:prstGeom prst="line">
            <a:avLst/>
          </a:prstGeom>
          <a:ln w="66675">
            <a:solidFill>
              <a:schemeClr val="bg1"/>
            </a:solidFill>
          </a:ln>
        </p:spPr>
        <p:style>
          <a:lnRef idx="1">
            <a:schemeClr val="accent1"/>
          </a:lnRef>
          <a:fillRef idx="0">
            <a:schemeClr val="accent1"/>
          </a:fillRef>
          <a:effectRef idx="0">
            <a:schemeClr val="accent1"/>
          </a:effectRef>
          <a:fontRef idx="minor">
            <a:schemeClr val="tx1"/>
          </a:fontRef>
        </p:style>
      </p:sp>
      <p:sp>
        <p:nvSpPr>
          <p:cNvPr id="40" name="Espaço Reservado para Texto 39">
            <a:extLst>
              <a:ext uri="{FF2B5EF4-FFF2-40B4-BE49-F238E27FC236}">
                <a16:creationId xmlns:a16="http://schemas.microsoft.com/office/drawing/2014/main" id="{48BA31CF-3C71-E7C0-36DD-D40061FBBE81}"/>
              </a:ext>
            </a:extLst>
          </p:cNvPr>
          <p:cNvSpPr>
            <a:spLocks noGrp="1"/>
          </p:cNvSpPr>
          <p:nvPr>
            <p:ph type="body" idx="18"/>
          </p:nvPr>
        </p:nvSpPr>
        <p:spPr>
          <a:xfrm>
            <a:off x="355600" y="1327150"/>
            <a:ext cx="11464925" cy="582120"/>
          </a:xfrm>
          <a:prstGeom prst="rect">
            <a:avLst/>
          </a:prstGeom>
          <a:solidFill>
            <a:srgbClr val="061844"/>
          </a:solidFill>
        </p:spPr>
        <p:txBody>
          <a:bodyPr anchor="ctr"/>
          <a:lstStyle>
            <a:lvl1pPr marL="0" indent="0" algn="ctr">
              <a:buNone/>
              <a:defRPr sz="1400" b="0" i="0" u="none" kern="1200" cap="none" spc="0" baseline="0">
                <a:ln>
                  <a:noFill/>
                </a:ln>
                <a:solidFill>
                  <a:prstClr val="white"/>
                </a:solidFill>
                <a:latin typeface="Titillium Web ExtraLight"/>
                <a:ea typeface="Titillium Web ExtraLight"/>
                <a:cs typeface="Titillium Web ExtraLight"/>
              </a:defRPr>
            </a:lvl1pPr>
            <a:lvl2pPr marL="457200" indent="0">
              <a:buNone/>
              <a:defRPr/>
            </a:lvl2pPr>
          </a:lstStyle>
          <a:p>
            <a:pPr>
              <a:buNone/>
            </a:pPr>
            <a:r>
              <a:t>Clique para editar os estilos de texto Mestres</a:t>
            </a:r>
          </a:p>
        </p:txBody>
      </p:sp>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idx="4"/>
          </p:nvPr>
        </p:nvSpPr>
        <p:spPr>
          <a:xfrm>
            <a:off x="11550857" y="6584949"/>
            <a:ext cx="264906" cy="174624"/>
          </a:xfrm>
          <a:prstGeom prst="rect">
            <a:avLst/>
          </a:prstGeom>
        </p:spPr>
        <p:txBody>
          <a:bodyPr lIns="0" tIns="0" rIns="0" bIns="0"/>
          <a:lstStyle>
            <a:lvl1pPr algn="r">
              <a:buNone/>
              <a:defRPr sz="900" kern="1200">
                <a:solidFill>
                  <a:srgbClr val="A6A5A5"/>
                </a:solidFill>
                <a:latin typeface="Titillium Web Light"/>
                <a:ea typeface="Titillium Web Light"/>
                <a:cs typeface="Titillium Web Light"/>
              </a:defRPr>
            </a:lvl1pPr>
          </a:lstStyle>
          <a:p>
            <a:fld id="{E8537E7D-B481-4A27-91D3-485D98CF8A66}" type="slidenum">
              <a:t>‹#›</a:t>
            </a:fld>
            <a:endParaRPr/>
          </a:p>
        </p:txBody>
      </p:sp>
      <p:sp>
        <p:nvSpPr>
          <p:cNvPr id="5" name="Conector reto 4">
            <a:extLst>
              <a:ext uri="{FF2B5EF4-FFF2-40B4-BE49-F238E27FC236}">
                <a16:creationId xmlns:a16="http://schemas.microsoft.com/office/drawing/2014/main" id="{DBD20CDF-8943-4547-9782-D23C512CD0A4}"/>
              </a:ext>
            </a:extLst>
          </p:cNvPr>
          <p:cNvSpPr>
            <a:spLocks noGrp="1"/>
          </p:cNvSpPr>
          <p:nvPr/>
        </p:nv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7" name="Conector reto 6">
            <a:extLst>
              <a:ext uri="{FF2B5EF4-FFF2-40B4-BE49-F238E27FC236}">
                <a16:creationId xmlns:a16="http://schemas.microsoft.com/office/drawing/2014/main" id="{C92E3944-38F9-4552-B424-E8BCED10FE9B}"/>
              </a:ext>
            </a:extLst>
          </p:cNvPr>
          <p:cNvSpPr>
            <a:spLocks noGrp="1"/>
          </p:cNvSpPr>
          <p:nvPr/>
        </p:nv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idx="10" hasCustomPrompt="1"/>
          </p:nvPr>
        </p:nvSpPr>
        <p:spPr>
          <a:xfrm>
            <a:off x="371475" y="311805"/>
            <a:ext cx="10289426" cy="309563"/>
          </a:xfrm>
          <a:prstGeom prst="rect">
            <a:avLst/>
          </a:prstGeom>
        </p:spPr>
        <p:txBody>
          <a:bodyPr lIns="0" tIns="0" rIns="0" bIns="0" anchor="b">
            <a:noAutofit/>
          </a:bodyPr>
          <a:lstStyle>
            <a:lvl1pPr marL="0" indent="0" algn="l" defTabSz="914400">
              <a:lnSpc>
                <a:spcPct val="90000"/>
              </a:lnSpc>
              <a:spcBef>
                <a:spcPts val="1000"/>
              </a:spcBef>
              <a:buFont typeface="Arial"/>
              <a:buNone/>
              <a:defRPr sz="2000" b="1" kern="1200" cap="all" baseline="0">
                <a:solidFill>
                  <a:srgbClr val="061844"/>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a:buNone/>
            </a:pPr>
            <a: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idx="16" hasCustomPrompt="1"/>
          </p:nvPr>
        </p:nvSpPr>
        <p:spPr>
          <a:xfrm>
            <a:off x="371475" y="596574"/>
            <a:ext cx="10289426" cy="266878"/>
          </a:xfrm>
          <a:prstGeom prst="rect">
            <a:avLst/>
          </a:prstGeom>
        </p:spPr>
        <p:txBody>
          <a:bodyPr lIns="0" tIns="0" rIns="0" bIns="0" anchor="ctr">
            <a:noAutofit/>
          </a:bodyPr>
          <a:lstStyle>
            <a:lvl1pPr marL="0" indent="0" algn="l" defTabSz="914400">
              <a:lnSpc>
                <a:spcPct val="90000"/>
              </a:lnSpc>
              <a:spcBef>
                <a:spcPts val="1000"/>
              </a:spcBef>
              <a:buFont typeface="Arial"/>
              <a:buNone/>
              <a:defRPr sz="1600" kern="1200" cap="none" baseline="0">
                <a:solidFill>
                  <a:srgbClr val="3F4655"/>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marL="0" indent="0" algn="l" defTabSz="914400">
              <a:lnSpc>
                <a:spcPct val="90000"/>
              </a:lnSpc>
              <a:spcBef>
                <a:spcPts val="1000"/>
              </a:spcBef>
              <a:buFont typeface="Arial"/>
              <a:buNone/>
            </a:pPr>
            <a: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idx="17" hasCustomPrompt="1"/>
          </p:nvPr>
        </p:nvSpPr>
        <p:spPr>
          <a:xfrm>
            <a:off x="366713" y="6319838"/>
            <a:ext cx="11460162" cy="99643"/>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Nota</a:t>
            </a:r>
          </a:p>
        </p:txBody>
      </p:sp>
      <p:sp>
        <p:nvSpPr>
          <p:cNvPr id="46" name="Forma Livre: Forma 45">
            <a:extLst>
              <a:ext uri="{FF2B5EF4-FFF2-40B4-BE49-F238E27FC236}">
                <a16:creationId xmlns:a16="http://schemas.microsoft.com/office/drawing/2014/main" id="{4836742C-A7C5-47B1-AAC3-B8A3700FE33A}"/>
              </a:ext>
            </a:extLst>
          </p:cNvPr>
          <p:cNvSpPr>
            <a:spLocks noGrp="1"/>
          </p:cNvSpPr>
          <p:nvPr/>
        </p:nvSpPr>
        <p:spPr>
          <a:xfrm>
            <a:off x="1265662" y="1333220"/>
            <a:ext cx="563134" cy="556519"/>
          </a:xfrm>
          <a:custGeom>
            <a:avLst/>
            <a:gdLst>
              <a:gd name="connsiteX0" fmla="*/ 2305050 w 2307494"/>
              <a:gd name="connsiteY0" fmla="*/ 0 h 3860800"/>
              <a:gd name="connsiteX1" fmla="*/ 0 w 2307494"/>
              <a:gd name="connsiteY1" fmla="*/ 3860800 h 3860800"/>
              <a:gd name="connsiteX2" fmla="*/ 2305050 w 2307494"/>
              <a:gd name="connsiteY2" fmla="*/ 3860800 h 3860800"/>
              <a:gd name="connsiteX3" fmla="*/ 2305050 w 2307494"/>
              <a:gd name="connsiteY3" fmla="*/ 0 h 3860800"/>
            </a:gdLst>
            <a:ahLst/>
            <a:cxnLst/>
            <a:rect l="l" t="t" r="r" b="b"/>
            <a:pathLst>
              <a:path w="2307494" h="3860800">
                <a:moveTo>
                  <a:pt x="2305050" y="0"/>
                </a:moveTo>
                <a:lnTo>
                  <a:pt x="0" y="3860800"/>
                </a:lnTo>
                <a:lnTo>
                  <a:pt x="2305050" y="3860800"/>
                </a:lnTo>
                <a:cubicBezTo>
                  <a:pt x="2307167" y="2573867"/>
                  <a:pt x="2309283" y="1286933"/>
                  <a:pt x="2305050" y="0"/>
                </a:cubicBezTo>
                <a:close/>
              </a:path>
            </a:pathLst>
          </a:custGeom>
          <a:gradFill>
            <a:gsLst>
              <a:gs pos="0">
                <a:schemeClr val="bg1">
                  <a:alpha val="0"/>
                </a:schemeClr>
              </a:gs>
              <a:gs pos="100000">
                <a:schemeClr val="bg1">
                  <a:alpha val="12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7" name="Forma Livre: Forma 46">
            <a:extLst>
              <a:ext uri="{FF2B5EF4-FFF2-40B4-BE49-F238E27FC236}">
                <a16:creationId xmlns:a16="http://schemas.microsoft.com/office/drawing/2014/main" id="{2ED84B64-61D8-A4B0-40D8-6ABBA5B22381}"/>
              </a:ext>
            </a:extLst>
          </p:cNvPr>
          <p:cNvSpPr>
            <a:spLocks noGrp="1"/>
          </p:cNvSpPr>
          <p:nvPr/>
        </p:nvSpPr>
        <p:spPr>
          <a:xfrm>
            <a:off x="371469" y="1316406"/>
            <a:ext cx="1050242" cy="570289"/>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chemeClr val="bg1">
                  <a:alpha val="12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marL="0" marR="0" indent="0" algn="ctr" defTabSz="914400">
              <a:lnSpc>
                <a:spcPct val="100000"/>
              </a:lnSpc>
              <a:spcBef>
                <a:spcPts val="0"/>
              </a:spcBef>
              <a:spcAft>
                <a:spcPts val="0"/>
              </a:spcAft>
              <a:buClrTx/>
              <a:buSzTx/>
              <a:buFontTx/>
              <a:buNone/>
            </a:pPr>
            <a:endParaRPr/>
          </a:p>
        </p:txBody>
      </p:sp>
      <p:sp>
        <p:nvSpPr>
          <p:cNvPr id="48" name="Forma Livre: Forma 47">
            <a:extLst>
              <a:ext uri="{FF2B5EF4-FFF2-40B4-BE49-F238E27FC236}">
                <a16:creationId xmlns:a16="http://schemas.microsoft.com/office/drawing/2014/main" id="{89D90B05-D809-3CDB-9264-D2D874902ECC}"/>
              </a:ext>
            </a:extLst>
          </p:cNvPr>
          <p:cNvSpPr>
            <a:spLocks noGrp="1"/>
          </p:cNvSpPr>
          <p:nvPr/>
        </p:nvSpPr>
        <p:spPr>
          <a:xfrm>
            <a:off x="737351" y="1560872"/>
            <a:ext cx="606439" cy="329300"/>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chemeClr val="bg1">
                  <a:alpha val="12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4" name="Forma Livre: Forma 43">
            <a:extLst>
              <a:ext uri="{FF2B5EF4-FFF2-40B4-BE49-F238E27FC236}">
                <a16:creationId xmlns:a16="http://schemas.microsoft.com/office/drawing/2014/main" id="{EEA69857-3C4B-D0A7-F577-61E654E33CFE}"/>
              </a:ext>
            </a:extLst>
          </p:cNvPr>
          <p:cNvSpPr>
            <a:spLocks noGrp="1"/>
          </p:cNvSpPr>
          <p:nvPr/>
        </p:nvSpPr>
        <p:spPr>
          <a:xfrm>
            <a:off x="1159698" y="1316408"/>
            <a:ext cx="1050241" cy="570288"/>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chemeClr val="bg1">
                  <a:alpha val="12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marL="0" marR="0" indent="0" algn="ctr" defTabSz="914400">
              <a:lnSpc>
                <a:spcPct val="100000"/>
              </a:lnSpc>
              <a:spcBef>
                <a:spcPts val="0"/>
              </a:spcBef>
              <a:spcAft>
                <a:spcPts val="0"/>
              </a:spcAft>
              <a:buClrTx/>
              <a:buSzTx/>
              <a:buFontTx/>
              <a:buNone/>
            </a:pPr>
            <a:endParaRPr/>
          </a:p>
        </p:txBody>
      </p:sp>
      <p:sp>
        <p:nvSpPr>
          <p:cNvPr id="45" name="Forma Livre: Forma 44">
            <a:extLst>
              <a:ext uri="{FF2B5EF4-FFF2-40B4-BE49-F238E27FC236}">
                <a16:creationId xmlns:a16="http://schemas.microsoft.com/office/drawing/2014/main" id="{0AEFD516-7BAE-00DE-6D38-7BB827686AC7}"/>
              </a:ext>
            </a:extLst>
          </p:cNvPr>
          <p:cNvSpPr>
            <a:spLocks noGrp="1"/>
          </p:cNvSpPr>
          <p:nvPr/>
        </p:nvSpPr>
        <p:spPr>
          <a:xfrm>
            <a:off x="1525579" y="1560874"/>
            <a:ext cx="606438" cy="329300"/>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chemeClr val="bg1">
                  <a:alpha val="12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54" name="Forma Livre: Forma 53">
            <a:extLst>
              <a:ext uri="{FF2B5EF4-FFF2-40B4-BE49-F238E27FC236}">
                <a16:creationId xmlns:a16="http://schemas.microsoft.com/office/drawing/2014/main" id="{F08A3439-726F-701B-D848-7777BCE12963}"/>
              </a:ext>
            </a:extLst>
          </p:cNvPr>
          <p:cNvSpPr>
            <a:spLocks noGrp="1"/>
          </p:cNvSpPr>
          <p:nvPr/>
        </p:nvSpPr>
        <p:spPr>
          <a:xfrm>
            <a:off x="10433100" y="1316408"/>
            <a:ext cx="1050241" cy="570288"/>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chemeClr val="bg1">
                  <a:alpha val="12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marL="0" marR="0" indent="0" algn="ctr" defTabSz="914400">
              <a:lnSpc>
                <a:spcPct val="100000"/>
              </a:lnSpc>
              <a:spcBef>
                <a:spcPts val="0"/>
              </a:spcBef>
              <a:spcAft>
                <a:spcPts val="0"/>
              </a:spcAft>
              <a:buClrTx/>
              <a:buSzTx/>
              <a:buFontTx/>
              <a:buNone/>
            </a:pPr>
            <a:endParaRPr/>
          </a:p>
        </p:txBody>
      </p:sp>
      <p:sp>
        <p:nvSpPr>
          <p:cNvPr id="55" name="Forma Livre: Forma 54">
            <a:extLst>
              <a:ext uri="{FF2B5EF4-FFF2-40B4-BE49-F238E27FC236}">
                <a16:creationId xmlns:a16="http://schemas.microsoft.com/office/drawing/2014/main" id="{F1FC8109-BDBA-E159-187F-8CAC9D0F6799}"/>
              </a:ext>
            </a:extLst>
          </p:cNvPr>
          <p:cNvSpPr>
            <a:spLocks noGrp="1"/>
          </p:cNvSpPr>
          <p:nvPr/>
        </p:nvSpPr>
        <p:spPr>
          <a:xfrm>
            <a:off x="10798981" y="1560874"/>
            <a:ext cx="606438" cy="329300"/>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chemeClr val="bg1">
                  <a:alpha val="12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52" name="Forma Livre: Forma 51">
            <a:extLst>
              <a:ext uri="{FF2B5EF4-FFF2-40B4-BE49-F238E27FC236}">
                <a16:creationId xmlns:a16="http://schemas.microsoft.com/office/drawing/2014/main" id="{7A96244C-2BC8-5E64-3D4B-9685F719CC8B}"/>
              </a:ext>
            </a:extLst>
          </p:cNvPr>
          <p:cNvSpPr>
            <a:spLocks noGrp="1"/>
          </p:cNvSpPr>
          <p:nvPr/>
        </p:nvSpPr>
        <p:spPr>
          <a:xfrm>
            <a:off x="10814238" y="1316408"/>
            <a:ext cx="1050241" cy="570288"/>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chemeClr val="bg1">
                  <a:alpha val="12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marL="0" marR="0" indent="0" algn="ctr" defTabSz="914400">
              <a:lnSpc>
                <a:spcPct val="100000"/>
              </a:lnSpc>
              <a:spcBef>
                <a:spcPts val="0"/>
              </a:spcBef>
              <a:spcAft>
                <a:spcPts val="0"/>
              </a:spcAft>
              <a:buClrTx/>
              <a:buSzTx/>
              <a:buFontTx/>
              <a:buNone/>
            </a:pPr>
            <a:endParaRPr/>
          </a:p>
        </p:txBody>
      </p:sp>
      <p:sp>
        <p:nvSpPr>
          <p:cNvPr id="53" name="Forma Livre: Forma 52">
            <a:extLst>
              <a:ext uri="{FF2B5EF4-FFF2-40B4-BE49-F238E27FC236}">
                <a16:creationId xmlns:a16="http://schemas.microsoft.com/office/drawing/2014/main" id="{1585783C-3398-DA5D-0A5B-22E155D4A7E0}"/>
              </a:ext>
            </a:extLst>
          </p:cNvPr>
          <p:cNvSpPr>
            <a:spLocks noGrp="1"/>
          </p:cNvSpPr>
          <p:nvPr/>
        </p:nvSpPr>
        <p:spPr>
          <a:xfrm>
            <a:off x="11180119" y="1560874"/>
            <a:ext cx="606438" cy="329300"/>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chemeClr val="bg1">
                  <a:alpha val="12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73" name="Conector reto 72">
            <a:extLst>
              <a:ext uri="{FF2B5EF4-FFF2-40B4-BE49-F238E27FC236}">
                <a16:creationId xmlns:a16="http://schemas.microsoft.com/office/drawing/2014/main" id="{1051C76F-E935-4D03-AE32-C820F9F00F8E}"/>
              </a:ext>
            </a:extLst>
          </p:cNvPr>
          <p:cNvSpPr>
            <a:spLocks noGrp="1"/>
          </p:cNvSpPr>
          <p:nvPr/>
        </p:nvSpPr>
        <p:spPr>
          <a:xfrm>
            <a:off x="10029824" y="2571750"/>
            <a:ext cx="1787525" cy="0"/>
          </a:xfrm>
          <a:prstGeom prst="line">
            <a:avLst/>
          </a:prstGeom>
          <a:ln w="12700">
            <a:solidFill>
              <a:srgbClr val="D9D9D9"/>
            </a:solidFill>
          </a:ln>
        </p:spPr>
        <p:style>
          <a:lnRef idx="1">
            <a:schemeClr val="accent1"/>
          </a:lnRef>
          <a:fillRef idx="0">
            <a:schemeClr val="accent1"/>
          </a:fillRef>
          <a:effectRef idx="0">
            <a:schemeClr val="accent1"/>
          </a:effectRef>
          <a:fontRef idx="minor">
            <a:schemeClr val="tx1"/>
          </a:fontRef>
        </p:style>
      </p:sp>
      <p:sp>
        <p:nvSpPr>
          <p:cNvPr id="74" name="Conector reto 73">
            <a:extLst>
              <a:ext uri="{FF2B5EF4-FFF2-40B4-BE49-F238E27FC236}">
                <a16:creationId xmlns:a16="http://schemas.microsoft.com/office/drawing/2014/main" id="{F1E950AC-E3DB-4E0C-8653-8E4C84FA79AC}"/>
              </a:ext>
            </a:extLst>
          </p:cNvPr>
          <p:cNvSpPr>
            <a:spLocks noGrp="1"/>
          </p:cNvSpPr>
          <p:nvPr/>
        </p:nvSpPr>
        <p:spPr>
          <a:xfrm>
            <a:off x="10029824" y="3160395"/>
            <a:ext cx="1787525" cy="0"/>
          </a:xfrm>
          <a:prstGeom prst="line">
            <a:avLst/>
          </a:prstGeom>
          <a:ln w="12700">
            <a:solidFill>
              <a:srgbClr val="D9D9D9"/>
            </a:solidFill>
          </a:ln>
        </p:spPr>
        <p:style>
          <a:lnRef idx="1">
            <a:schemeClr val="accent1"/>
          </a:lnRef>
          <a:fillRef idx="0">
            <a:schemeClr val="accent1"/>
          </a:fillRef>
          <a:effectRef idx="0">
            <a:schemeClr val="accent1"/>
          </a:effectRef>
          <a:fontRef idx="minor">
            <a:schemeClr val="tx1"/>
          </a:fontRef>
        </p:style>
      </p:sp>
      <p:sp>
        <p:nvSpPr>
          <p:cNvPr id="75" name="Conector reto 74">
            <a:extLst>
              <a:ext uri="{FF2B5EF4-FFF2-40B4-BE49-F238E27FC236}">
                <a16:creationId xmlns:a16="http://schemas.microsoft.com/office/drawing/2014/main" id="{A0F1771F-DE44-4257-BF90-01037511E159}"/>
              </a:ext>
            </a:extLst>
          </p:cNvPr>
          <p:cNvSpPr>
            <a:spLocks noGrp="1"/>
          </p:cNvSpPr>
          <p:nvPr/>
        </p:nvSpPr>
        <p:spPr>
          <a:xfrm>
            <a:off x="10029824" y="3749040"/>
            <a:ext cx="1787525" cy="0"/>
          </a:xfrm>
          <a:prstGeom prst="line">
            <a:avLst/>
          </a:prstGeom>
          <a:ln w="12700">
            <a:solidFill>
              <a:srgbClr val="D9D9D9"/>
            </a:solidFill>
          </a:ln>
        </p:spPr>
        <p:style>
          <a:lnRef idx="1">
            <a:schemeClr val="accent1"/>
          </a:lnRef>
          <a:fillRef idx="0">
            <a:schemeClr val="accent1"/>
          </a:fillRef>
          <a:effectRef idx="0">
            <a:schemeClr val="accent1"/>
          </a:effectRef>
          <a:fontRef idx="minor">
            <a:schemeClr val="tx1"/>
          </a:fontRef>
        </p:style>
      </p:sp>
      <p:sp>
        <p:nvSpPr>
          <p:cNvPr id="76" name="Conector reto 75">
            <a:extLst>
              <a:ext uri="{FF2B5EF4-FFF2-40B4-BE49-F238E27FC236}">
                <a16:creationId xmlns:a16="http://schemas.microsoft.com/office/drawing/2014/main" id="{04F57DE2-D948-4E22-A1A5-9E49B7EDD22D}"/>
              </a:ext>
            </a:extLst>
          </p:cNvPr>
          <p:cNvSpPr>
            <a:spLocks noGrp="1"/>
          </p:cNvSpPr>
          <p:nvPr/>
        </p:nvSpPr>
        <p:spPr>
          <a:xfrm>
            <a:off x="10029824" y="4337685"/>
            <a:ext cx="1787525" cy="0"/>
          </a:xfrm>
          <a:prstGeom prst="line">
            <a:avLst/>
          </a:prstGeom>
          <a:ln w="12700">
            <a:solidFill>
              <a:srgbClr val="D9D9D9"/>
            </a:solidFill>
          </a:ln>
        </p:spPr>
        <p:style>
          <a:lnRef idx="1">
            <a:schemeClr val="accent1"/>
          </a:lnRef>
          <a:fillRef idx="0">
            <a:schemeClr val="accent1"/>
          </a:fillRef>
          <a:effectRef idx="0">
            <a:schemeClr val="accent1"/>
          </a:effectRef>
          <a:fontRef idx="minor">
            <a:schemeClr val="tx1"/>
          </a:fontRef>
        </p:style>
      </p:sp>
      <p:sp>
        <p:nvSpPr>
          <p:cNvPr id="77" name="Conector reto 76">
            <a:extLst>
              <a:ext uri="{FF2B5EF4-FFF2-40B4-BE49-F238E27FC236}">
                <a16:creationId xmlns:a16="http://schemas.microsoft.com/office/drawing/2014/main" id="{7BF63FF6-2683-4734-BEC4-3B937A21FF79}"/>
              </a:ext>
            </a:extLst>
          </p:cNvPr>
          <p:cNvSpPr>
            <a:spLocks noGrp="1"/>
          </p:cNvSpPr>
          <p:nvPr/>
        </p:nvSpPr>
        <p:spPr>
          <a:xfrm>
            <a:off x="10029824" y="4926330"/>
            <a:ext cx="1787525" cy="0"/>
          </a:xfrm>
          <a:prstGeom prst="line">
            <a:avLst/>
          </a:prstGeom>
          <a:ln w="12700">
            <a:solidFill>
              <a:srgbClr val="D9D9D9"/>
            </a:solidFill>
          </a:ln>
        </p:spPr>
        <p:style>
          <a:lnRef idx="1">
            <a:schemeClr val="accent1"/>
          </a:lnRef>
          <a:fillRef idx="0">
            <a:schemeClr val="accent1"/>
          </a:fillRef>
          <a:effectRef idx="0">
            <a:schemeClr val="accent1"/>
          </a:effectRef>
          <a:fontRef idx="minor">
            <a:schemeClr val="tx1"/>
          </a:fontRef>
        </p:style>
      </p:sp>
      <p:sp>
        <p:nvSpPr>
          <p:cNvPr id="78" name="Conector reto 77">
            <a:extLst>
              <a:ext uri="{FF2B5EF4-FFF2-40B4-BE49-F238E27FC236}">
                <a16:creationId xmlns:a16="http://schemas.microsoft.com/office/drawing/2014/main" id="{61FBBC8A-490E-4B65-9E32-F8CE546D18CF}"/>
              </a:ext>
            </a:extLst>
          </p:cNvPr>
          <p:cNvSpPr>
            <a:spLocks noGrp="1"/>
          </p:cNvSpPr>
          <p:nvPr/>
        </p:nvSpPr>
        <p:spPr>
          <a:xfrm>
            <a:off x="10029824" y="5514975"/>
            <a:ext cx="1787525" cy="0"/>
          </a:xfrm>
          <a:prstGeom prst="line">
            <a:avLst/>
          </a:prstGeom>
          <a:ln w="12700">
            <a:solidFill>
              <a:srgbClr val="D9D9D9"/>
            </a:solidFill>
          </a:ln>
        </p:spPr>
        <p:style>
          <a:lnRef idx="1">
            <a:schemeClr val="accent1"/>
          </a:lnRef>
          <a:fillRef idx="0">
            <a:schemeClr val="accent1"/>
          </a:fillRef>
          <a:effectRef idx="0">
            <a:schemeClr val="accent1"/>
          </a:effectRef>
          <a:fontRef idx="minor">
            <a:schemeClr val="tx1"/>
          </a:fontRef>
        </p:style>
      </p:sp>
      <p:sp>
        <p:nvSpPr>
          <p:cNvPr id="90" name="Espaço Reservado para Texto 89">
            <a:extLst>
              <a:ext uri="{FF2B5EF4-FFF2-40B4-BE49-F238E27FC236}">
                <a16:creationId xmlns:a16="http://schemas.microsoft.com/office/drawing/2014/main" id="{A31D38A3-0B3E-EA69-CB16-8EAA26862FBC}"/>
              </a:ext>
            </a:extLst>
          </p:cNvPr>
          <p:cNvSpPr>
            <a:spLocks noGrp="1"/>
          </p:cNvSpPr>
          <p:nvPr>
            <p:ph type="body" idx="21"/>
          </p:nvPr>
        </p:nvSpPr>
        <p:spPr>
          <a:xfrm>
            <a:off x="10096500" y="2087787"/>
            <a:ext cx="1670050" cy="166688"/>
          </a:xfrm>
        </p:spPr>
        <p:txBody>
          <a:bodyPr lIns="0" tIns="0" rIns="0" bIns="0" anchor="ctr">
            <a:noAutofit/>
          </a:bodyPr>
          <a:lstStyle>
            <a:lvl1pPr marL="0" indent="0" algn="r">
              <a:buNone/>
              <a:defRPr sz="900" kern="1200" cap="all" baseline="0">
                <a:solidFill>
                  <a:srgbClr val="3F4655"/>
                </a:solidFill>
                <a:latin typeface="Titillium Web"/>
                <a:ea typeface="Titillium Web"/>
                <a:cs typeface="Titillium Web"/>
              </a:defRPr>
            </a:lvl1pPr>
            <a:lvl2pPr marL="457200" indent="0">
              <a:buNone/>
              <a:defRPr sz="900" kern="1200">
                <a:solidFill>
                  <a:srgbClr val="3F4655"/>
                </a:solidFill>
                <a:latin typeface="Titillium Web"/>
                <a:ea typeface="Titillium Web"/>
                <a:cs typeface="Titillium Web"/>
              </a:defRPr>
            </a:lvl2pPr>
            <a:lvl3pPr marL="914400" indent="0">
              <a:buNone/>
              <a:defRPr sz="900" kern="1200">
                <a:solidFill>
                  <a:srgbClr val="3F4655"/>
                </a:solidFill>
                <a:latin typeface="Titillium Web"/>
                <a:ea typeface="Titillium Web"/>
                <a:cs typeface="Titillium Web"/>
              </a:defRPr>
            </a:lvl3pPr>
            <a:lvl4pPr marL="1371600" indent="0">
              <a:buNone/>
              <a:defRPr sz="900" kern="1200">
                <a:solidFill>
                  <a:srgbClr val="3F4655"/>
                </a:solidFill>
                <a:latin typeface="Titillium Web"/>
                <a:ea typeface="Titillium Web"/>
                <a:cs typeface="Titillium Web"/>
              </a:defRPr>
            </a:lvl4pPr>
            <a:lvl5pPr marL="1828800" indent="0">
              <a:buNone/>
              <a:defRPr sz="900" kern="1200">
                <a:solidFill>
                  <a:srgbClr val="3F4655"/>
                </a:solidFill>
                <a:latin typeface="Titillium Web"/>
                <a:ea typeface="Titillium Web"/>
                <a:cs typeface="Titillium Web"/>
              </a:defRPr>
            </a:lvl5pPr>
          </a:lstStyle>
          <a:p>
            <a:pPr>
              <a:buNone/>
            </a:pPr>
            <a:r>
              <a:t>Clique para editar</a:t>
            </a:r>
          </a:p>
        </p:txBody>
      </p:sp>
      <p:sp>
        <p:nvSpPr>
          <p:cNvPr id="91" name="Espaço Reservado para Texto 89">
            <a:extLst>
              <a:ext uri="{FF2B5EF4-FFF2-40B4-BE49-F238E27FC236}">
                <a16:creationId xmlns:a16="http://schemas.microsoft.com/office/drawing/2014/main" id="{C7F6AFBF-AC6E-CAE7-C900-91EEB92BCDA7}"/>
              </a:ext>
            </a:extLst>
          </p:cNvPr>
          <p:cNvSpPr>
            <a:spLocks noGrp="1"/>
          </p:cNvSpPr>
          <p:nvPr>
            <p:ph type="body" idx="22"/>
          </p:nvPr>
        </p:nvSpPr>
        <p:spPr>
          <a:xfrm>
            <a:off x="10096500" y="2284637"/>
            <a:ext cx="1670050" cy="166688"/>
          </a:xfrm>
        </p:spPr>
        <p:txBody>
          <a:bodyPr lIns="0" tIns="0" rIns="0" bIns="0" anchor="ctr">
            <a:noAutofit/>
          </a:bodyPr>
          <a:lstStyle>
            <a:lvl1pPr marL="0" indent="0" algn="r">
              <a:buNone/>
              <a:defRPr sz="1000" kern="1200">
                <a:solidFill>
                  <a:srgbClr val="002060"/>
                </a:solidFill>
                <a:latin typeface="Titillium Web SemiBold"/>
                <a:ea typeface="Titillium Web SemiBold"/>
                <a:cs typeface="Titillium Web SemiBold"/>
              </a:defRPr>
            </a:lvl1pPr>
            <a:lvl2pPr marL="457200" indent="0">
              <a:buNone/>
              <a:defRPr sz="900" kern="1200">
                <a:solidFill>
                  <a:srgbClr val="3F4655"/>
                </a:solidFill>
                <a:latin typeface="Titillium Web"/>
                <a:ea typeface="Titillium Web"/>
                <a:cs typeface="Titillium Web"/>
              </a:defRPr>
            </a:lvl2pPr>
            <a:lvl3pPr marL="914400" indent="0">
              <a:buNone/>
              <a:defRPr sz="900" kern="1200">
                <a:solidFill>
                  <a:srgbClr val="3F4655"/>
                </a:solidFill>
                <a:latin typeface="Titillium Web"/>
                <a:ea typeface="Titillium Web"/>
                <a:cs typeface="Titillium Web"/>
              </a:defRPr>
            </a:lvl3pPr>
            <a:lvl4pPr marL="1371600" indent="0">
              <a:buNone/>
              <a:defRPr sz="900" kern="1200">
                <a:solidFill>
                  <a:srgbClr val="3F4655"/>
                </a:solidFill>
                <a:latin typeface="Titillium Web"/>
                <a:ea typeface="Titillium Web"/>
                <a:cs typeface="Titillium Web"/>
              </a:defRPr>
            </a:lvl4pPr>
            <a:lvl5pPr marL="1828800" indent="0">
              <a:buNone/>
              <a:defRPr sz="900" kern="1200">
                <a:solidFill>
                  <a:srgbClr val="3F4655"/>
                </a:solidFill>
                <a:latin typeface="Titillium Web"/>
                <a:ea typeface="Titillium Web"/>
                <a:cs typeface="Titillium Web"/>
              </a:defRPr>
            </a:lvl5pPr>
          </a:lstStyle>
          <a:p>
            <a:pPr>
              <a:buNone/>
            </a:pPr>
            <a:r>
              <a:t>Clique para editar</a:t>
            </a:r>
          </a:p>
        </p:txBody>
      </p:sp>
      <p:sp>
        <p:nvSpPr>
          <p:cNvPr id="92" name="Espaço Reservado para Texto 89">
            <a:extLst>
              <a:ext uri="{FF2B5EF4-FFF2-40B4-BE49-F238E27FC236}">
                <a16:creationId xmlns:a16="http://schemas.microsoft.com/office/drawing/2014/main" id="{F056DAEF-EFBD-5728-95F7-46EB3BEF1C64}"/>
              </a:ext>
            </a:extLst>
          </p:cNvPr>
          <p:cNvSpPr>
            <a:spLocks noGrp="1"/>
          </p:cNvSpPr>
          <p:nvPr>
            <p:ph type="body" idx="23"/>
          </p:nvPr>
        </p:nvSpPr>
        <p:spPr>
          <a:xfrm>
            <a:off x="10096500" y="2691037"/>
            <a:ext cx="1670050" cy="166688"/>
          </a:xfrm>
        </p:spPr>
        <p:txBody>
          <a:bodyPr lIns="0" tIns="0" rIns="0" bIns="0" anchor="ctr">
            <a:noAutofit/>
          </a:bodyPr>
          <a:lstStyle>
            <a:lvl1pPr marL="0" indent="0" algn="r">
              <a:buNone/>
              <a:defRPr sz="900" kern="1200" cap="all" baseline="0">
                <a:solidFill>
                  <a:srgbClr val="3F4655"/>
                </a:solidFill>
                <a:latin typeface="Titillium Web"/>
                <a:ea typeface="Titillium Web"/>
                <a:cs typeface="Titillium Web"/>
              </a:defRPr>
            </a:lvl1pPr>
            <a:lvl2pPr marL="457200" indent="0">
              <a:buNone/>
              <a:defRPr sz="900" kern="1200">
                <a:solidFill>
                  <a:srgbClr val="3F4655"/>
                </a:solidFill>
                <a:latin typeface="Titillium Web"/>
                <a:ea typeface="Titillium Web"/>
                <a:cs typeface="Titillium Web"/>
              </a:defRPr>
            </a:lvl2pPr>
            <a:lvl3pPr marL="914400" indent="0">
              <a:buNone/>
              <a:defRPr sz="900" kern="1200">
                <a:solidFill>
                  <a:srgbClr val="3F4655"/>
                </a:solidFill>
                <a:latin typeface="Titillium Web"/>
                <a:ea typeface="Titillium Web"/>
                <a:cs typeface="Titillium Web"/>
              </a:defRPr>
            </a:lvl3pPr>
            <a:lvl4pPr marL="1371600" indent="0">
              <a:buNone/>
              <a:defRPr sz="900" kern="1200">
                <a:solidFill>
                  <a:srgbClr val="3F4655"/>
                </a:solidFill>
                <a:latin typeface="Titillium Web"/>
                <a:ea typeface="Titillium Web"/>
                <a:cs typeface="Titillium Web"/>
              </a:defRPr>
            </a:lvl4pPr>
            <a:lvl5pPr marL="1828800" indent="0">
              <a:buNone/>
              <a:defRPr sz="900" kern="1200">
                <a:solidFill>
                  <a:srgbClr val="3F4655"/>
                </a:solidFill>
                <a:latin typeface="Titillium Web"/>
                <a:ea typeface="Titillium Web"/>
                <a:cs typeface="Titillium Web"/>
              </a:defRPr>
            </a:lvl5pPr>
          </a:lstStyle>
          <a:p>
            <a:pPr>
              <a:buNone/>
            </a:pPr>
            <a:r>
              <a:t>Clique para editar</a:t>
            </a:r>
          </a:p>
        </p:txBody>
      </p:sp>
      <p:sp>
        <p:nvSpPr>
          <p:cNvPr id="93" name="Espaço Reservado para Texto 89">
            <a:extLst>
              <a:ext uri="{FF2B5EF4-FFF2-40B4-BE49-F238E27FC236}">
                <a16:creationId xmlns:a16="http://schemas.microsoft.com/office/drawing/2014/main" id="{7FD8BB21-CF50-E8B6-D89D-BF53050F22F7}"/>
              </a:ext>
            </a:extLst>
          </p:cNvPr>
          <p:cNvSpPr>
            <a:spLocks noGrp="1"/>
          </p:cNvSpPr>
          <p:nvPr>
            <p:ph type="body" idx="24"/>
          </p:nvPr>
        </p:nvSpPr>
        <p:spPr>
          <a:xfrm>
            <a:off x="10096500" y="2887887"/>
            <a:ext cx="1670050" cy="166688"/>
          </a:xfrm>
        </p:spPr>
        <p:txBody>
          <a:bodyPr lIns="0" tIns="0" rIns="0" bIns="0" anchor="ctr">
            <a:noAutofit/>
          </a:bodyPr>
          <a:lstStyle>
            <a:lvl1pPr marL="0" indent="0" algn="r">
              <a:buNone/>
              <a:defRPr sz="1000" kern="1200">
                <a:solidFill>
                  <a:srgbClr val="002060"/>
                </a:solidFill>
                <a:latin typeface="Titillium Web SemiBold"/>
                <a:ea typeface="Titillium Web SemiBold"/>
                <a:cs typeface="Titillium Web SemiBold"/>
              </a:defRPr>
            </a:lvl1pPr>
            <a:lvl2pPr marL="457200" indent="0">
              <a:buNone/>
              <a:defRPr sz="900" kern="1200">
                <a:solidFill>
                  <a:srgbClr val="3F4655"/>
                </a:solidFill>
                <a:latin typeface="Titillium Web"/>
                <a:ea typeface="Titillium Web"/>
                <a:cs typeface="Titillium Web"/>
              </a:defRPr>
            </a:lvl2pPr>
            <a:lvl3pPr marL="914400" indent="0">
              <a:buNone/>
              <a:defRPr sz="900" kern="1200">
                <a:solidFill>
                  <a:srgbClr val="3F4655"/>
                </a:solidFill>
                <a:latin typeface="Titillium Web"/>
                <a:ea typeface="Titillium Web"/>
                <a:cs typeface="Titillium Web"/>
              </a:defRPr>
            </a:lvl3pPr>
            <a:lvl4pPr marL="1371600" indent="0">
              <a:buNone/>
              <a:defRPr sz="900" kern="1200">
                <a:solidFill>
                  <a:srgbClr val="3F4655"/>
                </a:solidFill>
                <a:latin typeface="Titillium Web"/>
                <a:ea typeface="Titillium Web"/>
                <a:cs typeface="Titillium Web"/>
              </a:defRPr>
            </a:lvl4pPr>
            <a:lvl5pPr marL="1828800" indent="0">
              <a:buNone/>
              <a:defRPr sz="900" kern="1200">
                <a:solidFill>
                  <a:srgbClr val="3F4655"/>
                </a:solidFill>
                <a:latin typeface="Titillium Web"/>
                <a:ea typeface="Titillium Web"/>
                <a:cs typeface="Titillium Web"/>
              </a:defRPr>
            </a:lvl5pPr>
          </a:lstStyle>
          <a:p>
            <a:pPr>
              <a:buNone/>
            </a:pPr>
            <a:r>
              <a:t>Clique para editar</a:t>
            </a:r>
          </a:p>
        </p:txBody>
      </p:sp>
      <p:sp>
        <p:nvSpPr>
          <p:cNvPr id="94" name="Espaço Reservado para Texto 89">
            <a:extLst>
              <a:ext uri="{FF2B5EF4-FFF2-40B4-BE49-F238E27FC236}">
                <a16:creationId xmlns:a16="http://schemas.microsoft.com/office/drawing/2014/main" id="{FAE5783E-3965-2620-15DB-104277F69494}"/>
              </a:ext>
            </a:extLst>
          </p:cNvPr>
          <p:cNvSpPr>
            <a:spLocks noGrp="1"/>
          </p:cNvSpPr>
          <p:nvPr>
            <p:ph type="body" idx="25"/>
          </p:nvPr>
        </p:nvSpPr>
        <p:spPr>
          <a:xfrm>
            <a:off x="10096500" y="3272062"/>
            <a:ext cx="1670050" cy="166688"/>
          </a:xfrm>
        </p:spPr>
        <p:txBody>
          <a:bodyPr lIns="0" tIns="0" rIns="0" bIns="0" anchor="ctr">
            <a:noAutofit/>
          </a:bodyPr>
          <a:lstStyle>
            <a:lvl1pPr marL="0" indent="0" algn="r">
              <a:buNone/>
              <a:defRPr sz="900" kern="1200" cap="all" baseline="0">
                <a:solidFill>
                  <a:srgbClr val="3F4655"/>
                </a:solidFill>
                <a:latin typeface="Titillium Web"/>
                <a:ea typeface="Titillium Web"/>
                <a:cs typeface="Titillium Web"/>
              </a:defRPr>
            </a:lvl1pPr>
            <a:lvl2pPr marL="457200" indent="0">
              <a:buNone/>
              <a:defRPr sz="900" kern="1200">
                <a:solidFill>
                  <a:srgbClr val="3F4655"/>
                </a:solidFill>
                <a:latin typeface="Titillium Web"/>
                <a:ea typeface="Titillium Web"/>
                <a:cs typeface="Titillium Web"/>
              </a:defRPr>
            </a:lvl2pPr>
            <a:lvl3pPr marL="914400" indent="0">
              <a:buNone/>
              <a:defRPr sz="900" kern="1200">
                <a:solidFill>
                  <a:srgbClr val="3F4655"/>
                </a:solidFill>
                <a:latin typeface="Titillium Web"/>
                <a:ea typeface="Titillium Web"/>
                <a:cs typeface="Titillium Web"/>
              </a:defRPr>
            </a:lvl3pPr>
            <a:lvl4pPr marL="1371600" indent="0">
              <a:buNone/>
              <a:defRPr sz="900" kern="1200">
                <a:solidFill>
                  <a:srgbClr val="3F4655"/>
                </a:solidFill>
                <a:latin typeface="Titillium Web"/>
                <a:ea typeface="Titillium Web"/>
                <a:cs typeface="Titillium Web"/>
              </a:defRPr>
            </a:lvl4pPr>
            <a:lvl5pPr marL="1828800" indent="0">
              <a:buNone/>
              <a:defRPr sz="900" kern="1200">
                <a:solidFill>
                  <a:srgbClr val="3F4655"/>
                </a:solidFill>
                <a:latin typeface="Titillium Web"/>
                <a:ea typeface="Titillium Web"/>
                <a:cs typeface="Titillium Web"/>
              </a:defRPr>
            </a:lvl5pPr>
          </a:lstStyle>
          <a:p>
            <a:pPr>
              <a:buNone/>
            </a:pPr>
            <a:r>
              <a:t>Clique para editar</a:t>
            </a:r>
          </a:p>
        </p:txBody>
      </p:sp>
      <p:sp>
        <p:nvSpPr>
          <p:cNvPr id="95" name="Espaço Reservado para Texto 89">
            <a:extLst>
              <a:ext uri="{FF2B5EF4-FFF2-40B4-BE49-F238E27FC236}">
                <a16:creationId xmlns:a16="http://schemas.microsoft.com/office/drawing/2014/main" id="{07746C1E-BED3-CF7E-50BA-1AA94072DF0A}"/>
              </a:ext>
            </a:extLst>
          </p:cNvPr>
          <p:cNvSpPr>
            <a:spLocks noGrp="1"/>
          </p:cNvSpPr>
          <p:nvPr>
            <p:ph type="body" idx="26"/>
          </p:nvPr>
        </p:nvSpPr>
        <p:spPr>
          <a:xfrm>
            <a:off x="10096500" y="3468912"/>
            <a:ext cx="1670050" cy="166688"/>
          </a:xfrm>
        </p:spPr>
        <p:txBody>
          <a:bodyPr lIns="0" tIns="0" rIns="0" bIns="0" anchor="ctr">
            <a:noAutofit/>
          </a:bodyPr>
          <a:lstStyle>
            <a:lvl1pPr marL="0" indent="0" algn="r">
              <a:buNone/>
              <a:defRPr sz="1000" kern="1200">
                <a:solidFill>
                  <a:srgbClr val="002060"/>
                </a:solidFill>
                <a:latin typeface="Titillium Web SemiBold"/>
                <a:ea typeface="Titillium Web SemiBold"/>
                <a:cs typeface="Titillium Web SemiBold"/>
              </a:defRPr>
            </a:lvl1pPr>
            <a:lvl2pPr marL="457200" indent="0">
              <a:buNone/>
              <a:defRPr sz="900" kern="1200">
                <a:solidFill>
                  <a:srgbClr val="3F4655"/>
                </a:solidFill>
                <a:latin typeface="Titillium Web"/>
                <a:ea typeface="Titillium Web"/>
                <a:cs typeface="Titillium Web"/>
              </a:defRPr>
            </a:lvl2pPr>
            <a:lvl3pPr marL="914400" indent="0">
              <a:buNone/>
              <a:defRPr sz="900" kern="1200">
                <a:solidFill>
                  <a:srgbClr val="3F4655"/>
                </a:solidFill>
                <a:latin typeface="Titillium Web"/>
                <a:ea typeface="Titillium Web"/>
                <a:cs typeface="Titillium Web"/>
              </a:defRPr>
            </a:lvl3pPr>
            <a:lvl4pPr marL="1371600" indent="0">
              <a:buNone/>
              <a:defRPr sz="900" kern="1200">
                <a:solidFill>
                  <a:srgbClr val="3F4655"/>
                </a:solidFill>
                <a:latin typeface="Titillium Web"/>
                <a:ea typeface="Titillium Web"/>
                <a:cs typeface="Titillium Web"/>
              </a:defRPr>
            </a:lvl4pPr>
            <a:lvl5pPr marL="1828800" indent="0">
              <a:buNone/>
              <a:defRPr sz="900" kern="1200">
                <a:solidFill>
                  <a:srgbClr val="3F4655"/>
                </a:solidFill>
                <a:latin typeface="Titillium Web"/>
                <a:ea typeface="Titillium Web"/>
                <a:cs typeface="Titillium Web"/>
              </a:defRPr>
            </a:lvl5pPr>
          </a:lstStyle>
          <a:p>
            <a:pPr>
              <a:buNone/>
            </a:pPr>
            <a:r>
              <a:t>Clique para editar</a:t>
            </a:r>
          </a:p>
        </p:txBody>
      </p:sp>
      <p:sp>
        <p:nvSpPr>
          <p:cNvPr id="96" name="Espaço Reservado para Texto 89">
            <a:extLst>
              <a:ext uri="{FF2B5EF4-FFF2-40B4-BE49-F238E27FC236}">
                <a16:creationId xmlns:a16="http://schemas.microsoft.com/office/drawing/2014/main" id="{87D673A8-A838-8830-6B0E-6F8F656E4F9F}"/>
              </a:ext>
            </a:extLst>
          </p:cNvPr>
          <p:cNvSpPr>
            <a:spLocks noGrp="1"/>
          </p:cNvSpPr>
          <p:nvPr>
            <p:ph type="body" idx="27"/>
          </p:nvPr>
        </p:nvSpPr>
        <p:spPr>
          <a:xfrm>
            <a:off x="10096500" y="3856262"/>
            <a:ext cx="1670050" cy="166688"/>
          </a:xfrm>
        </p:spPr>
        <p:txBody>
          <a:bodyPr lIns="0" tIns="0" rIns="0" bIns="0" anchor="ctr">
            <a:noAutofit/>
          </a:bodyPr>
          <a:lstStyle>
            <a:lvl1pPr marL="0" indent="0" algn="r">
              <a:buNone/>
              <a:defRPr sz="900" kern="1200" cap="all" baseline="0">
                <a:solidFill>
                  <a:srgbClr val="3F4655"/>
                </a:solidFill>
                <a:latin typeface="Titillium Web"/>
                <a:ea typeface="Titillium Web"/>
                <a:cs typeface="Titillium Web"/>
              </a:defRPr>
            </a:lvl1pPr>
            <a:lvl2pPr marL="457200" indent="0">
              <a:buNone/>
              <a:defRPr sz="900" kern="1200">
                <a:solidFill>
                  <a:srgbClr val="3F4655"/>
                </a:solidFill>
                <a:latin typeface="Titillium Web"/>
                <a:ea typeface="Titillium Web"/>
                <a:cs typeface="Titillium Web"/>
              </a:defRPr>
            </a:lvl2pPr>
            <a:lvl3pPr marL="914400" indent="0">
              <a:buNone/>
              <a:defRPr sz="900" kern="1200">
                <a:solidFill>
                  <a:srgbClr val="3F4655"/>
                </a:solidFill>
                <a:latin typeface="Titillium Web"/>
                <a:ea typeface="Titillium Web"/>
                <a:cs typeface="Titillium Web"/>
              </a:defRPr>
            </a:lvl3pPr>
            <a:lvl4pPr marL="1371600" indent="0">
              <a:buNone/>
              <a:defRPr sz="900" kern="1200">
                <a:solidFill>
                  <a:srgbClr val="3F4655"/>
                </a:solidFill>
                <a:latin typeface="Titillium Web"/>
                <a:ea typeface="Titillium Web"/>
                <a:cs typeface="Titillium Web"/>
              </a:defRPr>
            </a:lvl4pPr>
            <a:lvl5pPr marL="1828800" indent="0">
              <a:buNone/>
              <a:defRPr sz="900" kern="1200">
                <a:solidFill>
                  <a:srgbClr val="3F4655"/>
                </a:solidFill>
                <a:latin typeface="Titillium Web"/>
                <a:ea typeface="Titillium Web"/>
                <a:cs typeface="Titillium Web"/>
              </a:defRPr>
            </a:lvl5pPr>
          </a:lstStyle>
          <a:p>
            <a:pPr>
              <a:buNone/>
            </a:pPr>
            <a:r>
              <a:t>Clique para editar</a:t>
            </a:r>
          </a:p>
        </p:txBody>
      </p:sp>
      <p:sp>
        <p:nvSpPr>
          <p:cNvPr id="97" name="Espaço Reservado para Texto 89">
            <a:extLst>
              <a:ext uri="{FF2B5EF4-FFF2-40B4-BE49-F238E27FC236}">
                <a16:creationId xmlns:a16="http://schemas.microsoft.com/office/drawing/2014/main" id="{303E550A-AFD9-AEBB-CFD4-49E952ED179C}"/>
              </a:ext>
            </a:extLst>
          </p:cNvPr>
          <p:cNvSpPr>
            <a:spLocks noGrp="1"/>
          </p:cNvSpPr>
          <p:nvPr>
            <p:ph type="body" idx="28"/>
          </p:nvPr>
        </p:nvSpPr>
        <p:spPr>
          <a:xfrm>
            <a:off x="10096500" y="4053112"/>
            <a:ext cx="1670050" cy="166688"/>
          </a:xfrm>
        </p:spPr>
        <p:txBody>
          <a:bodyPr lIns="0" tIns="0" rIns="0" bIns="0" anchor="ctr">
            <a:noAutofit/>
          </a:bodyPr>
          <a:lstStyle>
            <a:lvl1pPr marL="0" indent="0" algn="r">
              <a:buNone/>
              <a:defRPr sz="1000" kern="1200">
                <a:solidFill>
                  <a:srgbClr val="002060"/>
                </a:solidFill>
                <a:latin typeface="Titillium Web SemiBold"/>
                <a:ea typeface="Titillium Web SemiBold"/>
                <a:cs typeface="Titillium Web SemiBold"/>
              </a:defRPr>
            </a:lvl1pPr>
            <a:lvl2pPr marL="457200" indent="0">
              <a:buNone/>
              <a:defRPr sz="900" kern="1200">
                <a:solidFill>
                  <a:srgbClr val="3F4655"/>
                </a:solidFill>
                <a:latin typeface="Titillium Web"/>
                <a:ea typeface="Titillium Web"/>
                <a:cs typeface="Titillium Web"/>
              </a:defRPr>
            </a:lvl2pPr>
            <a:lvl3pPr marL="914400" indent="0">
              <a:buNone/>
              <a:defRPr sz="900" kern="1200">
                <a:solidFill>
                  <a:srgbClr val="3F4655"/>
                </a:solidFill>
                <a:latin typeface="Titillium Web"/>
                <a:ea typeface="Titillium Web"/>
                <a:cs typeface="Titillium Web"/>
              </a:defRPr>
            </a:lvl3pPr>
            <a:lvl4pPr marL="1371600" indent="0">
              <a:buNone/>
              <a:defRPr sz="900" kern="1200">
                <a:solidFill>
                  <a:srgbClr val="3F4655"/>
                </a:solidFill>
                <a:latin typeface="Titillium Web"/>
                <a:ea typeface="Titillium Web"/>
                <a:cs typeface="Titillium Web"/>
              </a:defRPr>
            </a:lvl4pPr>
            <a:lvl5pPr marL="1828800" indent="0">
              <a:buNone/>
              <a:defRPr sz="900" kern="1200">
                <a:solidFill>
                  <a:srgbClr val="3F4655"/>
                </a:solidFill>
                <a:latin typeface="Titillium Web"/>
                <a:ea typeface="Titillium Web"/>
                <a:cs typeface="Titillium Web"/>
              </a:defRPr>
            </a:lvl5pPr>
          </a:lstStyle>
          <a:p>
            <a:pPr>
              <a:buNone/>
            </a:pPr>
            <a:r>
              <a:t>Clique para editar</a:t>
            </a:r>
          </a:p>
        </p:txBody>
      </p:sp>
      <p:sp>
        <p:nvSpPr>
          <p:cNvPr id="98" name="Espaço Reservado para Texto 89">
            <a:extLst>
              <a:ext uri="{FF2B5EF4-FFF2-40B4-BE49-F238E27FC236}">
                <a16:creationId xmlns:a16="http://schemas.microsoft.com/office/drawing/2014/main" id="{4911FFA8-145D-8422-14F0-5F2CF5FE99C7}"/>
              </a:ext>
            </a:extLst>
          </p:cNvPr>
          <p:cNvSpPr>
            <a:spLocks noGrp="1"/>
          </p:cNvSpPr>
          <p:nvPr>
            <p:ph type="body" idx="29"/>
          </p:nvPr>
        </p:nvSpPr>
        <p:spPr>
          <a:xfrm>
            <a:off x="10096500" y="4446812"/>
            <a:ext cx="1670050" cy="166688"/>
          </a:xfrm>
        </p:spPr>
        <p:txBody>
          <a:bodyPr lIns="0" tIns="0" rIns="0" bIns="0" anchor="ctr">
            <a:noAutofit/>
          </a:bodyPr>
          <a:lstStyle>
            <a:lvl1pPr marL="0" indent="0" algn="r">
              <a:buNone/>
              <a:defRPr sz="900" kern="1200" cap="all" baseline="0">
                <a:solidFill>
                  <a:srgbClr val="3F4655"/>
                </a:solidFill>
                <a:latin typeface="Titillium Web"/>
                <a:ea typeface="Titillium Web"/>
                <a:cs typeface="Titillium Web"/>
              </a:defRPr>
            </a:lvl1pPr>
            <a:lvl2pPr marL="457200" indent="0">
              <a:buNone/>
              <a:defRPr sz="900" kern="1200">
                <a:solidFill>
                  <a:srgbClr val="3F4655"/>
                </a:solidFill>
                <a:latin typeface="Titillium Web"/>
                <a:ea typeface="Titillium Web"/>
                <a:cs typeface="Titillium Web"/>
              </a:defRPr>
            </a:lvl2pPr>
            <a:lvl3pPr marL="914400" indent="0">
              <a:buNone/>
              <a:defRPr sz="900" kern="1200">
                <a:solidFill>
                  <a:srgbClr val="3F4655"/>
                </a:solidFill>
                <a:latin typeface="Titillium Web"/>
                <a:ea typeface="Titillium Web"/>
                <a:cs typeface="Titillium Web"/>
              </a:defRPr>
            </a:lvl3pPr>
            <a:lvl4pPr marL="1371600" indent="0">
              <a:buNone/>
              <a:defRPr sz="900" kern="1200">
                <a:solidFill>
                  <a:srgbClr val="3F4655"/>
                </a:solidFill>
                <a:latin typeface="Titillium Web"/>
                <a:ea typeface="Titillium Web"/>
                <a:cs typeface="Titillium Web"/>
              </a:defRPr>
            </a:lvl4pPr>
            <a:lvl5pPr marL="1828800" indent="0">
              <a:buNone/>
              <a:defRPr sz="900" kern="1200">
                <a:solidFill>
                  <a:srgbClr val="3F4655"/>
                </a:solidFill>
                <a:latin typeface="Titillium Web"/>
                <a:ea typeface="Titillium Web"/>
                <a:cs typeface="Titillium Web"/>
              </a:defRPr>
            </a:lvl5pPr>
          </a:lstStyle>
          <a:p>
            <a:pPr>
              <a:buNone/>
            </a:pPr>
            <a:r>
              <a:t>Clique para editar</a:t>
            </a:r>
          </a:p>
        </p:txBody>
      </p:sp>
      <p:sp>
        <p:nvSpPr>
          <p:cNvPr id="99" name="Espaço Reservado para Texto 89">
            <a:extLst>
              <a:ext uri="{FF2B5EF4-FFF2-40B4-BE49-F238E27FC236}">
                <a16:creationId xmlns:a16="http://schemas.microsoft.com/office/drawing/2014/main" id="{A56699EC-927E-CA17-5BA4-3CA4C2B3A9B5}"/>
              </a:ext>
            </a:extLst>
          </p:cNvPr>
          <p:cNvSpPr>
            <a:spLocks noGrp="1"/>
          </p:cNvSpPr>
          <p:nvPr>
            <p:ph type="body" idx="30"/>
          </p:nvPr>
        </p:nvSpPr>
        <p:spPr>
          <a:xfrm>
            <a:off x="10096500" y="4643662"/>
            <a:ext cx="1670050" cy="166688"/>
          </a:xfrm>
        </p:spPr>
        <p:txBody>
          <a:bodyPr lIns="0" tIns="0" rIns="0" bIns="0" anchor="ctr">
            <a:noAutofit/>
          </a:bodyPr>
          <a:lstStyle>
            <a:lvl1pPr marL="0" indent="0" algn="r">
              <a:buNone/>
              <a:defRPr sz="1000" kern="1200">
                <a:solidFill>
                  <a:srgbClr val="002060"/>
                </a:solidFill>
                <a:latin typeface="Titillium Web SemiBold"/>
                <a:ea typeface="Titillium Web SemiBold"/>
                <a:cs typeface="Titillium Web SemiBold"/>
              </a:defRPr>
            </a:lvl1pPr>
            <a:lvl2pPr marL="457200" indent="0">
              <a:buNone/>
              <a:defRPr sz="900" kern="1200">
                <a:solidFill>
                  <a:srgbClr val="3F4655"/>
                </a:solidFill>
                <a:latin typeface="Titillium Web"/>
                <a:ea typeface="Titillium Web"/>
                <a:cs typeface="Titillium Web"/>
              </a:defRPr>
            </a:lvl2pPr>
            <a:lvl3pPr marL="914400" indent="0">
              <a:buNone/>
              <a:defRPr sz="900" kern="1200">
                <a:solidFill>
                  <a:srgbClr val="3F4655"/>
                </a:solidFill>
                <a:latin typeface="Titillium Web"/>
                <a:ea typeface="Titillium Web"/>
                <a:cs typeface="Titillium Web"/>
              </a:defRPr>
            </a:lvl3pPr>
            <a:lvl4pPr marL="1371600" indent="0">
              <a:buNone/>
              <a:defRPr sz="900" kern="1200">
                <a:solidFill>
                  <a:srgbClr val="3F4655"/>
                </a:solidFill>
                <a:latin typeface="Titillium Web"/>
                <a:ea typeface="Titillium Web"/>
                <a:cs typeface="Titillium Web"/>
              </a:defRPr>
            </a:lvl4pPr>
            <a:lvl5pPr marL="1828800" indent="0">
              <a:buNone/>
              <a:defRPr sz="900" kern="1200">
                <a:solidFill>
                  <a:srgbClr val="3F4655"/>
                </a:solidFill>
                <a:latin typeface="Titillium Web"/>
                <a:ea typeface="Titillium Web"/>
                <a:cs typeface="Titillium Web"/>
              </a:defRPr>
            </a:lvl5pPr>
          </a:lstStyle>
          <a:p>
            <a:pPr>
              <a:buNone/>
            </a:pPr>
            <a:r>
              <a:t>Clique para editar</a:t>
            </a:r>
          </a:p>
        </p:txBody>
      </p:sp>
      <p:sp>
        <p:nvSpPr>
          <p:cNvPr id="100" name="Espaço Reservado para Texto 89">
            <a:extLst>
              <a:ext uri="{FF2B5EF4-FFF2-40B4-BE49-F238E27FC236}">
                <a16:creationId xmlns:a16="http://schemas.microsoft.com/office/drawing/2014/main" id="{6DFF3F33-35CC-0016-8B2E-B1DC34E7DE27}"/>
              </a:ext>
            </a:extLst>
          </p:cNvPr>
          <p:cNvSpPr>
            <a:spLocks noGrp="1"/>
          </p:cNvSpPr>
          <p:nvPr>
            <p:ph type="body" idx="31"/>
          </p:nvPr>
        </p:nvSpPr>
        <p:spPr>
          <a:xfrm>
            <a:off x="10096500" y="5043712"/>
            <a:ext cx="1670050" cy="166688"/>
          </a:xfrm>
        </p:spPr>
        <p:txBody>
          <a:bodyPr lIns="0" tIns="0" rIns="0" bIns="0" anchor="ctr">
            <a:noAutofit/>
          </a:bodyPr>
          <a:lstStyle>
            <a:lvl1pPr marL="0" indent="0" algn="r">
              <a:buNone/>
              <a:defRPr sz="900" kern="1200" cap="all" baseline="0">
                <a:solidFill>
                  <a:srgbClr val="3F4655"/>
                </a:solidFill>
                <a:latin typeface="Titillium Web"/>
                <a:ea typeface="Titillium Web"/>
                <a:cs typeface="Titillium Web"/>
              </a:defRPr>
            </a:lvl1pPr>
            <a:lvl2pPr marL="457200" indent="0">
              <a:buNone/>
              <a:defRPr sz="900" kern="1200">
                <a:solidFill>
                  <a:srgbClr val="3F4655"/>
                </a:solidFill>
                <a:latin typeface="Titillium Web"/>
                <a:ea typeface="Titillium Web"/>
                <a:cs typeface="Titillium Web"/>
              </a:defRPr>
            </a:lvl2pPr>
            <a:lvl3pPr marL="914400" indent="0">
              <a:buNone/>
              <a:defRPr sz="900" kern="1200">
                <a:solidFill>
                  <a:srgbClr val="3F4655"/>
                </a:solidFill>
                <a:latin typeface="Titillium Web"/>
                <a:ea typeface="Titillium Web"/>
                <a:cs typeface="Titillium Web"/>
              </a:defRPr>
            </a:lvl3pPr>
            <a:lvl4pPr marL="1371600" indent="0">
              <a:buNone/>
              <a:defRPr sz="900" kern="1200">
                <a:solidFill>
                  <a:srgbClr val="3F4655"/>
                </a:solidFill>
                <a:latin typeface="Titillium Web"/>
                <a:ea typeface="Titillium Web"/>
                <a:cs typeface="Titillium Web"/>
              </a:defRPr>
            </a:lvl4pPr>
            <a:lvl5pPr marL="1828800" indent="0">
              <a:buNone/>
              <a:defRPr sz="900" kern="1200">
                <a:solidFill>
                  <a:srgbClr val="3F4655"/>
                </a:solidFill>
                <a:latin typeface="Titillium Web"/>
                <a:ea typeface="Titillium Web"/>
                <a:cs typeface="Titillium Web"/>
              </a:defRPr>
            </a:lvl5pPr>
          </a:lstStyle>
          <a:p>
            <a:pPr>
              <a:buNone/>
            </a:pPr>
            <a:r>
              <a:t>Clique para editar</a:t>
            </a:r>
          </a:p>
        </p:txBody>
      </p:sp>
      <p:sp>
        <p:nvSpPr>
          <p:cNvPr id="101" name="Espaço Reservado para Texto 89">
            <a:extLst>
              <a:ext uri="{FF2B5EF4-FFF2-40B4-BE49-F238E27FC236}">
                <a16:creationId xmlns:a16="http://schemas.microsoft.com/office/drawing/2014/main" id="{755925FE-D870-7E23-1AE3-E2D69CC4501D}"/>
              </a:ext>
            </a:extLst>
          </p:cNvPr>
          <p:cNvSpPr>
            <a:spLocks noGrp="1"/>
          </p:cNvSpPr>
          <p:nvPr>
            <p:ph type="body" idx="32"/>
          </p:nvPr>
        </p:nvSpPr>
        <p:spPr>
          <a:xfrm>
            <a:off x="10096500" y="5240562"/>
            <a:ext cx="1670050" cy="166688"/>
          </a:xfrm>
        </p:spPr>
        <p:txBody>
          <a:bodyPr lIns="0" tIns="0" rIns="0" bIns="0" anchor="ctr">
            <a:noAutofit/>
          </a:bodyPr>
          <a:lstStyle>
            <a:lvl1pPr marL="0" indent="0" algn="r">
              <a:buNone/>
              <a:defRPr sz="1000" kern="1200">
                <a:solidFill>
                  <a:srgbClr val="002060"/>
                </a:solidFill>
                <a:latin typeface="Titillium Web SemiBold"/>
                <a:ea typeface="Titillium Web SemiBold"/>
                <a:cs typeface="Titillium Web SemiBold"/>
              </a:defRPr>
            </a:lvl1pPr>
            <a:lvl2pPr marL="457200" indent="0">
              <a:buNone/>
              <a:defRPr sz="900" kern="1200">
                <a:solidFill>
                  <a:srgbClr val="3F4655"/>
                </a:solidFill>
                <a:latin typeface="Titillium Web"/>
                <a:ea typeface="Titillium Web"/>
                <a:cs typeface="Titillium Web"/>
              </a:defRPr>
            </a:lvl2pPr>
            <a:lvl3pPr marL="914400" indent="0">
              <a:buNone/>
              <a:defRPr sz="900" kern="1200">
                <a:solidFill>
                  <a:srgbClr val="3F4655"/>
                </a:solidFill>
                <a:latin typeface="Titillium Web"/>
                <a:ea typeface="Titillium Web"/>
                <a:cs typeface="Titillium Web"/>
              </a:defRPr>
            </a:lvl3pPr>
            <a:lvl4pPr marL="1371600" indent="0">
              <a:buNone/>
              <a:defRPr sz="900" kern="1200">
                <a:solidFill>
                  <a:srgbClr val="3F4655"/>
                </a:solidFill>
                <a:latin typeface="Titillium Web"/>
                <a:ea typeface="Titillium Web"/>
                <a:cs typeface="Titillium Web"/>
              </a:defRPr>
            </a:lvl4pPr>
            <a:lvl5pPr marL="1828800" indent="0">
              <a:buNone/>
              <a:defRPr sz="900" kern="1200">
                <a:solidFill>
                  <a:srgbClr val="3F4655"/>
                </a:solidFill>
                <a:latin typeface="Titillium Web"/>
                <a:ea typeface="Titillium Web"/>
                <a:cs typeface="Titillium Web"/>
              </a:defRPr>
            </a:lvl5pPr>
          </a:lstStyle>
          <a:p>
            <a:pPr>
              <a:buNone/>
            </a:pPr>
            <a:r>
              <a:t>Clique para editar</a:t>
            </a:r>
          </a:p>
        </p:txBody>
      </p:sp>
      <p:sp>
        <p:nvSpPr>
          <p:cNvPr id="102" name="Espaço Reservado para Texto 89">
            <a:extLst>
              <a:ext uri="{FF2B5EF4-FFF2-40B4-BE49-F238E27FC236}">
                <a16:creationId xmlns:a16="http://schemas.microsoft.com/office/drawing/2014/main" id="{7FB3196B-2C8B-363C-311F-0BA4C3BD007D}"/>
              </a:ext>
            </a:extLst>
          </p:cNvPr>
          <p:cNvSpPr>
            <a:spLocks noGrp="1"/>
          </p:cNvSpPr>
          <p:nvPr>
            <p:ph type="body" idx="33"/>
          </p:nvPr>
        </p:nvSpPr>
        <p:spPr>
          <a:xfrm>
            <a:off x="10096500" y="5640612"/>
            <a:ext cx="1670050" cy="166688"/>
          </a:xfrm>
        </p:spPr>
        <p:txBody>
          <a:bodyPr lIns="0" tIns="0" rIns="0" bIns="0" anchor="ctr">
            <a:noAutofit/>
          </a:bodyPr>
          <a:lstStyle>
            <a:lvl1pPr marL="0" indent="0" algn="r">
              <a:buNone/>
              <a:defRPr sz="900" kern="1200" cap="all" baseline="0">
                <a:solidFill>
                  <a:srgbClr val="3F4655"/>
                </a:solidFill>
                <a:latin typeface="Titillium Web"/>
                <a:ea typeface="Titillium Web"/>
                <a:cs typeface="Titillium Web"/>
              </a:defRPr>
            </a:lvl1pPr>
            <a:lvl2pPr marL="457200" indent="0">
              <a:buNone/>
              <a:defRPr sz="900" kern="1200">
                <a:solidFill>
                  <a:srgbClr val="3F4655"/>
                </a:solidFill>
                <a:latin typeface="Titillium Web"/>
                <a:ea typeface="Titillium Web"/>
                <a:cs typeface="Titillium Web"/>
              </a:defRPr>
            </a:lvl2pPr>
            <a:lvl3pPr marL="914400" indent="0">
              <a:buNone/>
              <a:defRPr sz="900" kern="1200">
                <a:solidFill>
                  <a:srgbClr val="3F4655"/>
                </a:solidFill>
                <a:latin typeface="Titillium Web"/>
                <a:ea typeface="Titillium Web"/>
                <a:cs typeface="Titillium Web"/>
              </a:defRPr>
            </a:lvl3pPr>
            <a:lvl4pPr marL="1371600" indent="0">
              <a:buNone/>
              <a:defRPr sz="900" kern="1200">
                <a:solidFill>
                  <a:srgbClr val="3F4655"/>
                </a:solidFill>
                <a:latin typeface="Titillium Web"/>
                <a:ea typeface="Titillium Web"/>
                <a:cs typeface="Titillium Web"/>
              </a:defRPr>
            </a:lvl4pPr>
            <a:lvl5pPr marL="1828800" indent="0">
              <a:buNone/>
              <a:defRPr sz="900" kern="1200">
                <a:solidFill>
                  <a:srgbClr val="3F4655"/>
                </a:solidFill>
                <a:latin typeface="Titillium Web"/>
                <a:ea typeface="Titillium Web"/>
                <a:cs typeface="Titillium Web"/>
              </a:defRPr>
            </a:lvl5pPr>
          </a:lstStyle>
          <a:p>
            <a:pPr>
              <a:buNone/>
            </a:pPr>
            <a:r>
              <a:t>Clique para editar</a:t>
            </a:r>
          </a:p>
        </p:txBody>
      </p:sp>
      <p:sp>
        <p:nvSpPr>
          <p:cNvPr id="103" name="Espaço Reservado para Texto 89">
            <a:extLst>
              <a:ext uri="{FF2B5EF4-FFF2-40B4-BE49-F238E27FC236}">
                <a16:creationId xmlns:a16="http://schemas.microsoft.com/office/drawing/2014/main" id="{76750743-CE3B-DB96-0CBF-7366B6A97FD8}"/>
              </a:ext>
            </a:extLst>
          </p:cNvPr>
          <p:cNvSpPr>
            <a:spLocks noGrp="1"/>
          </p:cNvSpPr>
          <p:nvPr>
            <p:ph type="body" idx="34"/>
          </p:nvPr>
        </p:nvSpPr>
        <p:spPr>
          <a:xfrm>
            <a:off x="10096500" y="5837462"/>
            <a:ext cx="1670050" cy="166688"/>
          </a:xfrm>
        </p:spPr>
        <p:txBody>
          <a:bodyPr lIns="0" tIns="0" rIns="0" bIns="0" anchor="ctr">
            <a:noAutofit/>
          </a:bodyPr>
          <a:lstStyle>
            <a:lvl1pPr marL="0" indent="0" algn="r">
              <a:buNone/>
              <a:defRPr sz="1000" kern="1200">
                <a:solidFill>
                  <a:srgbClr val="002060"/>
                </a:solidFill>
                <a:latin typeface="Titillium Web SemiBold"/>
                <a:ea typeface="Titillium Web SemiBold"/>
                <a:cs typeface="Titillium Web SemiBold"/>
              </a:defRPr>
            </a:lvl1pPr>
            <a:lvl2pPr marL="457200" indent="0">
              <a:buNone/>
              <a:defRPr sz="900" kern="1200">
                <a:solidFill>
                  <a:srgbClr val="3F4655"/>
                </a:solidFill>
                <a:latin typeface="Titillium Web"/>
                <a:ea typeface="Titillium Web"/>
                <a:cs typeface="Titillium Web"/>
              </a:defRPr>
            </a:lvl2pPr>
            <a:lvl3pPr marL="914400" indent="0">
              <a:buNone/>
              <a:defRPr sz="900" kern="1200">
                <a:solidFill>
                  <a:srgbClr val="3F4655"/>
                </a:solidFill>
                <a:latin typeface="Titillium Web"/>
                <a:ea typeface="Titillium Web"/>
                <a:cs typeface="Titillium Web"/>
              </a:defRPr>
            </a:lvl3pPr>
            <a:lvl4pPr marL="1371600" indent="0">
              <a:buNone/>
              <a:defRPr sz="900" kern="1200">
                <a:solidFill>
                  <a:srgbClr val="3F4655"/>
                </a:solidFill>
                <a:latin typeface="Titillium Web"/>
                <a:ea typeface="Titillium Web"/>
                <a:cs typeface="Titillium Web"/>
              </a:defRPr>
            </a:lvl4pPr>
            <a:lvl5pPr marL="1828800" indent="0">
              <a:buNone/>
              <a:defRPr sz="900" kern="1200">
                <a:solidFill>
                  <a:srgbClr val="3F4655"/>
                </a:solidFill>
                <a:latin typeface="Titillium Web"/>
                <a:ea typeface="Titillium Web"/>
                <a:cs typeface="Titillium Web"/>
              </a:defRPr>
            </a:lvl5pPr>
          </a:lstStyle>
          <a:p>
            <a:pPr>
              <a:buNone/>
            </a:pPr>
            <a:r>
              <a:t>Clique para editar</a:t>
            </a:r>
          </a:p>
        </p:txBody>
      </p:sp>
      <p:sp>
        <p:nvSpPr>
          <p:cNvPr id="105" name="Espaço Reservado para Conteúdo 104">
            <a:extLst>
              <a:ext uri="{FF2B5EF4-FFF2-40B4-BE49-F238E27FC236}">
                <a16:creationId xmlns:a16="http://schemas.microsoft.com/office/drawing/2014/main" id="{5BECDAB7-CD0A-71C0-1217-D5408199EC66}"/>
              </a:ext>
            </a:extLst>
          </p:cNvPr>
          <p:cNvSpPr>
            <a:spLocks noGrp="1"/>
          </p:cNvSpPr>
          <p:nvPr>
            <p:ph idx="35"/>
          </p:nvPr>
        </p:nvSpPr>
        <p:spPr>
          <a:xfrm>
            <a:off x="355600" y="2004101"/>
            <a:ext cx="9525000" cy="2148797"/>
          </a:xfrm>
        </p:spPr>
        <p:txBody>
          <a:bodyPr>
            <a:normAutofit/>
          </a:bodyPr>
          <a:lstStyle>
            <a:lvl1pPr marL="0" indent="0" algn="ctr">
              <a:buNone/>
              <a:defRPr sz="1100"/>
            </a:lvl1pPr>
            <a:lvl2pPr marL="457200" indent="0">
              <a:buNone/>
              <a:defRPr/>
            </a:lvl2pPr>
            <a:lvl3pPr marL="914400" indent="0">
              <a:buNone/>
              <a:defRPr/>
            </a:lvl3pPr>
            <a:lvl4pPr marL="1371600" indent="0">
              <a:buNone/>
              <a:defRPr/>
            </a:lvl4pPr>
            <a:lvl5pPr marL="1828800" indent="0">
              <a:buNone/>
              <a:defRPr/>
            </a:lvl5pPr>
          </a:lstStyle>
          <a:p>
            <a:pPr>
              <a:buNone/>
            </a:pPr>
            <a:r>
              <a:t>Clique para editar</a:t>
            </a:r>
          </a:p>
        </p:txBody>
      </p:sp>
      <p:sp>
        <p:nvSpPr>
          <p:cNvPr id="106" name="Espaço Reservado para Conteúdo 104">
            <a:extLst>
              <a:ext uri="{FF2B5EF4-FFF2-40B4-BE49-F238E27FC236}">
                <a16:creationId xmlns:a16="http://schemas.microsoft.com/office/drawing/2014/main" id="{BF97AB0E-C547-3A58-57A3-085E5F6B9C3A}"/>
              </a:ext>
            </a:extLst>
          </p:cNvPr>
          <p:cNvSpPr>
            <a:spLocks noGrp="1"/>
          </p:cNvSpPr>
          <p:nvPr>
            <p:ph idx="36"/>
          </p:nvPr>
        </p:nvSpPr>
        <p:spPr>
          <a:xfrm>
            <a:off x="355600" y="4247729"/>
            <a:ext cx="4723606" cy="1854619"/>
          </a:xfrm>
          <a:prstGeom prst="rect">
            <a:avLst/>
          </a:prstGeom>
          <a:solidFill>
            <a:srgbClr val="F2F2F2"/>
          </a:solidFill>
        </p:spPr>
        <p:txBody>
          <a:bodyPr>
            <a:normAutofit/>
          </a:bodyPr>
          <a:lstStyle>
            <a:lvl1pPr marL="0" indent="0" algn="ctr">
              <a:buNone/>
              <a:defRPr sz="1100"/>
            </a:lvl1pPr>
            <a:lvl2pPr marL="457200" indent="0">
              <a:buNone/>
              <a:defRPr/>
            </a:lvl2pPr>
            <a:lvl3pPr marL="914400" indent="0">
              <a:buNone/>
              <a:defRPr/>
            </a:lvl3pPr>
            <a:lvl4pPr marL="1371600" indent="0">
              <a:buNone/>
              <a:defRPr/>
            </a:lvl4pPr>
            <a:lvl5pPr marL="1828800" indent="0">
              <a:buNone/>
              <a:defRPr/>
            </a:lvl5pPr>
          </a:lstStyle>
          <a:p>
            <a:pPr>
              <a:buNone/>
            </a:pPr>
            <a:r>
              <a:t>Clique para editar</a:t>
            </a:r>
          </a:p>
        </p:txBody>
      </p:sp>
      <p:sp>
        <p:nvSpPr>
          <p:cNvPr id="109" name="Espaço Reservado para Conteúdo 104">
            <a:extLst>
              <a:ext uri="{FF2B5EF4-FFF2-40B4-BE49-F238E27FC236}">
                <a16:creationId xmlns:a16="http://schemas.microsoft.com/office/drawing/2014/main" id="{F6605F54-8645-9523-FAF3-909CB767D6A8}"/>
              </a:ext>
            </a:extLst>
          </p:cNvPr>
          <p:cNvSpPr>
            <a:spLocks noGrp="1"/>
          </p:cNvSpPr>
          <p:nvPr>
            <p:ph idx="37"/>
          </p:nvPr>
        </p:nvSpPr>
        <p:spPr>
          <a:xfrm>
            <a:off x="5168232" y="4247729"/>
            <a:ext cx="4723606" cy="1854619"/>
          </a:xfrm>
          <a:prstGeom prst="rect">
            <a:avLst/>
          </a:prstGeom>
          <a:solidFill>
            <a:srgbClr val="F2F2F2"/>
          </a:solidFill>
        </p:spPr>
        <p:txBody>
          <a:bodyPr>
            <a:normAutofit/>
          </a:bodyPr>
          <a:lstStyle>
            <a:lvl1pPr marL="0" indent="0" algn="ctr">
              <a:buNone/>
              <a:defRPr sz="1100"/>
            </a:lvl1pPr>
            <a:lvl2pPr marL="457200" indent="0">
              <a:buNone/>
              <a:defRPr/>
            </a:lvl2pPr>
            <a:lvl3pPr marL="914400" indent="0">
              <a:buNone/>
              <a:defRPr/>
            </a:lvl3pPr>
            <a:lvl4pPr marL="1371600" indent="0">
              <a:buNone/>
              <a:defRPr/>
            </a:lvl4pPr>
            <a:lvl5pPr marL="1828800" indent="0">
              <a:buNone/>
              <a:defRPr/>
            </a:lvl5pPr>
          </a:lstStyle>
          <a:p>
            <a:pPr>
              <a:buNone/>
            </a:pPr>
            <a:r>
              <a:t>Clique para editar</a:t>
            </a:r>
          </a:p>
        </p:txBody>
      </p:sp>
      <p:pic>
        <p:nvPicPr>
          <p:cNvPr id="157" name="Imagem 2"/>
          <p:cNvPicPr>
            <a:picLocks noChangeAspect="1"/>
          </p:cNvPicPr>
          <p:nvPr/>
        </p:nvPicPr>
        <p:blipFill>
          <a:blip r:embed="rId2"/>
          <a:stretch>
            <a:fillRect/>
          </a:stretch>
        </p:blipFill>
        <p:spPr>
          <a:xfrm>
            <a:off x="10804163" y="361538"/>
            <a:ext cx="1011600" cy="461409"/>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9_INSTITUCIONAL">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idx="4"/>
          </p:nvPr>
        </p:nvSpPr>
        <p:spPr>
          <a:xfrm>
            <a:off x="11550857" y="6584949"/>
            <a:ext cx="264906" cy="174624"/>
          </a:xfrm>
          <a:prstGeom prst="rect">
            <a:avLst/>
          </a:prstGeom>
        </p:spPr>
        <p:txBody>
          <a:bodyPr lIns="0" tIns="0" rIns="0" bIns="0"/>
          <a:lstStyle>
            <a:lvl1pPr algn="r">
              <a:buNone/>
              <a:defRPr sz="900" kern="1200">
                <a:solidFill>
                  <a:srgbClr val="A6A5A5"/>
                </a:solidFill>
                <a:latin typeface="Titillium Web Light"/>
                <a:ea typeface="Titillium Web Light"/>
                <a:cs typeface="Titillium Web Light"/>
              </a:defRPr>
            </a:lvl1pPr>
          </a:lstStyle>
          <a:p>
            <a:fld id="{E8537E7D-B481-4A27-91D3-485D98CF8A66}" type="slidenum">
              <a:t>‹#›</a:t>
            </a:fld>
            <a:endParaRPr/>
          </a:p>
        </p:txBody>
      </p:sp>
      <p:sp>
        <p:nvSpPr>
          <p:cNvPr id="5" name="Conector reto 4">
            <a:extLst>
              <a:ext uri="{FF2B5EF4-FFF2-40B4-BE49-F238E27FC236}">
                <a16:creationId xmlns:a16="http://schemas.microsoft.com/office/drawing/2014/main" id="{2F36958A-8FB3-48F7-9B31-6FF03C4D148E}"/>
              </a:ext>
            </a:extLst>
          </p:cNvPr>
          <p:cNvSpPr>
            <a:spLocks noGrp="1"/>
          </p:cNvSpPr>
          <p:nvPr/>
        </p:nv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7" name="Conector reto 6">
            <a:extLst>
              <a:ext uri="{FF2B5EF4-FFF2-40B4-BE49-F238E27FC236}">
                <a16:creationId xmlns:a16="http://schemas.microsoft.com/office/drawing/2014/main" id="{A8732C19-73B9-4FAF-BE98-655913FC810F}"/>
              </a:ext>
            </a:extLst>
          </p:cNvPr>
          <p:cNvSpPr>
            <a:spLocks noGrp="1"/>
          </p:cNvSpPr>
          <p:nvPr/>
        </p:nv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idx="10" hasCustomPrompt="1"/>
          </p:nvPr>
        </p:nvSpPr>
        <p:spPr>
          <a:xfrm>
            <a:off x="371475" y="311805"/>
            <a:ext cx="10289426" cy="309563"/>
          </a:xfrm>
          <a:prstGeom prst="rect">
            <a:avLst/>
          </a:prstGeom>
        </p:spPr>
        <p:txBody>
          <a:bodyPr lIns="0" tIns="0" rIns="0" bIns="0" anchor="b">
            <a:noAutofit/>
          </a:bodyPr>
          <a:lstStyle>
            <a:lvl1pPr marL="0" indent="0" algn="l" defTabSz="914400">
              <a:lnSpc>
                <a:spcPct val="90000"/>
              </a:lnSpc>
              <a:spcBef>
                <a:spcPts val="1000"/>
              </a:spcBef>
              <a:buFont typeface="Arial"/>
              <a:buNone/>
              <a:defRPr sz="2000" b="1" kern="1200" cap="all" baseline="0">
                <a:solidFill>
                  <a:srgbClr val="061844"/>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a:buNone/>
            </a:pPr>
            <a: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idx="16" hasCustomPrompt="1"/>
          </p:nvPr>
        </p:nvSpPr>
        <p:spPr>
          <a:xfrm>
            <a:off x="371475" y="596574"/>
            <a:ext cx="10289426" cy="266878"/>
          </a:xfrm>
          <a:prstGeom prst="rect">
            <a:avLst/>
          </a:prstGeom>
        </p:spPr>
        <p:txBody>
          <a:bodyPr lIns="0" tIns="0" rIns="0" bIns="0" anchor="ctr">
            <a:noAutofit/>
          </a:bodyPr>
          <a:lstStyle>
            <a:lvl1pPr marL="0" indent="0" algn="l" defTabSz="914400">
              <a:lnSpc>
                <a:spcPct val="90000"/>
              </a:lnSpc>
              <a:spcBef>
                <a:spcPts val="1000"/>
              </a:spcBef>
              <a:buFont typeface="Arial"/>
              <a:buNone/>
              <a:defRPr sz="1600" kern="1200" cap="none" baseline="0">
                <a:solidFill>
                  <a:srgbClr val="3F4655"/>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marL="0" indent="0" algn="l" defTabSz="914400">
              <a:lnSpc>
                <a:spcPct val="90000"/>
              </a:lnSpc>
              <a:spcBef>
                <a:spcPts val="1000"/>
              </a:spcBef>
              <a:buFont typeface="Arial"/>
              <a:buNone/>
            </a:pPr>
            <a: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idx="17" hasCustomPrompt="1"/>
          </p:nvPr>
        </p:nvSpPr>
        <p:spPr>
          <a:xfrm>
            <a:off x="366713" y="6319838"/>
            <a:ext cx="11460162" cy="99643"/>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Nota</a:t>
            </a:r>
          </a:p>
        </p:txBody>
      </p:sp>
      <p:sp>
        <p:nvSpPr>
          <p:cNvPr id="42" name="Espaço Reservado para Texto 41">
            <a:extLst>
              <a:ext uri="{FF2B5EF4-FFF2-40B4-BE49-F238E27FC236}">
                <a16:creationId xmlns:a16="http://schemas.microsoft.com/office/drawing/2014/main" id="{1D814EBE-DEA8-0505-02D8-DFBC3BE430AB}"/>
              </a:ext>
            </a:extLst>
          </p:cNvPr>
          <p:cNvSpPr>
            <a:spLocks noGrp="1"/>
          </p:cNvSpPr>
          <p:nvPr>
            <p:ph type="body" idx="19"/>
          </p:nvPr>
        </p:nvSpPr>
        <p:spPr>
          <a:xfrm>
            <a:off x="355600" y="2478088"/>
            <a:ext cx="2658311" cy="3614737"/>
          </a:xfrm>
        </p:spPr>
        <p:txBody>
          <a:bodyPr>
            <a:normAutofit/>
          </a:bodyPr>
          <a:lstStyle>
            <a:lvl1pPr marL="0" indent="0">
              <a:buNone/>
              <a:defRPr sz="1200" b="0" i="0" u="none" kern="0" cap="none" spc="0" baseline="0">
                <a:ln>
                  <a:noFill/>
                </a:ln>
                <a:solidFill>
                  <a:srgbClr val="061844"/>
                </a:solidFill>
                <a:latin typeface="Titillium Web ExtraLight"/>
                <a:ea typeface="Titillium Web ExtraLight"/>
                <a:cs typeface="Titillium Web ExtraLight"/>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3" name="Espaço Reservado para Texto 41">
            <a:extLst>
              <a:ext uri="{FF2B5EF4-FFF2-40B4-BE49-F238E27FC236}">
                <a16:creationId xmlns:a16="http://schemas.microsoft.com/office/drawing/2014/main" id="{459FABC4-15D1-5392-AD91-9FD913FA56D7}"/>
              </a:ext>
            </a:extLst>
          </p:cNvPr>
          <p:cNvSpPr>
            <a:spLocks noGrp="1"/>
          </p:cNvSpPr>
          <p:nvPr>
            <p:ph type="body" idx="20"/>
          </p:nvPr>
        </p:nvSpPr>
        <p:spPr>
          <a:xfrm>
            <a:off x="3300183" y="2478088"/>
            <a:ext cx="2639849" cy="3614737"/>
          </a:xfrm>
        </p:spPr>
        <p:txBody>
          <a:bodyPr>
            <a:normAutofit/>
          </a:bodyPr>
          <a:lstStyle>
            <a:lvl1pPr marL="0" indent="0">
              <a:buNone/>
              <a:defRPr sz="1200" b="0" i="0" u="none" kern="0" cap="none" spc="0" baseline="0">
                <a:ln>
                  <a:noFill/>
                </a:ln>
                <a:solidFill>
                  <a:srgbClr val="061844"/>
                </a:solidFill>
                <a:latin typeface="Titillium Web ExtraLight"/>
                <a:ea typeface="Titillium Web ExtraLight"/>
                <a:cs typeface="Titillium Web ExtraLight"/>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39" name="Espaço Reservado para Texto 41">
            <a:extLst>
              <a:ext uri="{FF2B5EF4-FFF2-40B4-BE49-F238E27FC236}">
                <a16:creationId xmlns:a16="http://schemas.microsoft.com/office/drawing/2014/main" id="{277D13CE-58C0-FD09-06AF-D117B34389D7}"/>
              </a:ext>
            </a:extLst>
          </p:cNvPr>
          <p:cNvSpPr>
            <a:spLocks noGrp="1"/>
          </p:cNvSpPr>
          <p:nvPr>
            <p:ph type="body" idx="21"/>
          </p:nvPr>
        </p:nvSpPr>
        <p:spPr>
          <a:xfrm>
            <a:off x="6251968" y="2478088"/>
            <a:ext cx="2639849" cy="3614737"/>
          </a:xfrm>
        </p:spPr>
        <p:txBody>
          <a:bodyPr>
            <a:normAutofit/>
          </a:bodyPr>
          <a:lstStyle>
            <a:lvl1pPr marL="0" indent="0">
              <a:buNone/>
              <a:defRPr sz="1200" b="0" i="0" u="none" kern="0" cap="none" spc="0" baseline="0">
                <a:ln>
                  <a:noFill/>
                </a:ln>
                <a:solidFill>
                  <a:srgbClr val="061844"/>
                </a:solidFill>
                <a:latin typeface="Titillium Web ExtraLight"/>
                <a:ea typeface="Titillium Web ExtraLight"/>
                <a:cs typeface="Titillium Web ExtraLight"/>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41" name="Espaço Reservado para Texto 41">
            <a:extLst>
              <a:ext uri="{FF2B5EF4-FFF2-40B4-BE49-F238E27FC236}">
                <a16:creationId xmlns:a16="http://schemas.microsoft.com/office/drawing/2014/main" id="{8BD084C9-B7F9-DE26-2F01-7D47BC92C405}"/>
              </a:ext>
            </a:extLst>
          </p:cNvPr>
          <p:cNvSpPr>
            <a:spLocks noGrp="1"/>
          </p:cNvSpPr>
          <p:nvPr>
            <p:ph type="body" idx="22"/>
          </p:nvPr>
        </p:nvSpPr>
        <p:spPr>
          <a:xfrm>
            <a:off x="9184414" y="2478088"/>
            <a:ext cx="2639285" cy="3614737"/>
          </a:xfrm>
        </p:spPr>
        <p:txBody>
          <a:bodyPr>
            <a:normAutofit/>
          </a:bodyPr>
          <a:lstStyle>
            <a:lvl1pPr marL="0" indent="0">
              <a:buNone/>
              <a:defRPr sz="1200" b="0" i="0" u="none" kern="0" cap="none" spc="0" baseline="0">
                <a:ln>
                  <a:noFill/>
                </a:ln>
                <a:solidFill>
                  <a:srgbClr val="061844"/>
                </a:solidFill>
                <a:latin typeface="Titillium Web ExtraLight"/>
                <a:ea typeface="Titillium Web ExtraLight"/>
                <a:cs typeface="Titillium Web ExtraLight"/>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49" name="Espaço Reservado para Texto 41">
            <a:extLst>
              <a:ext uri="{FF2B5EF4-FFF2-40B4-BE49-F238E27FC236}">
                <a16:creationId xmlns:a16="http://schemas.microsoft.com/office/drawing/2014/main" id="{4857A2BF-C2EF-112E-AFCC-15F3F00FFDEC}"/>
              </a:ext>
            </a:extLst>
          </p:cNvPr>
          <p:cNvSpPr>
            <a:spLocks noGrp="1"/>
          </p:cNvSpPr>
          <p:nvPr>
            <p:ph type="body" idx="23"/>
          </p:nvPr>
        </p:nvSpPr>
        <p:spPr>
          <a:xfrm>
            <a:off x="355600" y="1335089"/>
            <a:ext cx="2646279" cy="491970"/>
          </a:xfrm>
          <a:prstGeom prst="rect">
            <a:avLst/>
          </a:prstGeom>
          <a:solidFill>
            <a:srgbClr val="061844"/>
          </a:solidFill>
        </p:spPr>
        <p:txBody>
          <a:bodyPr anchor="ctr">
            <a:normAutofit/>
          </a:bodyPr>
          <a:lstStyle>
            <a:lvl1pPr marL="0" indent="0" algn="ctr">
              <a:buNone/>
              <a:defRPr sz="1200" b="0" i="0" u="none" kern="0" cap="none" spc="0" baseline="0">
                <a:ln>
                  <a:noFill/>
                </a:ln>
                <a:solidFill>
                  <a:schemeClr val="bg1"/>
                </a:solidFill>
                <a:latin typeface="Titillium Web SemiBold"/>
                <a:ea typeface="Titillium Web SemiBold"/>
                <a:cs typeface="Titillium Web SemiBold"/>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50" name="Espaço Reservado para Texto 41">
            <a:extLst>
              <a:ext uri="{FF2B5EF4-FFF2-40B4-BE49-F238E27FC236}">
                <a16:creationId xmlns:a16="http://schemas.microsoft.com/office/drawing/2014/main" id="{756A2BCE-50B7-FB28-27E3-2918ADF9CD50}"/>
              </a:ext>
            </a:extLst>
          </p:cNvPr>
          <p:cNvSpPr>
            <a:spLocks noGrp="1"/>
          </p:cNvSpPr>
          <p:nvPr>
            <p:ph type="body" idx="24"/>
          </p:nvPr>
        </p:nvSpPr>
        <p:spPr>
          <a:xfrm>
            <a:off x="3300183" y="1335089"/>
            <a:ext cx="2639849" cy="491970"/>
          </a:xfrm>
          <a:prstGeom prst="rect">
            <a:avLst/>
          </a:prstGeom>
          <a:solidFill>
            <a:srgbClr val="061844"/>
          </a:solidFill>
        </p:spPr>
        <p:txBody>
          <a:bodyPr anchor="ctr">
            <a:normAutofit/>
          </a:bodyPr>
          <a:lstStyle>
            <a:lvl1pPr marL="0" indent="0" algn="ctr">
              <a:buNone/>
              <a:defRPr sz="1200" b="0" i="0" u="none" kern="0" cap="none" spc="0" baseline="0">
                <a:ln>
                  <a:noFill/>
                </a:ln>
                <a:solidFill>
                  <a:schemeClr val="bg1"/>
                </a:solidFill>
                <a:latin typeface="Titillium Web SemiBold"/>
                <a:ea typeface="Titillium Web SemiBold"/>
                <a:cs typeface="Titillium Web SemiBold"/>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51" name="Espaço Reservado para Texto 41">
            <a:extLst>
              <a:ext uri="{FF2B5EF4-FFF2-40B4-BE49-F238E27FC236}">
                <a16:creationId xmlns:a16="http://schemas.microsoft.com/office/drawing/2014/main" id="{A65C8C50-A7C0-5807-8319-0FD4C5252B93}"/>
              </a:ext>
            </a:extLst>
          </p:cNvPr>
          <p:cNvSpPr>
            <a:spLocks noGrp="1"/>
          </p:cNvSpPr>
          <p:nvPr>
            <p:ph type="body" idx="25"/>
          </p:nvPr>
        </p:nvSpPr>
        <p:spPr>
          <a:xfrm>
            <a:off x="6251968" y="1335089"/>
            <a:ext cx="2639849" cy="491970"/>
          </a:xfrm>
          <a:prstGeom prst="rect">
            <a:avLst/>
          </a:prstGeom>
          <a:solidFill>
            <a:srgbClr val="061844"/>
          </a:solidFill>
        </p:spPr>
        <p:txBody>
          <a:bodyPr anchor="ctr">
            <a:normAutofit/>
          </a:bodyPr>
          <a:lstStyle>
            <a:lvl1pPr marL="0" indent="0" algn="ctr">
              <a:buNone/>
              <a:defRPr sz="1200" b="0" i="0" u="none" kern="0" cap="none" spc="0" baseline="0">
                <a:ln>
                  <a:noFill/>
                </a:ln>
                <a:solidFill>
                  <a:schemeClr val="bg1"/>
                </a:solidFill>
                <a:latin typeface="Titillium Web SemiBold"/>
                <a:ea typeface="Titillium Web SemiBold"/>
                <a:cs typeface="Titillium Web SemiBold"/>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52" name="Espaço Reservado para Texto 41">
            <a:extLst>
              <a:ext uri="{FF2B5EF4-FFF2-40B4-BE49-F238E27FC236}">
                <a16:creationId xmlns:a16="http://schemas.microsoft.com/office/drawing/2014/main" id="{9CD97B33-7365-C4F1-9CBD-011660C996CA}"/>
              </a:ext>
            </a:extLst>
          </p:cNvPr>
          <p:cNvSpPr>
            <a:spLocks noGrp="1"/>
          </p:cNvSpPr>
          <p:nvPr>
            <p:ph type="body" idx="26"/>
          </p:nvPr>
        </p:nvSpPr>
        <p:spPr>
          <a:xfrm>
            <a:off x="9184414" y="1335089"/>
            <a:ext cx="2639285" cy="491970"/>
          </a:xfrm>
          <a:prstGeom prst="rect">
            <a:avLst/>
          </a:prstGeom>
          <a:solidFill>
            <a:srgbClr val="061844"/>
          </a:solidFill>
        </p:spPr>
        <p:txBody>
          <a:bodyPr anchor="ctr">
            <a:normAutofit/>
          </a:bodyPr>
          <a:lstStyle>
            <a:lvl1pPr marL="0" indent="0" algn="ctr">
              <a:buNone/>
              <a:defRPr sz="1200" b="0" i="0" u="none" kern="0" cap="none" spc="0" baseline="0">
                <a:ln>
                  <a:noFill/>
                </a:ln>
                <a:solidFill>
                  <a:schemeClr val="bg1"/>
                </a:solidFill>
                <a:latin typeface="Titillium Web SemiBold"/>
                <a:ea typeface="Titillium Web SemiBold"/>
                <a:cs typeface="Titillium Web SemiBold"/>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54" name="Espaço Reservado para Imagem 53">
            <a:extLst>
              <a:ext uri="{FF2B5EF4-FFF2-40B4-BE49-F238E27FC236}">
                <a16:creationId xmlns:a16="http://schemas.microsoft.com/office/drawing/2014/main" id="{C6B39C63-D7A5-3F83-2699-80417CE8375C}"/>
              </a:ext>
            </a:extLst>
          </p:cNvPr>
          <p:cNvSpPr>
            <a:spLocks noGrp="1"/>
          </p:cNvSpPr>
          <p:nvPr>
            <p:ph type="pic" idx="27"/>
          </p:nvPr>
        </p:nvSpPr>
        <p:spPr>
          <a:xfrm>
            <a:off x="355600" y="1827213"/>
            <a:ext cx="2646363" cy="650875"/>
          </a:xfrm>
        </p:spPr>
        <p:txBody>
          <a:bodyPr>
            <a:normAutofit/>
          </a:bodyPr>
          <a:lstStyle>
            <a:lvl1pPr marL="0" indent="0" algn="ctr">
              <a:buNone/>
              <a:defRPr sz="1200"/>
            </a:lvl1pPr>
          </a:lstStyle>
          <a:p>
            <a:endParaRPr/>
          </a:p>
        </p:txBody>
      </p:sp>
      <p:sp>
        <p:nvSpPr>
          <p:cNvPr id="55" name="Espaço Reservado para Imagem 53">
            <a:extLst>
              <a:ext uri="{FF2B5EF4-FFF2-40B4-BE49-F238E27FC236}">
                <a16:creationId xmlns:a16="http://schemas.microsoft.com/office/drawing/2014/main" id="{BE875CEE-2031-E94C-0C07-FD5BFEA425A5}"/>
              </a:ext>
            </a:extLst>
          </p:cNvPr>
          <p:cNvSpPr>
            <a:spLocks noGrp="1"/>
          </p:cNvSpPr>
          <p:nvPr>
            <p:ph type="pic" idx="28"/>
          </p:nvPr>
        </p:nvSpPr>
        <p:spPr>
          <a:xfrm>
            <a:off x="3303337" y="1827213"/>
            <a:ext cx="2646363" cy="650875"/>
          </a:xfrm>
        </p:spPr>
        <p:txBody>
          <a:bodyPr>
            <a:normAutofit/>
          </a:bodyPr>
          <a:lstStyle>
            <a:lvl1pPr marL="0" indent="0" algn="ctr">
              <a:buNone/>
              <a:defRPr sz="1200"/>
            </a:lvl1pPr>
          </a:lstStyle>
          <a:p>
            <a:endParaRPr/>
          </a:p>
        </p:txBody>
      </p:sp>
      <p:sp>
        <p:nvSpPr>
          <p:cNvPr id="56" name="Espaço Reservado para Imagem 53">
            <a:extLst>
              <a:ext uri="{FF2B5EF4-FFF2-40B4-BE49-F238E27FC236}">
                <a16:creationId xmlns:a16="http://schemas.microsoft.com/office/drawing/2014/main" id="{7DBE7F8C-8D06-9177-0669-024E9231A9DB}"/>
              </a:ext>
            </a:extLst>
          </p:cNvPr>
          <p:cNvSpPr>
            <a:spLocks noGrp="1"/>
          </p:cNvSpPr>
          <p:nvPr>
            <p:ph type="pic" idx="29"/>
          </p:nvPr>
        </p:nvSpPr>
        <p:spPr>
          <a:xfrm>
            <a:off x="6245058" y="1827213"/>
            <a:ext cx="2646363" cy="650875"/>
          </a:xfrm>
        </p:spPr>
        <p:txBody>
          <a:bodyPr>
            <a:normAutofit/>
          </a:bodyPr>
          <a:lstStyle>
            <a:lvl1pPr marL="0" indent="0" algn="ctr">
              <a:buNone/>
              <a:defRPr sz="1200"/>
            </a:lvl1pPr>
          </a:lstStyle>
          <a:p>
            <a:endParaRPr/>
          </a:p>
        </p:txBody>
      </p:sp>
      <p:sp>
        <p:nvSpPr>
          <p:cNvPr id="57" name="Espaço Reservado para Imagem 53">
            <a:extLst>
              <a:ext uri="{FF2B5EF4-FFF2-40B4-BE49-F238E27FC236}">
                <a16:creationId xmlns:a16="http://schemas.microsoft.com/office/drawing/2014/main" id="{087C7AFD-668C-6B7A-CDB3-850D8476651D}"/>
              </a:ext>
            </a:extLst>
          </p:cNvPr>
          <p:cNvSpPr>
            <a:spLocks noGrp="1"/>
          </p:cNvSpPr>
          <p:nvPr>
            <p:ph type="pic" idx="30"/>
          </p:nvPr>
        </p:nvSpPr>
        <p:spPr>
          <a:xfrm>
            <a:off x="9186779" y="1827213"/>
            <a:ext cx="2646363" cy="650875"/>
          </a:xfrm>
        </p:spPr>
        <p:txBody>
          <a:bodyPr>
            <a:normAutofit/>
          </a:bodyPr>
          <a:lstStyle>
            <a:lvl1pPr marL="0" indent="0" algn="ctr">
              <a:buNone/>
              <a:defRPr sz="1200"/>
            </a:lvl1pPr>
          </a:lstStyle>
          <a:p>
            <a:endParaRPr/>
          </a:p>
        </p:txBody>
      </p:sp>
      <p:pic>
        <p:nvPicPr>
          <p:cNvPr id="77" name="Imagem 5"/>
          <p:cNvPicPr>
            <a:picLocks noChangeAspect="1"/>
          </p:cNvPicPr>
          <p:nvPr/>
        </p:nvPicPr>
        <p:blipFill>
          <a:blip r:embed="rId2"/>
          <a:stretch>
            <a:fillRect/>
          </a:stretch>
        </p:blipFill>
        <p:spPr>
          <a:xfrm>
            <a:off x="10804163" y="361538"/>
            <a:ext cx="1011600" cy="461409"/>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1_INSTITUCIONAL">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idx="4"/>
          </p:nvPr>
        </p:nvSpPr>
        <p:spPr>
          <a:xfrm>
            <a:off x="11550857" y="6584949"/>
            <a:ext cx="264906" cy="174624"/>
          </a:xfrm>
          <a:prstGeom prst="rect">
            <a:avLst/>
          </a:prstGeom>
        </p:spPr>
        <p:txBody>
          <a:bodyPr lIns="0" tIns="0" rIns="0" bIns="0"/>
          <a:lstStyle>
            <a:lvl1pPr algn="r">
              <a:buNone/>
              <a:defRPr sz="900" kern="1200">
                <a:solidFill>
                  <a:srgbClr val="A6A5A5"/>
                </a:solidFill>
                <a:latin typeface="Titillium Web Light"/>
                <a:ea typeface="Titillium Web Light"/>
                <a:cs typeface="Titillium Web Light"/>
              </a:defRPr>
            </a:lvl1pPr>
          </a:lstStyle>
          <a:p>
            <a:fld id="{E8537E7D-B481-4A27-91D3-485D98CF8A66}" type="slidenum">
              <a:t>‹#›</a:t>
            </a:fld>
            <a:endParaRPr/>
          </a:p>
        </p:txBody>
      </p:sp>
      <p:sp>
        <p:nvSpPr>
          <p:cNvPr id="5" name="Conector reto 4">
            <a:extLst>
              <a:ext uri="{FF2B5EF4-FFF2-40B4-BE49-F238E27FC236}">
                <a16:creationId xmlns:a16="http://schemas.microsoft.com/office/drawing/2014/main" id="{9355E99F-E006-4649-88A5-33D6B6BC44C2}"/>
              </a:ext>
            </a:extLst>
          </p:cNvPr>
          <p:cNvSpPr>
            <a:spLocks noGrp="1"/>
          </p:cNvSpPr>
          <p:nvPr/>
        </p:nv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7" name="Conector reto 6">
            <a:extLst>
              <a:ext uri="{FF2B5EF4-FFF2-40B4-BE49-F238E27FC236}">
                <a16:creationId xmlns:a16="http://schemas.microsoft.com/office/drawing/2014/main" id="{2DD322A3-4795-4B8E-A1F1-95F81DB4B2B9}"/>
              </a:ext>
            </a:extLst>
          </p:cNvPr>
          <p:cNvSpPr>
            <a:spLocks noGrp="1"/>
          </p:cNvSpPr>
          <p:nvPr/>
        </p:nv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idx="10" hasCustomPrompt="1"/>
          </p:nvPr>
        </p:nvSpPr>
        <p:spPr>
          <a:xfrm>
            <a:off x="371475" y="311805"/>
            <a:ext cx="10289426" cy="309563"/>
          </a:xfrm>
          <a:prstGeom prst="rect">
            <a:avLst/>
          </a:prstGeom>
        </p:spPr>
        <p:txBody>
          <a:bodyPr lIns="0" tIns="0" rIns="0" bIns="0" anchor="b">
            <a:noAutofit/>
          </a:bodyPr>
          <a:lstStyle>
            <a:lvl1pPr marL="0" indent="0" algn="l" defTabSz="914400">
              <a:lnSpc>
                <a:spcPct val="90000"/>
              </a:lnSpc>
              <a:spcBef>
                <a:spcPts val="1000"/>
              </a:spcBef>
              <a:buFont typeface="Arial"/>
              <a:buNone/>
              <a:defRPr sz="2000" b="1" kern="1200" cap="all" baseline="0">
                <a:solidFill>
                  <a:srgbClr val="061844"/>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a:buNone/>
            </a:pPr>
            <a: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idx="16" hasCustomPrompt="1"/>
          </p:nvPr>
        </p:nvSpPr>
        <p:spPr>
          <a:xfrm>
            <a:off x="371475" y="596574"/>
            <a:ext cx="10289426" cy="266878"/>
          </a:xfrm>
          <a:prstGeom prst="rect">
            <a:avLst/>
          </a:prstGeom>
        </p:spPr>
        <p:txBody>
          <a:bodyPr lIns="0" tIns="0" rIns="0" bIns="0" anchor="ctr">
            <a:noAutofit/>
          </a:bodyPr>
          <a:lstStyle>
            <a:lvl1pPr marL="0" indent="0" algn="l" defTabSz="914400">
              <a:lnSpc>
                <a:spcPct val="90000"/>
              </a:lnSpc>
              <a:spcBef>
                <a:spcPts val="1000"/>
              </a:spcBef>
              <a:buFont typeface="Arial"/>
              <a:buNone/>
              <a:defRPr sz="1600" kern="1200" cap="none" baseline="0">
                <a:solidFill>
                  <a:srgbClr val="3F4655"/>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marL="0" indent="0" algn="l" defTabSz="914400">
              <a:lnSpc>
                <a:spcPct val="90000"/>
              </a:lnSpc>
              <a:spcBef>
                <a:spcPts val="1000"/>
              </a:spcBef>
              <a:buFont typeface="Arial"/>
              <a:buNone/>
            </a:pPr>
            <a: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idx="17" hasCustomPrompt="1"/>
          </p:nvPr>
        </p:nvSpPr>
        <p:spPr>
          <a:xfrm>
            <a:off x="366713" y="6319838"/>
            <a:ext cx="11460162" cy="99643"/>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Nota</a:t>
            </a:r>
          </a:p>
        </p:txBody>
      </p:sp>
      <p:sp>
        <p:nvSpPr>
          <p:cNvPr id="42" name="Espaço Reservado para Texto 41">
            <a:extLst>
              <a:ext uri="{FF2B5EF4-FFF2-40B4-BE49-F238E27FC236}">
                <a16:creationId xmlns:a16="http://schemas.microsoft.com/office/drawing/2014/main" id="{1D814EBE-DEA8-0505-02D8-DFBC3BE430AB}"/>
              </a:ext>
            </a:extLst>
          </p:cNvPr>
          <p:cNvSpPr>
            <a:spLocks noGrp="1"/>
          </p:cNvSpPr>
          <p:nvPr>
            <p:ph type="body" idx="19"/>
          </p:nvPr>
        </p:nvSpPr>
        <p:spPr>
          <a:xfrm>
            <a:off x="355600" y="2478088"/>
            <a:ext cx="3547615" cy="3614737"/>
          </a:xfrm>
        </p:spPr>
        <p:txBody>
          <a:bodyPr>
            <a:normAutofit/>
          </a:bodyPr>
          <a:lstStyle>
            <a:lvl1pPr marL="0" indent="0">
              <a:buNone/>
              <a:defRPr sz="1200" b="0" i="0" u="none" kern="0" cap="none" spc="0" baseline="0">
                <a:ln>
                  <a:noFill/>
                </a:ln>
                <a:solidFill>
                  <a:srgbClr val="061844"/>
                </a:solidFill>
                <a:latin typeface="Titillium Web ExtraLight"/>
                <a:ea typeface="Titillium Web ExtraLight"/>
                <a:cs typeface="Titillium Web ExtraLight"/>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3" name="Espaço Reservado para Texto 41">
            <a:extLst>
              <a:ext uri="{FF2B5EF4-FFF2-40B4-BE49-F238E27FC236}">
                <a16:creationId xmlns:a16="http://schemas.microsoft.com/office/drawing/2014/main" id="{459FABC4-15D1-5392-AD91-9FD913FA56D7}"/>
              </a:ext>
            </a:extLst>
          </p:cNvPr>
          <p:cNvSpPr>
            <a:spLocks noGrp="1"/>
          </p:cNvSpPr>
          <p:nvPr>
            <p:ph type="body" idx="20"/>
          </p:nvPr>
        </p:nvSpPr>
        <p:spPr>
          <a:xfrm>
            <a:off x="4324344" y="2478088"/>
            <a:ext cx="3556370" cy="3614737"/>
          </a:xfrm>
        </p:spPr>
        <p:txBody>
          <a:bodyPr>
            <a:normAutofit/>
          </a:bodyPr>
          <a:lstStyle>
            <a:lvl1pPr marL="0" indent="0">
              <a:buNone/>
              <a:defRPr sz="1200" b="0" i="0" u="none" kern="0" cap="none" spc="0" baseline="0">
                <a:ln>
                  <a:noFill/>
                </a:ln>
                <a:solidFill>
                  <a:srgbClr val="061844"/>
                </a:solidFill>
                <a:latin typeface="Titillium Web ExtraLight"/>
                <a:ea typeface="Titillium Web ExtraLight"/>
                <a:cs typeface="Titillium Web ExtraLight"/>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39" name="Espaço Reservado para Texto 41">
            <a:extLst>
              <a:ext uri="{FF2B5EF4-FFF2-40B4-BE49-F238E27FC236}">
                <a16:creationId xmlns:a16="http://schemas.microsoft.com/office/drawing/2014/main" id="{277D13CE-58C0-FD09-06AF-D117B34389D7}"/>
              </a:ext>
            </a:extLst>
          </p:cNvPr>
          <p:cNvSpPr>
            <a:spLocks noGrp="1"/>
          </p:cNvSpPr>
          <p:nvPr>
            <p:ph type="body" idx="21"/>
          </p:nvPr>
        </p:nvSpPr>
        <p:spPr>
          <a:xfrm>
            <a:off x="8279257" y="2478088"/>
            <a:ext cx="3547616" cy="3614737"/>
          </a:xfrm>
        </p:spPr>
        <p:txBody>
          <a:bodyPr>
            <a:normAutofit/>
          </a:bodyPr>
          <a:lstStyle>
            <a:lvl1pPr marL="0" indent="0">
              <a:buNone/>
              <a:defRPr sz="1200" b="0" i="0" u="none" kern="0" cap="none" spc="0" baseline="0">
                <a:ln>
                  <a:noFill/>
                </a:ln>
                <a:solidFill>
                  <a:srgbClr val="061844"/>
                </a:solidFill>
                <a:latin typeface="Titillium Web ExtraLight"/>
                <a:ea typeface="Titillium Web ExtraLight"/>
                <a:cs typeface="Titillium Web ExtraLight"/>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49" name="Espaço Reservado para Texto 41">
            <a:extLst>
              <a:ext uri="{FF2B5EF4-FFF2-40B4-BE49-F238E27FC236}">
                <a16:creationId xmlns:a16="http://schemas.microsoft.com/office/drawing/2014/main" id="{4857A2BF-C2EF-112E-AFCC-15F3F00FFDEC}"/>
              </a:ext>
            </a:extLst>
          </p:cNvPr>
          <p:cNvSpPr>
            <a:spLocks noGrp="1"/>
          </p:cNvSpPr>
          <p:nvPr>
            <p:ph type="body" idx="23"/>
          </p:nvPr>
        </p:nvSpPr>
        <p:spPr>
          <a:xfrm>
            <a:off x="355600" y="1335089"/>
            <a:ext cx="3531558" cy="491970"/>
          </a:xfrm>
          <a:prstGeom prst="rect">
            <a:avLst/>
          </a:prstGeom>
          <a:solidFill>
            <a:srgbClr val="061844"/>
          </a:solidFill>
        </p:spPr>
        <p:txBody>
          <a:bodyPr anchor="ctr">
            <a:normAutofit/>
          </a:bodyPr>
          <a:lstStyle>
            <a:lvl1pPr marL="0" indent="0" algn="ctr">
              <a:buNone/>
              <a:defRPr sz="1200" b="0" i="0" u="none" kern="0" cap="none" spc="0" baseline="0">
                <a:ln>
                  <a:noFill/>
                </a:ln>
                <a:solidFill>
                  <a:schemeClr val="bg1"/>
                </a:solidFill>
                <a:latin typeface="Titillium Web SemiBold"/>
                <a:ea typeface="Titillium Web SemiBold"/>
                <a:cs typeface="Titillium Web SemiBold"/>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50" name="Espaço Reservado para Texto 41">
            <a:extLst>
              <a:ext uri="{FF2B5EF4-FFF2-40B4-BE49-F238E27FC236}">
                <a16:creationId xmlns:a16="http://schemas.microsoft.com/office/drawing/2014/main" id="{756A2BCE-50B7-FB28-27E3-2918ADF9CD50}"/>
              </a:ext>
            </a:extLst>
          </p:cNvPr>
          <p:cNvSpPr>
            <a:spLocks noGrp="1"/>
          </p:cNvSpPr>
          <p:nvPr>
            <p:ph type="body" idx="24"/>
          </p:nvPr>
        </p:nvSpPr>
        <p:spPr>
          <a:xfrm>
            <a:off x="4324344" y="1335089"/>
            <a:ext cx="3556370" cy="491970"/>
          </a:xfrm>
          <a:prstGeom prst="rect">
            <a:avLst/>
          </a:prstGeom>
          <a:solidFill>
            <a:srgbClr val="061844"/>
          </a:solidFill>
        </p:spPr>
        <p:txBody>
          <a:bodyPr anchor="ctr">
            <a:normAutofit/>
          </a:bodyPr>
          <a:lstStyle>
            <a:lvl1pPr marL="0" indent="0" algn="ctr">
              <a:buNone/>
              <a:defRPr sz="1200" b="0" i="0" u="none" kern="0" cap="none" spc="0" baseline="0">
                <a:ln>
                  <a:noFill/>
                </a:ln>
                <a:solidFill>
                  <a:schemeClr val="bg1"/>
                </a:solidFill>
                <a:latin typeface="Titillium Web SemiBold"/>
                <a:ea typeface="Titillium Web SemiBold"/>
                <a:cs typeface="Titillium Web SemiBold"/>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51" name="Espaço Reservado para Texto 41">
            <a:extLst>
              <a:ext uri="{FF2B5EF4-FFF2-40B4-BE49-F238E27FC236}">
                <a16:creationId xmlns:a16="http://schemas.microsoft.com/office/drawing/2014/main" id="{A65C8C50-A7C0-5807-8319-0FD4C5252B93}"/>
              </a:ext>
            </a:extLst>
          </p:cNvPr>
          <p:cNvSpPr>
            <a:spLocks noGrp="1"/>
          </p:cNvSpPr>
          <p:nvPr>
            <p:ph type="body" idx="25"/>
          </p:nvPr>
        </p:nvSpPr>
        <p:spPr>
          <a:xfrm>
            <a:off x="8279257" y="1335089"/>
            <a:ext cx="3547616" cy="491970"/>
          </a:xfrm>
          <a:prstGeom prst="rect">
            <a:avLst/>
          </a:prstGeom>
          <a:solidFill>
            <a:srgbClr val="061844"/>
          </a:solidFill>
        </p:spPr>
        <p:txBody>
          <a:bodyPr anchor="ctr">
            <a:normAutofit/>
          </a:bodyPr>
          <a:lstStyle>
            <a:lvl1pPr marL="0" indent="0" algn="ctr">
              <a:buNone/>
              <a:defRPr sz="1200" b="0" i="0" u="none" kern="0" cap="none" spc="0" baseline="0">
                <a:ln>
                  <a:noFill/>
                </a:ln>
                <a:solidFill>
                  <a:schemeClr val="bg1"/>
                </a:solidFill>
                <a:latin typeface="Titillium Web SemiBold"/>
                <a:ea typeface="Titillium Web SemiBold"/>
                <a:cs typeface="Titillium Web SemiBold"/>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54" name="Espaço Reservado para Imagem 53">
            <a:extLst>
              <a:ext uri="{FF2B5EF4-FFF2-40B4-BE49-F238E27FC236}">
                <a16:creationId xmlns:a16="http://schemas.microsoft.com/office/drawing/2014/main" id="{C6B39C63-D7A5-3F83-2699-80417CE8375C}"/>
              </a:ext>
            </a:extLst>
          </p:cNvPr>
          <p:cNvSpPr>
            <a:spLocks noGrp="1"/>
          </p:cNvSpPr>
          <p:nvPr>
            <p:ph type="pic" idx="27"/>
          </p:nvPr>
        </p:nvSpPr>
        <p:spPr>
          <a:xfrm>
            <a:off x="355600" y="1827213"/>
            <a:ext cx="3531670" cy="650875"/>
          </a:xfrm>
        </p:spPr>
        <p:txBody>
          <a:bodyPr>
            <a:normAutofit/>
          </a:bodyPr>
          <a:lstStyle>
            <a:lvl1pPr marL="0" indent="0" algn="ctr">
              <a:buNone/>
              <a:defRPr sz="1200"/>
            </a:lvl1pPr>
          </a:lstStyle>
          <a:p>
            <a:endParaRPr/>
          </a:p>
        </p:txBody>
      </p:sp>
      <p:sp>
        <p:nvSpPr>
          <p:cNvPr id="55" name="Espaço Reservado para Imagem 53">
            <a:extLst>
              <a:ext uri="{FF2B5EF4-FFF2-40B4-BE49-F238E27FC236}">
                <a16:creationId xmlns:a16="http://schemas.microsoft.com/office/drawing/2014/main" id="{BE875CEE-2031-E94C-0C07-FD5BFEA425A5}"/>
              </a:ext>
            </a:extLst>
          </p:cNvPr>
          <p:cNvSpPr>
            <a:spLocks noGrp="1"/>
          </p:cNvSpPr>
          <p:nvPr>
            <p:ph type="pic" idx="28"/>
          </p:nvPr>
        </p:nvSpPr>
        <p:spPr>
          <a:xfrm>
            <a:off x="4327498" y="1827213"/>
            <a:ext cx="3565146" cy="650875"/>
          </a:xfrm>
        </p:spPr>
        <p:txBody>
          <a:bodyPr>
            <a:normAutofit/>
          </a:bodyPr>
          <a:lstStyle>
            <a:lvl1pPr marL="0" indent="0" algn="ctr">
              <a:buNone/>
              <a:defRPr sz="1200"/>
            </a:lvl1pPr>
          </a:lstStyle>
          <a:p>
            <a:endParaRPr/>
          </a:p>
        </p:txBody>
      </p:sp>
      <p:sp>
        <p:nvSpPr>
          <p:cNvPr id="56" name="Espaço Reservado para Imagem 53">
            <a:extLst>
              <a:ext uri="{FF2B5EF4-FFF2-40B4-BE49-F238E27FC236}">
                <a16:creationId xmlns:a16="http://schemas.microsoft.com/office/drawing/2014/main" id="{7DBE7F8C-8D06-9177-0669-024E9231A9DB}"/>
              </a:ext>
            </a:extLst>
          </p:cNvPr>
          <p:cNvSpPr>
            <a:spLocks noGrp="1"/>
          </p:cNvSpPr>
          <p:nvPr>
            <p:ph type="pic" idx="29"/>
          </p:nvPr>
        </p:nvSpPr>
        <p:spPr>
          <a:xfrm>
            <a:off x="8272347" y="1827213"/>
            <a:ext cx="3556370" cy="650875"/>
          </a:xfrm>
        </p:spPr>
        <p:txBody>
          <a:bodyPr>
            <a:normAutofit/>
          </a:bodyPr>
          <a:lstStyle>
            <a:lvl1pPr marL="0" indent="0" algn="ctr">
              <a:buNone/>
              <a:defRPr sz="1200"/>
            </a:lvl1pPr>
          </a:lstStyle>
          <a:p>
            <a:endParaRPr/>
          </a:p>
        </p:txBody>
      </p:sp>
      <p:pic>
        <p:nvPicPr>
          <p:cNvPr id="73" name="Imagem 5"/>
          <p:cNvPicPr>
            <a:picLocks noChangeAspect="1"/>
          </p:cNvPicPr>
          <p:nvPr/>
        </p:nvPicPr>
        <p:blipFill>
          <a:blip r:embed="rId2"/>
          <a:stretch>
            <a:fillRect/>
          </a:stretch>
        </p:blipFill>
        <p:spPr>
          <a:xfrm>
            <a:off x="10804163" y="361538"/>
            <a:ext cx="1011600" cy="461409"/>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6_INSTITUCIONAL">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idx="4"/>
          </p:nvPr>
        </p:nvSpPr>
        <p:spPr>
          <a:xfrm>
            <a:off x="11550857" y="6584949"/>
            <a:ext cx="264906" cy="174624"/>
          </a:xfrm>
          <a:prstGeom prst="rect">
            <a:avLst/>
          </a:prstGeom>
        </p:spPr>
        <p:txBody>
          <a:bodyPr lIns="0" tIns="0" rIns="0" bIns="0"/>
          <a:lstStyle>
            <a:lvl1pPr algn="r">
              <a:buNone/>
              <a:defRPr sz="900" kern="1200">
                <a:solidFill>
                  <a:srgbClr val="A6A5A5"/>
                </a:solidFill>
                <a:latin typeface="Titillium Web Light"/>
                <a:ea typeface="Titillium Web Light"/>
                <a:cs typeface="Titillium Web Light"/>
              </a:defRPr>
            </a:lvl1pPr>
          </a:lstStyle>
          <a:p>
            <a:fld id="{E8537E7D-B481-4A27-91D3-485D98CF8A66}" type="slidenum">
              <a:t>‹#›</a:t>
            </a:fld>
            <a:endParaRPr/>
          </a:p>
        </p:txBody>
      </p:sp>
      <p:sp>
        <p:nvSpPr>
          <p:cNvPr id="5" name="Conector reto 4">
            <a:extLst>
              <a:ext uri="{FF2B5EF4-FFF2-40B4-BE49-F238E27FC236}">
                <a16:creationId xmlns:a16="http://schemas.microsoft.com/office/drawing/2014/main" id="{EA331848-A2EC-4108-8E23-19E7BDC878B2}"/>
              </a:ext>
            </a:extLst>
          </p:cNvPr>
          <p:cNvSpPr>
            <a:spLocks noGrp="1"/>
          </p:cNvSpPr>
          <p:nvPr/>
        </p:nv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7" name="Conector reto 6">
            <a:extLst>
              <a:ext uri="{FF2B5EF4-FFF2-40B4-BE49-F238E27FC236}">
                <a16:creationId xmlns:a16="http://schemas.microsoft.com/office/drawing/2014/main" id="{BC18BC87-6C0B-4C76-BDAF-282A0CFAF5E1}"/>
              </a:ext>
            </a:extLst>
          </p:cNvPr>
          <p:cNvSpPr>
            <a:spLocks noGrp="1"/>
          </p:cNvSpPr>
          <p:nvPr/>
        </p:nv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idx="10" hasCustomPrompt="1"/>
          </p:nvPr>
        </p:nvSpPr>
        <p:spPr>
          <a:xfrm>
            <a:off x="371475" y="311805"/>
            <a:ext cx="10289426" cy="309563"/>
          </a:xfrm>
          <a:prstGeom prst="rect">
            <a:avLst/>
          </a:prstGeom>
        </p:spPr>
        <p:txBody>
          <a:bodyPr lIns="0" tIns="0" rIns="0" bIns="0" anchor="b">
            <a:noAutofit/>
          </a:bodyPr>
          <a:lstStyle>
            <a:lvl1pPr marL="0" indent="0" algn="l" defTabSz="914400">
              <a:lnSpc>
                <a:spcPct val="90000"/>
              </a:lnSpc>
              <a:spcBef>
                <a:spcPts val="1000"/>
              </a:spcBef>
              <a:buFont typeface="Arial"/>
              <a:buNone/>
              <a:defRPr sz="2000" b="1" kern="1200" cap="all" baseline="0">
                <a:solidFill>
                  <a:srgbClr val="061844"/>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a:buNone/>
            </a:pPr>
            <a: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idx="16" hasCustomPrompt="1"/>
          </p:nvPr>
        </p:nvSpPr>
        <p:spPr>
          <a:xfrm>
            <a:off x="371475" y="596574"/>
            <a:ext cx="10289426" cy="266878"/>
          </a:xfrm>
          <a:prstGeom prst="rect">
            <a:avLst/>
          </a:prstGeom>
        </p:spPr>
        <p:txBody>
          <a:bodyPr lIns="0" tIns="0" rIns="0" bIns="0" anchor="ctr">
            <a:noAutofit/>
          </a:bodyPr>
          <a:lstStyle>
            <a:lvl1pPr marL="0" indent="0" algn="l" defTabSz="914400">
              <a:lnSpc>
                <a:spcPct val="90000"/>
              </a:lnSpc>
              <a:spcBef>
                <a:spcPts val="1000"/>
              </a:spcBef>
              <a:buFont typeface="Arial"/>
              <a:buNone/>
              <a:defRPr sz="1600" kern="1200" cap="none" baseline="0">
                <a:solidFill>
                  <a:srgbClr val="3F4655"/>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marL="0" indent="0" algn="l" defTabSz="914400">
              <a:lnSpc>
                <a:spcPct val="90000"/>
              </a:lnSpc>
              <a:spcBef>
                <a:spcPts val="1000"/>
              </a:spcBef>
              <a:buFont typeface="Arial"/>
              <a:buNone/>
            </a:pPr>
            <a: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idx="17" hasCustomPrompt="1"/>
          </p:nvPr>
        </p:nvSpPr>
        <p:spPr>
          <a:xfrm>
            <a:off x="366713" y="6319838"/>
            <a:ext cx="11460162" cy="99643"/>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Nota</a:t>
            </a:r>
          </a:p>
        </p:txBody>
      </p:sp>
      <p:sp>
        <p:nvSpPr>
          <p:cNvPr id="42" name="Espaço Reservado para Texto 41">
            <a:extLst>
              <a:ext uri="{FF2B5EF4-FFF2-40B4-BE49-F238E27FC236}">
                <a16:creationId xmlns:a16="http://schemas.microsoft.com/office/drawing/2014/main" id="{1D814EBE-DEA8-0505-02D8-DFBC3BE430AB}"/>
              </a:ext>
            </a:extLst>
          </p:cNvPr>
          <p:cNvSpPr>
            <a:spLocks noGrp="1"/>
          </p:cNvSpPr>
          <p:nvPr>
            <p:ph type="body" idx="19"/>
          </p:nvPr>
        </p:nvSpPr>
        <p:spPr>
          <a:xfrm>
            <a:off x="355600" y="3726180"/>
            <a:ext cx="3547615" cy="2366645"/>
          </a:xfrm>
        </p:spPr>
        <p:txBody>
          <a:bodyPr>
            <a:normAutofit/>
          </a:bodyPr>
          <a:lstStyle>
            <a:lvl1pPr marL="0" indent="0">
              <a:buNone/>
              <a:defRPr sz="1200" b="0" i="0" u="none" kern="0" cap="none" spc="0" baseline="0">
                <a:ln>
                  <a:noFill/>
                </a:ln>
                <a:solidFill>
                  <a:srgbClr val="061844"/>
                </a:solidFill>
                <a:latin typeface="Titillium Web ExtraLight"/>
                <a:ea typeface="Titillium Web ExtraLight"/>
                <a:cs typeface="Titillium Web ExtraLight"/>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3" name="Espaço Reservado para Texto 41">
            <a:extLst>
              <a:ext uri="{FF2B5EF4-FFF2-40B4-BE49-F238E27FC236}">
                <a16:creationId xmlns:a16="http://schemas.microsoft.com/office/drawing/2014/main" id="{459FABC4-15D1-5392-AD91-9FD913FA56D7}"/>
              </a:ext>
            </a:extLst>
          </p:cNvPr>
          <p:cNvSpPr>
            <a:spLocks noGrp="1"/>
          </p:cNvSpPr>
          <p:nvPr>
            <p:ph type="body" idx="20"/>
          </p:nvPr>
        </p:nvSpPr>
        <p:spPr>
          <a:xfrm>
            <a:off x="4324344" y="3726180"/>
            <a:ext cx="3556370" cy="2366645"/>
          </a:xfrm>
        </p:spPr>
        <p:txBody>
          <a:bodyPr>
            <a:normAutofit/>
          </a:bodyPr>
          <a:lstStyle>
            <a:lvl1pPr marL="0" indent="0">
              <a:buNone/>
              <a:defRPr sz="1200" b="0" i="0" u="none" kern="0" cap="none" spc="0" baseline="0">
                <a:ln>
                  <a:noFill/>
                </a:ln>
                <a:solidFill>
                  <a:srgbClr val="061844"/>
                </a:solidFill>
                <a:latin typeface="Titillium Web ExtraLight"/>
                <a:ea typeface="Titillium Web ExtraLight"/>
                <a:cs typeface="Titillium Web ExtraLight"/>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39" name="Espaço Reservado para Texto 41">
            <a:extLst>
              <a:ext uri="{FF2B5EF4-FFF2-40B4-BE49-F238E27FC236}">
                <a16:creationId xmlns:a16="http://schemas.microsoft.com/office/drawing/2014/main" id="{277D13CE-58C0-FD09-06AF-D117B34389D7}"/>
              </a:ext>
            </a:extLst>
          </p:cNvPr>
          <p:cNvSpPr>
            <a:spLocks noGrp="1"/>
          </p:cNvSpPr>
          <p:nvPr>
            <p:ph type="body" idx="21"/>
          </p:nvPr>
        </p:nvSpPr>
        <p:spPr>
          <a:xfrm>
            <a:off x="8279257" y="3726180"/>
            <a:ext cx="3547616" cy="2366645"/>
          </a:xfrm>
        </p:spPr>
        <p:txBody>
          <a:bodyPr>
            <a:normAutofit/>
          </a:bodyPr>
          <a:lstStyle>
            <a:lvl1pPr marL="0" indent="0">
              <a:buNone/>
              <a:defRPr sz="1200" b="0" i="0" u="none" kern="0" cap="none" spc="0" baseline="0">
                <a:ln>
                  <a:noFill/>
                </a:ln>
                <a:solidFill>
                  <a:srgbClr val="061844"/>
                </a:solidFill>
                <a:latin typeface="Titillium Web ExtraLight"/>
                <a:ea typeface="Titillium Web ExtraLight"/>
                <a:cs typeface="Titillium Web ExtraLight"/>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49" name="Espaço Reservado para Texto 41">
            <a:extLst>
              <a:ext uri="{FF2B5EF4-FFF2-40B4-BE49-F238E27FC236}">
                <a16:creationId xmlns:a16="http://schemas.microsoft.com/office/drawing/2014/main" id="{4857A2BF-C2EF-112E-AFCC-15F3F00FFDEC}"/>
              </a:ext>
            </a:extLst>
          </p:cNvPr>
          <p:cNvSpPr>
            <a:spLocks noGrp="1"/>
          </p:cNvSpPr>
          <p:nvPr>
            <p:ph type="body" idx="23"/>
          </p:nvPr>
        </p:nvSpPr>
        <p:spPr>
          <a:xfrm>
            <a:off x="355600" y="2583181"/>
            <a:ext cx="3531558" cy="491970"/>
          </a:xfrm>
          <a:prstGeom prst="rect">
            <a:avLst/>
          </a:prstGeom>
          <a:solidFill>
            <a:srgbClr val="061844"/>
          </a:solidFill>
        </p:spPr>
        <p:txBody>
          <a:bodyPr anchor="ctr">
            <a:normAutofit/>
          </a:bodyPr>
          <a:lstStyle>
            <a:lvl1pPr marL="0" indent="0" algn="ctr">
              <a:buNone/>
              <a:defRPr sz="1200" b="0" i="0" u="none" kern="0" cap="none" spc="0" baseline="0">
                <a:ln>
                  <a:noFill/>
                </a:ln>
                <a:solidFill>
                  <a:schemeClr val="bg1"/>
                </a:solidFill>
                <a:latin typeface="Titillium Web SemiBold"/>
                <a:ea typeface="Titillium Web SemiBold"/>
                <a:cs typeface="Titillium Web SemiBold"/>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50" name="Espaço Reservado para Texto 41">
            <a:extLst>
              <a:ext uri="{FF2B5EF4-FFF2-40B4-BE49-F238E27FC236}">
                <a16:creationId xmlns:a16="http://schemas.microsoft.com/office/drawing/2014/main" id="{756A2BCE-50B7-FB28-27E3-2918ADF9CD50}"/>
              </a:ext>
            </a:extLst>
          </p:cNvPr>
          <p:cNvSpPr>
            <a:spLocks noGrp="1"/>
          </p:cNvSpPr>
          <p:nvPr>
            <p:ph type="body" idx="24"/>
          </p:nvPr>
        </p:nvSpPr>
        <p:spPr>
          <a:xfrm>
            <a:off x="4324344" y="2583181"/>
            <a:ext cx="3556370" cy="491970"/>
          </a:xfrm>
          <a:prstGeom prst="rect">
            <a:avLst/>
          </a:prstGeom>
          <a:solidFill>
            <a:srgbClr val="061844"/>
          </a:solidFill>
        </p:spPr>
        <p:txBody>
          <a:bodyPr anchor="ctr">
            <a:normAutofit/>
          </a:bodyPr>
          <a:lstStyle>
            <a:lvl1pPr marL="0" indent="0" algn="ctr">
              <a:buNone/>
              <a:defRPr sz="1200" b="0" i="0" u="none" kern="0" cap="none" spc="0" baseline="0">
                <a:ln>
                  <a:noFill/>
                </a:ln>
                <a:solidFill>
                  <a:schemeClr val="bg1"/>
                </a:solidFill>
                <a:latin typeface="Titillium Web SemiBold"/>
                <a:ea typeface="Titillium Web SemiBold"/>
                <a:cs typeface="Titillium Web SemiBold"/>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51" name="Espaço Reservado para Texto 41">
            <a:extLst>
              <a:ext uri="{FF2B5EF4-FFF2-40B4-BE49-F238E27FC236}">
                <a16:creationId xmlns:a16="http://schemas.microsoft.com/office/drawing/2014/main" id="{A65C8C50-A7C0-5807-8319-0FD4C5252B93}"/>
              </a:ext>
            </a:extLst>
          </p:cNvPr>
          <p:cNvSpPr>
            <a:spLocks noGrp="1"/>
          </p:cNvSpPr>
          <p:nvPr>
            <p:ph type="body" idx="25"/>
          </p:nvPr>
        </p:nvSpPr>
        <p:spPr>
          <a:xfrm>
            <a:off x="8279257" y="2583181"/>
            <a:ext cx="3547616" cy="491970"/>
          </a:xfrm>
          <a:prstGeom prst="rect">
            <a:avLst/>
          </a:prstGeom>
          <a:solidFill>
            <a:srgbClr val="061844"/>
          </a:solidFill>
        </p:spPr>
        <p:txBody>
          <a:bodyPr anchor="ctr">
            <a:normAutofit/>
          </a:bodyPr>
          <a:lstStyle>
            <a:lvl1pPr marL="0" indent="0" algn="ctr">
              <a:buNone/>
              <a:defRPr sz="1200" b="0" i="0" u="none" kern="0" cap="none" spc="0" baseline="0">
                <a:ln>
                  <a:noFill/>
                </a:ln>
                <a:solidFill>
                  <a:schemeClr val="bg1"/>
                </a:solidFill>
                <a:latin typeface="Titillium Web SemiBold"/>
                <a:ea typeface="Titillium Web SemiBold"/>
                <a:cs typeface="Titillium Web SemiBold"/>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54" name="Espaço Reservado para Imagem 53">
            <a:extLst>
              <a:ext uri="{FF2B5EF4-FFF2-40B4-BE49-F238E27FC236}">
                <a16:creationId xmlns:a16="http://schemas.microsoft.com/office/drawing/2014/main" id="{C6B39C63-D7A5-3F83-2699-80417CE8375C}"/>
              </a:ext>
            </a:extLst>
          </p:cNvPr>
          <p:cNvSpPr>
            <a:spLocks noGrp="1"/>
          </p:cNvSpPr>
          <p:nvPr>
            <p:ph type="pic" idx="27"/>
          </p:nvPr>
        </p:nvSpPr>
        <p:spPr>
          <a:xfrm>
            <a:off x="355600" y="3075305"/>
            <a:ext cx="3531670" cy="650875"/>
          </a:xfrm>
        </p:spPr>
        <p:txBody>
          <a:bodyPr>
            <a:normAutofit/>
          </a:bodyPr>
          <a:lstStyle>
            <a:lvl1pPr marL="0" indent="0" algn="ctr">
              <a:buNone/>
              <a:defRPr sz="1200"/>
            </a:lvl1pPr>
          </a:lstStyle>
          <a:p>
            <a:endParaRPr/>
          </a:p>
        </p:txBody>
      </p:sp>
      <p:sp>
        <p:nvSpPr>
          <p:cNvPr id="55" name="Espaço Reservado para Imagem 53">
            <a:extLst>
              <a:ext uri="{FF2B5EF4-FFF2-40B4-BE49-F238E27FC236}">
                <a16:creationId xmlns:a16="http://schemas.microsoft.com/office/drawing/2014/main" id="{BE875CEE-2031-E94C-0C07-FD5BFEA425A5}"/>
              </a:ext>
            </a:extLst>
          </p:cNvPr>
          <p:cNvSpPr>
            <a:spLocks noGrp="1"/>
          </p:cNvSpPr>
          <p:nvPr>
            <p:ph type="pic" idx="28"/>
          </p:nvPr>
        </p:nvSpPr>
        <p:spPr>
          <a:xfrm>
            <a:off x="4327498" y="3075305"/>
            <a:ext cx="3565146" cy="650875"/>
          </a:xfrm>
        </p:spPr>
        <p:txBody>
          <a:bodyPr>
            <a:normAutofit/>
          </a:bodyPr>
          <a:lstStyle>
            <a:lvl1pPr marL="0" indent="0" algn="ctr">
              <a:buNone/>
              <a:defRPr sz="1200"/>
            </a:lvl1pPr>
          </a:lstStyle>
          <a:p>
            <a:endParaRPr/>
          </a:p>
        </p:txBody>
      </p:sp>
      <p:sp>
        <p:nvSpPr>
          <p:cNvPr id="56" name="Espaço Reservado para Imagem 53">
            <a:extLst>
              <a:ext uri="{FF2B5EF4-FFF2-40B4-BE49-F238E27FC236}">
                <a16:creationId xmlns:a16="http://schemas.microsoft.com/office/drawing/2014/main" id="{7DBE7F8C-8D06-9177-0669-024E9231A9DB}"/>
              </a:ext>
            </a:extLst>
          </p:cNvPr>
          <p:cNvSpPr>
            <a:spLocks noGrp="1"/>
          </p:cNvSpPr>
          <p:nvPr>
            <p:ph type="pic" idx="29"/>
          </p:nvPr>
        </p:nvSpPr>
        <p:spPr>
          <a:xfrm>
            <a:off x="8272347" y="3075305"/>
            <a:ext cx="3556370" cy="650875"/>
          </a:xfrm>
        </p:spPr>
        <p:txBody>
          <a:bodyPr>
            <a:normAutofit/>
          </a:bodyPr>
          <a:lstStyle>
            <a:lvl1pPr marL="0" indent="0" algn="ctr">
              <a:buNone/>
              <a:defRPr sz="1200"/>
            </a:lvl1pPr>
          </a:lstStyle>
          <a:p>
            <a:endParaRPr/>
          </a:p>
        </p:txBody>
      </p:sp>
      <p:sp>
        <p:nvSpPr>
          <p:cNvPr id="6" name="Espaço Reservado para Texto 39">
            <a:extLst>
              <a:ext uri="{FF2B5EF4-FFF2-40B4-BE49-F238E27FC236}">
                <a16:creationId xmlns:a16="http://schemas.microsoft.com/office/drawing/2014/main" id="{F21DDFCF-1CDD-F70F-7B18-517B22231BF9}"/>
              </a:ext>
            </a:extLst>
          </p:cNvPr>
          <p:cNvSpPr>
            <a:spLocks noGrp="1"/>
          </p:cNvSpPr>
          <p:nvPr>
            <p:ph type="body" idx="18"/>
          </p:nvPr>
        </p:nvSpPr>
        <p:spPr>
          <a:xfrm>
            <a:off x="355600" y="1327150"/>
            <a:ext cx="11464925" cy="1023938"/>
          </a:xfrm>
          <a:prstGeom prst="rect">
            <a:avLst/>
          </a:prstGeom>
          <a:solidFill>
            <a:srgbClr val="061844"/>
          </a:solidFill>
        </p:spPr>
        <p:txBody>
          <a:bodyPr anchor="ctr"/>
          <a:lstStyle>
            <a:lvl1pPr marL="0" indent="0" algn="ctr">
              <a:buNone/>
              <a:defRPr sz="1400" b="0" i="0" u="none" kern="1200" cap="none" spc="0" baseline="0">
                <a:ln>
                  <a:noFill/>
                </a:ln>
                <a:solidFill>
                  <a:prstClr val="white"/>
                </a:solidFill>
                <a:latin typeface="Titillium Web ExtraLight"/>
                <a:ea typeface="Titillium Web ExtraLight"/>
                <a:cs typeface="Titillium Web ExtraLight"/>
              </a:defRPr>
            </a:lvl1pPr>
            <a:lvl2pPr marL="457200" indent="0">
              <a:buNone/>
              <a:defRPr/>
            </a:lvl2pPr>
          </a:lstStyle>
          <a:p>
            <a:pPr>
              <a:buNone/>
            </a:pPr>
            <a:r>
              <a:t>Clique para editar os estilos de texto Mestres</a:t>
            </a:r>
          </a:p>
        </p:txBody>
      </p:sp>
      <p:sp>
        <p:nvSpPr>
          <p:cNvPr id="29" name="Forma Livre: Forma 28">
            <a:extLst>
              <a:ext uri="{FF2B5EF4-FFF2-40B4-BE49-F238E27FC236}">
                <a16:creationId xmlns:a16="http://schemas.microsoft.com/office/drawing/2014/main" id="{E9F3A6AF-59F5-3A5F-3BF9-49CC7CEE5B3C}"/>
              </a:ext>
            </a:extLst>
          </p:cNvPr>
          <p:cNvSpPr>
            <a:spLocks noGrp="1"/>
          </p:cNvSpPr>
          <p:nvPr/>
        </p:nvSpPr>
        <p:spPr>
          <a:xfrm>
            <a:off x="11012292" y="1335417"/>
            <a:ext cx="814581" cy="1002543"/>
          </a:xfrm>
          <a:custGeom>
            <a:avLst/>
            <a:gdLst>
              <a:gd name="connsiteX0" fmla="*/ 2305050 w 2307494"/>
              <a:gd name="connsiteY0" fmla="*/ 0 h 3860800"/>
              <a:gd name="connsiteX1" fmla="*/ 0 w 2307494"/>
              <a:gd name="connsiteY1" fmla="*/ 3860800 h 3860800"/>
              <a:gd name="connsiteX2" fmla="*/ 2305050 w 2307494"/>
              <a:gd name="connsiteY2" fmla="*/ 3860800 h 3860800"/>
              <a:gd name="connsiteX3" fmla="*/ 2305050 w 2307494"/>
              <a:gd name="connsiteY3" fmla="*/ 0 h 3860800"/>
            </a:gdLst>
            <a:ahLst/>
            <a:cxnLst/>
            <a:rect l="l" t="t" r="r" b="b"/>
            <a:pathLst>
              <a:path w="2307494" h="3860800">
                <a:moveTo>
                  <a:pt x="2305050" y="0"/>
                </a:moveTo>
                <a:lnTo>
                  <a:pt x="0" y="3860800"/>
                </a:lnTo>
                <a:lnTo>
                  <a:pt x="2305050" y="3860800"/>
                </a:lnTo>
                <a:cubicBezTo>
                  <a:pt x="2307167" y="2573867"/>
                  <a:pt x="2309283" y="1286933"/>
                  <a:pt x="2305050" y="0"/>
                </a:cubicBez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indent="0" algn="ctr" defTabSz="914400">
              <a:lnSpc>
                <a:spcPct val="100000"/>
              </a:lnSpc>
              <a:spcBef>
                <a:spcPts val="0"/>
              </a:spcBef>
              <a:spcAft>
                <a:spcPts val="0"/>
              </a:spcAft>
              <a:buClrTx/>
              <a:buSzTx/>
              <a:buFontTx/>
              <a:buNone/>
            </a:pPr>
            <a:endParaRPr/>
          </a:p>
        </p:txBody>
      </p:sp>
      <p:cxnSp>
        <p:nvCxnSpPr>
          <p:cNvPr id="98" name="Conector de Seta Reta 29"/>
          <p:cNvCxnSpPr/>
          <p:nvPr/>
        </p:nvCxnSpPr>
        <p:spPr>
          <a:xfrm flipH="1">
            <a:off x="11204056" y="1333084"/>
            <a:ext cx="473675" cy="594925"/>
          </a:xfrm>
          <a:prstGeom prst="straightConnector1">
            <a:avLst/>
          </a:prstGeom>
          <a:ln>
            <a:solidFill>
              <a:srgbClr val="B4CECB">
                <a:alpha val="15000"/>
              </a:srgbClr>
            </a:solidFill>
            <a:tailEnd type="none"/>
          </a:ln>
        </p:spPr>
        <p:style>
          <a:lnRef idx="1">
            <a:schemeClr val="accent1"/>
          </a:lnRef>
          <a:fillRef idx="0">
            <a:schemeClr val="accent1"/>
          </a:fillRef>
          <a:effectRef idx="0">
            <a:schemeClr val="accent1"/>
          </a:effectRef>
          <a:fontRef idx="minor">
            <a:schemeClr val="tx1"/>
          </a:fontRef>
        </p:style>
      </p:cxnSp>
      <p:sp>
        <p:nvSpPr>
          <p:cNvPr id="32" name="Forma Livre: Forma 31">
            <a:extLst>
              <a:ext uri="{FF2B5EF4-FFF2-40B4-BE49-F238E27FC236}">
                <a16:creationId xmlns:a16="http://schemas.microsoft.com/office/drawing/2014/main" id="{F68371E6-9B93-4630-005F-084B6252071C}"/>
              </a:ext>
            </a:extLst>
          </p:cNvPr>
          <p:cNvSpPr>
            <a:spLocks noGrp="1"/>
          </p:cNvSpPr>
          <p:nvPr/>
        </p:nvSpPr>
        <p:spPr>
          <a:xfrm>
            <a:off x="9707739" y="1313623"/>
            <a:ext cx="1519192" cy="1027348"/>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marL="0" marR="0" indent="0" algn="ctr" defTabSz="914400">
              <a:lnSpc>
                <a:spcPct val="100000"/>
              </a:lnSpc>
              <a:spcBef>
                <a:spcPts val="0"/>
              </a:spcBef>
              <a:spcAft>
                <a:spcPts val="0"/>
              </a:spcAft>
              <a:buClrTx/>
              <a:buSzTx/>
              <a:buFontTx/>
              <a:buNone/>
            </a:pPr>
            <a:endParaRPr/>
          </a:p>
        </p:txBody>
      </p:sp>
      <p:sp>
        <p:nvSpPr>
          <p:cNvPr id="33" name="Forma Livre: Forma 32">
            <a:extLst>
              <a:ext uri="{FF2B5EF4-FFF2-40B4-BE49-F238E27FC236}">
                <a16:creationId xmlns:a16="http://schemas.microsoft.com/office/drawing/2014/main" id="{F7ACD4F9-084F-B521-61B6-5D515B12F505}"/>
              </a:ext>
            </a:extLst>
          </p:cNvPr>
          <p:cNvSpPr>
            <a:spLocks noGrp="1"/>
          </p:cNvSpPr>
          <p:nvPr/>
        </p:nvSpPr>
        <p:spPr>
          <a:xfrm>
            <a:off x="10238107" y="1749089"/>
            <a:ext cx="877223" cy="593218"/>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marL="0" marR="0" indent="0" algn="ctr" defTabSz="914400">
              <a:lnSpc>
                <a:spcPct val="100000"/>
              </a:lnSpc>
              <a:spcBef>
                <a:spcPts val="0"/>
              </a:spcBef>
              <a:spcAft>
                <a:spcPts val="0"/>
              </a:spcAft>
              <a:buClrTx/>
              <a:buSzTx/>
              <a:buFontTx/>
              <a:buNone/>
            </a:pPr>
            <a:endParaRPr/>
          </a:p>
        </p:txBody>
      </p:sp>
      <p:sp>
        <p:nvSpPr>
          <p:cNvPr id="36" name="Forma Livre: Forma 35">
            <a:extLst>
              <a:ext uri="{FF2B5EF4-FFF2-40B4-BE49-F238E27FC236}">
                <a16:creationId xmlns:a16="http://schemas.microsoft.com/office/drawing/2014/main" id="{03135DDA-E91B-5906-0635-1EA98532E652}"/>
              </a:ext>
            </a:extLst>
          </p:cNvPr>
          <p:cNvSpPr>
            <a:spLocks noGrp="1"/>
          </p:cNvSpPr>
          <p:nvPr/>
        </p:nvSpPr>
        <p:spPr>
          <a:xfrm>
            <a:off x="1648843" y="1337079"/>
            <a:ext cx="814582" cy="1002543"/>
          </a:xfrm>
          <a:custGeom>
            <a:avLst/>
            <a:gdLst>
              <a:gd name="connsiteX0" fmla="*/ 2305050 w 2307494"/>
              <a:gd name="connsiteY0" fmla="*/ 0 h 3860800"/>
              <a:gd name="connsiteX1" fmla="*/ 0 w 2307494"/>
              <a:gd name="connsiteY1" fmla="*/ 3860800 h 3860800"/>
              <a:gd name="connsiteX2" fmla="*/ 2305050 w 2307494"/>
              <a:gd name="connsiteY2" fmla="*/ 3860800 h 3860800"/>
              <a:gd name="connsiteX3" fmla="*/ 2305050 w 2307494"/>
              <a:gd name="connsiteY3" fmla="*/ 0 h 3860800"/>
            </a:gdLst>
            <a:ahLst/>
            <a:cxnLst/>
            <a:rect l="l" t="t" r="r" b="b"/>
            <a:pathLst>
              <a:path w="2307494" h="3860800">
                <a:moveTo>
                  <a:pt x="2305050" y="0"/>
                </a:moveTo>
                <a:lnTo>
                  <a:pt x="0" y="3860800"/>
                </a:lnTo>
                <a:lnTo>
                  <a:pt x="2305050" y="3860800"/>
                </a:lnTo>
                <a:cubicBezTo>
                  <a:pt x="2307167" y="2573867"/>
                  <a:pt x="2309283" y="1286933"/>
                  <a:pt x="2305050" y="0"/>
                </a:cubicBez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indent="0" algn="ctr" defTabSz="914400">
              <a:lnSpc>
                <a:spcPct val="100000"/>
              </a:lnSpc>
              <a:spcBef>
                <a:spcPts val="0"/>
              </a:spcBef>
              <a:spcAft>
                <a:spcPts val="0"/>
              </a:spcAft>
              <a:buClrTx/>
              <a:buSzTx/>
              <a:buFontTx/>
              <a:buNone/>
            </a:pPr>
            <a:endParaRPr/>
          </a:p>
        </p:txBody>
      </p:sp>
      <p:cxnSp>
        <p:nvCxnSpPr>
          <p:cNvPr id="102" name="Conector de Seta Reta 36"/>
          <p:cNvCxnSpPr/>
          <p:nvPr/>
        </p:nvCxnSpPr>
        <p:spPr>
          <a:xfrm flipH="1">
            <a:off x="1840607" y="1356782"/>
            <a:ext cx="473676" cy="594924"/>
          </a:xfrm>
          <a:prstGeom prst="straightConnector1">
            <a:avLst/>
          </a:prstGeom>
          <a:ln>
            <a:solidFill>
              <a:srgbClr val="B4CECB">
                <a:alpha val="15000"/>
              </a:srgbClr>
            </a:solidFill>
            <a:tailEnd type="none"/>
          </a:ln>
        </p:spPr>
        <p:style>
          <a:lnRef idx="1">
            <a:schemeClr val="accent1"/>
          </a:lnRef>
          <a:fillRef idx="0">
            <a:schemeClr val="accent1"/>
          </a:fillRef>
          <a:effectRef idx="0">
            <a:schemeClr val="accent1"/>
          </a:effectRef>
          <a:fontRef idx="minor">
            <a:schemeClr val="tx1"/>
          </a:fontRef>
        </p:style>
      </p:cxnSp>
      <p:sp>
        <p:nvSpPr>
          <p:cNvPr id="38" name="Forma Livre: Forma 37">
            <a:extLst>
              <a:ext uri="{FF2B5EF4-FFF2-40B4-BE49-F238E27FC236}">
                <a16:creationId xmlns:a16="http://schemas.microsoft.com/office/drawing/2014/main" id="{F050B5D6-61A2-A2FB-D3A5-825A4B327D4E}"/>
              </a:ext>
            </a:extLst>
          </p:cNvPr>
          <p:cNvSpPr>
            <a:spLocks noGrp="1"/>
          </p:cNvSpPr>
          <p:nvPr/>
        </p:nvSpPr>
        <p:spPr>
          <a:xfrm>
            <a:off x="355600" y="1323014"/>
            <a:ext cx="1519192" cy="1027348"/>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marL="0" marR="0" indent="0" algn="ctr" defTabSz="914400">
              <a:lnSpc>
                <a:spcPct val="100000"/>
              </a:lnSpc>
              <a:spcBef>
                <a:spcPts val="0"/>
              </a:spcBef>
              <a:spcAft>
                <a:spcPts val="0"/>
              </a:spcAft>
              <a:buClrTx/>
              <a:buSzTx/>
              <a:buFontTx/>
              <a:buNone/>
            </a:pPr>
            <a:endParaRPr/>
          </a:p>
        </p:txBody>
      </p:sp>
      <p:sp>
        <p:nvSpPr>
          <p:cNvPr id="40" name="Forma Livre: Forma 39">
            <a:extLst>
              <a:ext uri="{FF2B5EF4-FFF2-40B4-BE49-F238E27FC236}">
                <a16:creationId xmlns:a16="http://schemas.microsoft.com/office/drawing/2014/main" id="{CFF2B660-A965-8C65-2E4E-CCF095C93DA5}"/>
              </a:ext>
            </a:extLst>
          </p:cNvPr>
          <p:cNvSpPr>
            <a:spLocks noGrp="1"/>
          </p:cNvSpPr>
          <p:nvPr/>
        </p:nvSpPr>
        <p:spPr>
          <a:xfrm>
            <a:off x="875011" y="1757142"/>
            <a:ext cx="877223" cy="593219"/>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marL="0" marR="0" indent="0" algn="ctr" defTabSz="914400">
              <a:lnSpc>
                <a:spcPct val="100000"/>
              </a:lnSpc>
              <a:spcBef>
                <a:spcPts val="0"/>
              </a:spcBef>
              <a:spcAft>
                <a:spcPts val="0"/>
              </a:spcAft>
              <a:buClrTx/>
              <a:buSzTx/>
              <a:buFontTx/>
              <a:buNone/>
            </a:pPr>
            <a:endParaRPr/>
          </a:p>
        </p:txBody>
      </p:sp>
      <p:pic>
        <p:nvPicPr>
          <p:cNvPr id="105" name="Imagem 40"/>
          <p:cNvPicPr>
            <a:picLocks noChangeAspect="1"/>
          </p:cNvPicPr>
          <p:nvPr/>
        </p:nvPicPr>
        <p:blipFill>
          <a:blip r:embed="rId2"/>
          <a:stretch>
            <a:fillRect/>
          </a:stretch>
        </p:blipFill>
        <p:spPr>
          <a:xfrm>
            <a:off x="10804163" y="361538"/>
            <a:ext cx="1011600" cy="461409"/>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7_INSTITUCIONAL">
    <p:spTree>
      <p:nvGrpSpPr>
        <p:cNvPr id="1" name=""/>
        <p:cNvGrpSpPr/>
        <p:nvPr/>
      </p:nvGrpSpPr>
      <p:grpSpPr>
        <a:xfrm>
          <a:off x="0" y="0"/>
          <a:ext cx="0" cy="0"/>
          <a:chOff x="0" y="0"/>
          <a:chExt cx="0" cy="0"/>
        </a:xfrm>
      </p:grpSpPr>
      <p:sp>
        <p:nvSpPr>
          <p:cNvPr id="69" name="Retângulo 68">
            <a:extLst>
              <a:ext uri="{FF2B5EF4-FFF2-40B4-BE49-F238E27FC236}">
                <a16:creationId xmlns:a16="http://schemas.microsoft.com/office/drawing/2014/main" id="{8582B05A-229A-B36A-23D3-79F33ED4BF32}"/>
              </a:ext>
            </a:extLst>
          </p:cNvPr>
          <p:cNvSpPr>
            <a:spLocks noGrp="1"/>
          </p:cNvSpPr>
          <p:nvPr/>
        </p:nvSpPr>
        <p:spPr>
          <a:xfrm>
            <a:off x="355600" y="1341931"/>
            <a:ext cx="5740400" cy="10091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idx="4"/>
          </p:nvPr>
        </p:nvSpPr>
        <p:spPr>
          <a:xfrm>
            <a:off x="11550857" y="6584949"/>
            <a:ext cx="264906" cy="174624"/>
          </a:xfrm>
          <a:prstGeom prst="rect">
            <a:avLst/>
          </a:prstGeom>
        </p:spPr>
        <p:txBody>
          <a:bodyPr lIns="0" tIns="0" rIns="0" bIns="0"/>
          <a:lstStyle>
            <a:lvl1pPr algn="r">
              <a:buNone/>
              <a:defRPr sz="900" kern="1200">
                <a:solidFill>
                  <a:srgbClr val="A6A5A5"/>
                </a:solidFill>
                <a:latin typeface="Titillium Web Light"/>
                <a:ea typeface="Titillium Web Light"/>
                <a:cs typeface="Titillium Web Light"/>
              </a:defRPr>
            </a:lvl1pPr>
          </a:lstStyle>
          <a:p>
            <a:fld id="{E8537E7D-B481-4A27-91D3-485D98CF8A66}" type="slidenum">
              <a:t>‹#›</a:t>
            </a:fld>
            <a:endParaRPr/>
          </a:p>
        </p:txBody>
      </p:sp>
      <p:sp>
        <p:nvSpPr>
          <p:cNvPr id="5" name="Conector reto 4">
            <a:extLst>
              <a:ext uri="{FF2B5EF4-FFF2-40B4-BE49-F238E27FC236}">
                <a16:creationId xmlns:a16="http://schemas.microsoft.com/office/drawing/2014/main" id="{B1E9FBC2-2F9B-40DF-A501-213A44DBBE4C}"/>
              </a:ext>
            </a:extLst>
          </p:cNvPr>
          <p:cNvSpPr>
            <a:spLocks noGrp="1"/>
          </p:cNvSpPr>
          <p:nvPr/>
        </p:nv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7" name="Conector reto 6">
            <a:extLst>
              <a:ext uri="{FF2B5EF4-FFF2-40B4-BE49-F238E27FC236}">
                <a16:creationId xmlns:a16="http://schemas.microsoft.com/office/drawing/2014/main" id="{BA25CC3D-20F5-411F-87B6-4F763332FEC1}"/>
              </a:ext>
            </a:extLst>
          </p:cNvPr>
          <p:cNvSpPr>
            <a:spLocks noGrp="1"/>
          </p:cNvSpPr>
          <p:nvPr/>
        </p:nv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idx="10" hasCustomPrompt="1"/>
          </p:nvPr>
        </p:nvSpPr>
        <p:spPr>
          <a:xfrm>
            <a:off x="371475" y="311805"/>
            <a:ext cx="10289426" cy="309563"/>
          </a:xfrm>
          <a:prstGeom prst="rect">
            <a:avLst/>
          </a:prstGeom>
        </p:spPr>
        <p:txBody>
          <a:bodyPr lIns="0" tIns="0" rIns="0" bIns="0" anchor="b">
            <a:noAutofit/>
          </a:bodyPr>
          <a:lstStyle>
            <a:lvl1pPr marL="0" indent="0" algn="l" defTabSz="914400">
              <a:lnSpc>
                <a:spcPct val="90000"/>
              </a:lnSpc>
              <a:spcBef>
                <a:spcPts val="1000"/>
              </a:spcBef>
              <a:buFont typeface="Arial"/>
              <a:buNone/>
              <a:defRPr sz="2000" b="1" kern="1200" cap="all" baseline="0">
                <a:solidFill>
                  <a:srgbClr val="061844"/>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a:buNone/>
            </a:pPr>
            <a: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idx="16" hasCustomPrompt="1"/>
          </p:nvPr>
        </p:nvSpPr>
        <p:spPr>
          <a:xfrm>
            <a:off x="371475" y="596574"/>
            <a:ext cx="10289426" cy="266878"/>
          </a:xfrm>
          <a:prstGeom prst="rect">
            <a:avLst/>
          </a:prstGeom>
        </p:spPr>
        <p:txBody>
          <a:bodyPr lIns="0" tIns="0" rIns="0" bIns="0" anchor="ctr">
            <a:noAutofit/>
          </a:bodyPr>
          <a:lstStyle>
            <a:lvl1pPr marL="0" indent="0" algn="l" defTabSz="914400">
              <a:lnSpc>
                <a:spcPct val="90000"/>
              </a:lnSpc>
              <a:spcBef>
                <a:spcPts val="1000"/>
              </a:spcBef>
              <a:buFont typeface="Arial"/>
              <a:buNone/>
              <a:defRPr sz="1600" kern="1200" cap="none" baseline="0">
                <a:solidFill>
                  <a:srgbClr val="3F4655"/>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marL="0" indent="0" algn="l" defTabSz="914400">
              <a:lnSpc>
                <a:spcPct val="90000"/>
              </a:lnSpc>
              <a:spcBef>
                <a:spcPts val="1000"/>
              </a:spcBef>
              <a:buFont typeface="Arial"/>
              <a:buNone/>
            </a:pPr>
            <a: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idx="17" hasCustomPrompt="1"/>
          </p:nvPr>
        </p:nvSpPr>
        <p:spPr>
          <a:xfrm>
            <a:off x="366713" y="6319838"/>
            <a:ext cx="11460162" cy="99643"/>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Nota</a:t>
            </a:r>
          </a:p>
        </p:txBody>
      </p:sp>
      <p:sp>
        <p:nvSpPr>
          <p:cNvPr id="42" name="Espaço Reservado para Texto 41">
            <a:extLst>
              <a:ext uri="{FF2B5EF4-FFF2-40B4-BE49-F238E27FC236}">
                <a16:creationId xmlns:a16="http://schemas.microsoft.com/office/drawing/2014/main" id="{1D814EBE-DEA8-0505-02D8-DFBC3BE430AB}"/>
              </a:ext>
            </a:extLst>
          </p:cNvPr>
          <p:cNvSpPr>
            <a:spLocks noGrp="1"/>
          </p:cNvSpPr>
          <p:nvPr>
            <p:ph type="body" idx="19"/>
          </p:nvPr>
        </p:nvSpPr>
        <p:spPr>
          <a:xfrm>
            <a:off x="355601" y="3597591"/>
            <a:ext cx="2159000" cy="2495234"/>
          </a:xfrm>
        </p:spPr>
        <p:txBody>
          <a:bodyPr>
            <a:normAutofit/>
          </a:bodyPr>
          <a:lstStyle>
            <a:lvl1pPr marL="0" indent="0">
              <a:buNone/>
              <a:defRPr sz="1200" b="0" i="0" u="none" kern="0" cap="none" spc="0" baseline="0">
                <a:ln>
                  <a:noFill/>
                </a:ln>
                <a:solidFill>
                  <a:srgbClr val="061844"/>
                </a:solidFill>
                <a:latin typeface="Titillium Web ExtraLight"/>
                <a:ea typeface="Titillium Web ExtraLight"/>
                <a:cs typeface="Titillium Web ExtraLight"/>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49" name="Espaço Reservado para Texto 41">
            <a:extLst>
              <a:ext uri="{FF2B5EF4-FFF2-40B4-BE49-F238E27FC236}">
                <a16:creationId xmlns:a16="http://schemas.microsoft.com/office/drawing/2014/main" id="{4857A2BF-C2EF-112E-AFCC-15F3F00FFDEC}"/>
              </a:ext>
            </a:extLst>
          </p:cNvPr>
          <p:cNvSpPr>
            <a:spLocks noGrp="1"/>
          </p:cNvSpPr>
          <p:nvPr>
            <p:ph type="body" idx="23"/>
          </p:nvPr>
        </p:nvSpPr>
        <p:spPr>
          <a:xfrm>
            <a:off x="355600" y="2454592"/>
            <a:ext cx="2149228" cy="491970"/>
          </a:xfrm>
          <a:prstGeom prst="rect">
            <a:avLst/>
          </a:prstGeom>
          <a:solidFill>
            <a:srgbClr val="061844"/>
          </a:solidFill>
        </p:spPr>
        <p:txBody>
          <a:bodyPr anchor="ctr">
            <a:normAutofit/>
          </a:bodyPr>
          <a:lstStyle>
            <a:lvl1pPr marL="0" indent="0" algn="ctr">
              <a:buNone/>
              <a:defRPr sz="1200" b="0" i="0" u="none" kern="0" cap="none" spc="0" baseline="0">
                <a:ln>
                  <a:noFill/>
                </a:ln>
                <a:solidFill>
                  <a:schemeClr val="bg1"/>
                </a:solidFill>
                <a:latin typeface="Titillium Web SemiBold"/>
                <a:ea typeface="Titillium Web SemiBold"/>
                <a:cs typeface="Titillium Web SemiBold"/>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54" name="Espaço Reservado para Imagem 53">
            <a:extLst>
              <a:ext uri="{FF2B5EF4-FFF2-40B4-BE49-F238E27FC236}">
                <a16:creationId xmlns:a16="http://schemas.microsoft.com/office/drawing/2014/main" id="{C6B39C63-D7A5-3F83-2699-80417CE8375C}"/>
              </a:ext>
            </a:extLst>
          </p:cNvPr>
          <p:cNvSpPr>
            <a:spLocks noGrp="1"/>
          </p:cNvSpPr>
          <p:nvPr>
            <p:ph type="pic" idx="27"/>
          </p:nvPr>
        </p:nvSpPr>
        <p:spPr>
          <a:xfrm>
            <a:off x="355600" y="2946716"/>
            <a:ext cx="2149296" cy="650875"/>
          </a:xfrm>
        </p:spPr>
        <p:txBody>
          <a:bodyPr>
            <a:normAutofit/>
          </a:bodyPr>
          <a:lstStyle>
            <a:lvl1pPr marL="0" indent="0" algn="ctr">
              <a:buNone/>
              <a:defRPr sz="1200"/>
            </a:lvl1pPr>
          </a:lstStyle>
          <a:p>
            <a:endParaRPr/>
          </a:p>
        </p:txBody>
      </p:sp>
      <p:sp>
        <p:nvSpPr>
          <p:cNvPr id="29" name="Forma Livre: Forma 28">
            <a:extLst>
              <a:ext uri="{FF2B5EF4-FFF2-40B4-BE49-F238E27FC236}">
                <a16:creationId xmlns:a16="http://schemas.microsoft.com/office/drawing/2014/main" id="{E9F3A6AF-59F5-3A5F-3BF9-49CC7CEE5B3C}"/>
              </a:ext>
            </a:extLst>
          </p:cNvPr>
          <p:cNvSpPr>
            <a:spLocks noGrp="1"/>
          </p:cNvSpPr>
          <p:nvPr/>
        </p:nvSpPr>
        <p:spPr>
          <a:xfrm>
            <a:off x="5281422" y="1335417"/>
            <a:ext cx="814582" cy="1002543"/>
          </a:xfrm>
          <a:custGeom>
            <a:avLst/>
            <a:gdLst>
              <a:gd name="connsiteX0" fmla="*/ 2305050 w 2307494"/>
              <a:gd name="connsiteY0" fmla="*/ 0 h 3860800"/>
              <a:gd name="connsiteX1" fmla="*/ 0 w 2307494"/>
              <a:gd name="connsiteY1" fmla="*/ 3860800 h 3860800"/>
              <a:gd name="connsiteX2" fmla="*/ 2305050 w 2307494"/>
              <a:gd name="connsiteY2" fmla="*/ 3860800 h 3860800"/>
              <a:gd name="connsiteX3" fmla="*/ 2305050 w 2307494"/>
              <a:gd name="connsiteY3" fmla="*/ 0 h 3860800"/>
            </a:gdLst>
            <a:ahLst/>
            <a:cxnLst/>
            <a:rect l="l" t="t" r="r" b="b"/>
            <a:pathLst>
              <a:path w="2307494" h="3860800">
                <a:moveTo>
                  <a:pt x="2305050" y="0"/>
                </a:moveTo>
                <a:lnTo>
                  <a:pt x="0" y="3860800"/>
                </a:lnTo>
                <a:lnTo>
                  <a:pt x="2305050" y="3860800"/>
                </a:lnTo>
                <a:cubicBezTo>
                  <a:pt x="2307167" y="2573867"/>
                  <a:pt x="2309283" y="1286933"/>
                  <a:pt x="2305050" y="0"/>
                </a:cubicBez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indent="0" algn="ctr" defTabSz="914400">
              <a:lnSpc>
                <a:spcPct val="100000"/>
              </a:lnSpc>
              <a:spcBef>
                <a:spcPts val="0"/>
              </a:spcBef>
              <a:spcAft>
                <a:spcPts val="0"/>
              </a:spcAft>
              <a:buClrTx/>
              <a:buSzTx/>
              <a:buFontTx/>
              <a:buNone/>
            </a:pPr>
            <a:endParaRPr/>
          </a:p>
        </p:txBody>
      </p:sp>
      <p:cxnSp>
        <p:nvCxnSpPr>
          <p:cNvPr id="99" name="Conector de Seta Reta 29"/>
          <p:cNvCxnSpPr/>
          <p:nvPr/>
        </p:nvCxnSpPr>
        <p:spPr>
          <a:xfrm flipH="1">
            <a:off x="5473186" y="1333084"/>
            <a:ext cx="473676" cy="594924"/>
          </a:xfrm>
          <a:prstGeom prst="straightConnector1">
            <a:avLst/>
          </a:prstGeom>
          <a:ln>
            <a:solidFill>
              <a:srgbClr val="B4CECB">
                <a:alpha val="15000"/>
              </a:srgbClr>
            </a:solidFill>
            <a:tailEnd type="none"/>
          </a:ln>
        </p:spPr>
        <p:style>
          <a:lnRef idx="1">
            <a:schemeClr val="accent1"/>
          </a:lnRef>
          <a:fillRef idx="0">
            <a:schemeClr val="accent1"/>
          </a:fillRef>
          <a:effectRef idx="0">
            <a:schemeClr val="accent1"/>
          </a:effectRef>
          <a:fontRef idx="minor">
            <a:schemeClr val="tx1"/>
          </a:fontRef>
        </p:style>
      </p:cxnSp>
      <p:sp>
        <p:nvSpPr>
          <p:cNvPr id="32" name="Forma Livre: Forma 31">
            <a:extLst>
              <a:ext uri="{FF2B5EF4-FFF2-40B4-BE49-F238E27FC236}">
                <a16:creationId xmlns:a16="http://schemas.microsoft.com/office/drawing/2014/main" id="{F68371E6-9B93-4630-005F-084B6252071C}"/>
              </a:ext>
            </a:extLst>
          </p:cNvPr>
          <p:cNvSpPr>
            <a:spLocks noGrp="1"/>
          </p:cNvSpPr>
          <p:nvPr/>
        </p:nvSpPr>
        <p:spPr>
          <a:xfrm>
            <a:off x="5178669" y="1542509"/>
            <a:ext cx="877223" cy="593218"/>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marL="0" marR="0" indent="0" algn="ctr" defTabSz="914400">
              <a:lnSpc>
                <a:spcPct val="100000"/>
              </a:lnSpc>
              <a:spcBef>
                <a:spcPts val="0"/>
              </a:spcBef>
              <a:spcAft>
                <a:spcPts val="0"/>
              </a:spcAft>
              <a:buClrTx/>
              <a:buSzTx/>
              <a:buFontTx/>
              <a:buNone/>
            </a:pPr>
            <a:endParaRPr/>
          </a:p>
        </p:txBody>
      </p:sp>
      <p:sp>
        <p:nvSpPr>
          <p:cNvPr id="33" name="Forma Livre: Forma 32">
            <a:extLst>
              <a:ext uri="{FF2B5EF4-FFF2-40B4-BE49-F238E27FC236}">
                <a16:creationId xmlns:a16="http://schemas.microsoft.com/office/drawing/2014/main" id="{F7ACD4F9-084F-B521-61B6-5D515B12F505}"/>
              </a:ext>
            </a:extLst>
          </p:cNvPr>
          <p:cNvSpPr>
            <a:spLocks noGrp="1"/>
          </p:cNvSpPr>
          <p:nvPr/>
        </p:nvSpPr>
        <p:spPr>
          <a:xfrm>
            <a:off x="5167402" y="1749089"/>
            <a:ext cx="877224" cy="593218"/>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marL="0" marR="0" indent="0" algn="ctr" defTabSz="914400">
              <a:lnSpc>
                <a:spcPct val="100000"/>
              </a:lnSpc>
              <a:spcBef>
                <a:spcPts val="0"/>
              </a:spcBef>
              <a:spcAft>
                <a:spcPts val="0"/>
              </a:spcAft>
              <a:buClrTx/>
              <a:buSzTx/>
              <a:buFontTx/>
              <a:buNone/>
            </a:pPr>
            <a:endParaRPr/>
          </a:p>
        </p:txBody>
      </p:sp>
      <p:sp>
        <p:nvSpPr>
          <p:cNvPr id="36" name="Forma Livre: Forma 35">
            <a:extLst>
              <a:ext uri="{FF2B5EF4-FFF2-40B4-BE49-F238E27FC236}">
                <a16:creationId xmlns:a16="http://schemas.microsoft.com/office/drawing/2014/main" id="{03135DDA-E91B-5906-0635-1EA98532E652}"/>
              </a:ext>
            </a:extLst>
          </p:cNvPr>
          <p:cNvSpPr>
            <a:spLocks noGrp="1"/>
          </p:cNvSpPr>
          <p:nvPr/>
        </p:nvSpPr>
        <p:spPr>
          <a:xfrm>
            <a:off x="404088" y="1331134"/>
            <a:ext cx="819954" cy="1009155"/>
          </a:xfrm>
          <a:custGeom>
            <a:avLst/>
            <a:gdLst>
              <a:gd name="connsiteX0" fmla="*/ 2305050 w 2307494"/>
              <a:gd name="connsiteY0" fmla="*/ 0 h 3860800"/>
              <a:gd name="connsiteX1" fmla="*/ 0 w 2307494"/>
              <a:gd name="connsiteY1" fmla="*/ 3860800 h 3860800"/>
              <a:gd name="connsiteX2" fmla="*/ 2305050 w 2307494"/>
              <a:gd name="connsiteY2" fmla="*/ 3860800 h 3860800"/>
              <a:gd name="connsiteX3" fmla="*/ 2305050 w 2307494"/>
              <a:gd name="connsiteY3" fmla="*/ 0 h 3860800"/>
            </a:gdLst>
            <a:ahLst/>
            <a:cxnLst/>
            <a:rect l="l" t="t" r="r" b="b"/>
            <a:pathLst>
              <a:path w="2307494" h="3860800">
                <a:moveTo>
                  <a:pt x="2305050" y="0"/>
                </a:moveTo>
                <a:lnTo>
                  <a:pt x="0" y="3860800"/>
                </a:lnTo>
                <a:lnTo>
                  <a:pt x="2305050" y="3860800"/>
                </a:lnTo>
                <a:cubicBezTo>
                  <a:pt x="2307167" y="2573867"/>
                  <a:pt x="2309283" y="1286933"/>
                  <a:pt x="2305050" y="0"/>
                </a:cubicBezTo>
                <a:close/>
              </a:path>
            </a:pathLst>
          </a:custGeom>
          <a:gradFill>
            <a:gsLst>
              <a:gs pos="0">
                <a:schemeClr val="bg1">
                  <a:alpha val="0"/>
                </a:schemeClr>
              </a:gs>
              <a:gs pos="100000">
                <a:srgbClr val="69758F">
                  <a:alpha val="13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indent="0" algn="ctr" defTabSz="914400">
              <a:lnSpc>
                <a:spcPct val="100000"/>
              </a:lnSpc>
              <a:spcBef>
                <a:spcPts val="0"/>
              </a:spcBef>
              <a:spcAft>
                <a:spcPts val="0"/>
              </a:spcAft>
              <a:buClrTx/>
              <a:buSzTx/>
              <a:buFontTx/>
              <a:buNone/>
            </a:pPr>
            <a:endParaRPr/>
          </a:p>
        </p:txBody>
      </p:sp>
      <p:cxnSp>
        <p:nvCxnSpPr>
          <p:cNvPr id="103" name="Conector de Seta Reta 36"/>
          <p:cNvCxnSpPr/>
          <p:nvPr/>
        </p:nvCxnSpPr>
        <p:spPr>
          <a:xfrm flipH="1">
            <a:off x="864410" y="1342511"/>
            <a:ext cx="273513" cy="343525"/>
          </a:xfrm>
          <a:prstGeom prst="straightConnector1">
            <a:avLst/>
          </a:prstGeom>
          <a:ln>
            <a:solidFill>
              <a:srgbClr val="B4CECB">
                <a:alpha val="15000"/>
              </a:srgbClr>
            </a:solidFill>
            <a:tailEnd type="none"/>
          </a:ln>
        </p:spPr>
        <p:style>
          <a:lnRef idx="1">
            <a:schemeClr val="accent1"/>
          </a:lnRef>
          <a:fillRef idx="0">
            <a:schemeClr val="accent1"/>
          </a:fillRef>
          <a:effectRef idx="0">
            <a:schemeClr val="accent1"/>
          </a:effectRef>
          <a:fontRef idx="minor">
            <a:schemeClr val="tx1"/>
          </a:fontRef>
        </p:style>
      </p:cxnSp>
      <p:sp>
        <p:nvSpPr>
          <p:cNvPr id="38" name="Forma Livre: Forma 37">
            <a:extLst>
              <a:ext uri="{FF2B5EF4-FFF2-40B4-BE49-F238E27FC236}">
                <a16:creationId xmlns:a16="http://schemas.microsoft.com/office/drawing/2014/main" id="{F050B5D6-61A2-A2FB-D3A5-825A4B327D4E}"/>
              </a:ext>
            </a:extLst>
          </p:cNvPr>
          <p:cNvSpPr>
            <a:spLocks noGrp="1"/>
          </p:cNvSpPr>
          <p:nvPr/>
        </p:nvSpPr>
        <p:spPr>
          <a:xfrm>
            <a:off x="306848" y="1749021"/>
            <a:ext cx="877222" cy="593218"/>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rgbClr val="69758F">
                  <a:alpha val="16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marL="0" marR="0" indent="0" algn="ctr" defTabSz="914400">
              <a:lnSpc>
                <a:spcPct val="100000"/>
              </a:lnSpc>
              <a:spcBef>
                <a:spcPts val="0"/>
              </a:spcBef>
              <a:spcAft>
                <a:spcPts val="0"/>
              </a:spcAft>
              <a:buClrTx/>
              <a:buSzTx/>
              <a:buFontTx/>
              <a:buNone/>
            </a:pPr>
            <a:endParaRPr/>
          </a:p>
        </p:txBody>
      </p:sp>
      <p:sp>
        <p:nvSpPr>
          <p:cNvPr id="40" name="Forma Livre: Forma 39">
            <a:extLst>
              <a:ext uri="{FF2B5EF4-FFF2-40B4-BE49-F238E27FC236}">
                <a16:creationId xmlns:a16="http://schemas.microsoft.com/office/drawing/2014/main" id="{CFF2B660-A965-8C65-2E4E-CCF095C93DA5}"/>
              </a:ext>
            </a:extLst>
          </p:cNvPr>
          <p:cNvSpPr>
            <a:spLocks noGrp="1"/>
          </p:cNvSpPr>
          <p:nvPr/>
        </p:nvSpPr>
        <p:spPr>
          <a:xfrm>
            <a:off x="409601" y="1340553"/>
            <a:ext cx="863195" cy="583731"/>
          </a:xfrm>
          <a:custGeom>
            <a:avLst/>
            <a:gdLst>
              <a:gd name="connsiteX0" fmla="*/ 516623 w 941231"/>
              <a:gd name="connsiteY0" fmla="*/ 0 h 636504"/>
              <a:gd name="connsiteX1" fmla="*/ 941231 w 941231"/>
              <a:gd name="connsiteY1" fmla="*/ 0 h 636504"/>
              <a:gd name="connsiteX2" fmla="*/ 424608 w 941231"/>
              <a:gd name="connsiteY2" fmla="*/ 636504 h 636504"/>
              <a:gd name="connsiteX3" fmla="*/ 0 w 941231"/>
              <a:gd name="connsiteY3" fmla="*/ 636504 h 636504"/>
            </a:gdLst>
            <a:ahLst/>
            <a:cxnLst/>
            <a:rect l="l" t="t" r="r" b="b"/>
            <a:pathLst>
              <a:path w="941231" h="636504">
                <a:moveTo>
                  <a:pt x="516623" y="0"/>
                </a:moveTo>
                <a:lnTo>
                  <a:pt x="941231" y="0"/>
                </a:lnTo>
                <a:lnTo>
                  <a:pt x="424608" y="636504"/>
                </a:lnTo>
                <a:lnTo>
                  <a:pt x="0" y="636504"/>
                </a:lnTo>
                <a:close/>
              </a:path>
            </a:pathLst>
          </a:custGeom>
          <a:gradFill>
            <a:gsLst>
              <a:gs pos="0">
                <a:schemeClr val="bg1">
                  <a:alpha val="0"/>
                </a:schemeClr>
              </a:gs>
              <a:gs pos="100000">
                <a:srgbClr val="69758F">
                  <a:alpha val="17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marL="0" marR="0" indent="0" algn="ctr" defTabSz="914400">
              <a:lnSpc>
                <a:spcPct val="100000"/>
              </a:lnSpc>
              <a:spcBef>
                <a:spcPts val="0"/>
              </a:spcBef>
              <a:spcAft>
                <a:spcPts val="0"/>
              </a:spcAft>
              <a:buClrTx/>
              <a:buSzTx/>
              <a:buFontTx/>
              <a:buNone/>
            </a:pPr>
            <a:endParaRPr/>
          </a:p>
        </p:txBody>
      </p:sp>
      <p:sp>
        <p:nvSpPr>
          <p:cNvPr id="52" name="Espaço Reservado para Texto 41">
            <a:extLst>
              <a:ext uri="{FF2B5EF4-FFF2-40B4-BE49-F238E27FC236}">
                <a16:creationId xmlns:a16="http://schemas.microsoft.com/office/drawing/2014/main" id="{E70F3B51-D1C0-6AA3-83DD-A15A73A28EAD}"/>
              </a:ext>
            </a:extLst>
          </p:cNvPr>
          <p:cNvSpPr>
            <a:spLocks noGrp="1"/>
          </p:cNvSpPr>
          <p:nvPr>
            <p:ph type="body" idx="28"/>
          </p:nvPr>
        </p:nvSpPr>
        <p:spPr>
          <a:xfrm>
            <a:off x="2683712" y="3597591"/>
            <a:ext cx="2159000" cy="2495234"/>
          </a:xfrm>
        </p:spPr>
        <p:txBody>
          <a:bodyPr>
            <a:normAutofit/>
          </a:bodyPr>
          <a:lstStyle>
            <a:lvl1pPr marL="0" indent="0">
              <a:buNone/>
              <a:defRPr sz="1200" b="0" i="0" u="none" kern="0" cap="none" spc="0" baseline="0">
                <a:ln>
                  <a:noFill/>
                </a:ln>
                <a:solidFill>
                  <a:srgbClr val="061844"/>
                </a:solidFill>
                <a:latin typeface="Titillium Web ExtraLight"/>
                <a:ea typeface="Titillium Web ExtraLight"/>
                <a:cs typeface="Titillium Web ExtraLight"/>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53" name="Espaço Reservado para Texto 41">
            <a:extLst>
              <a:ext uri="{FF2B5EF4-FFF2-40B4-BE49-F238E27FC236}">
                <a16:creationId xmlns:a16="http://schemas.microsoft.com/office/drawing/2014/main" id="{38DB7297-51FD-1F74-EE52-2E13277E0199}"/>
              </a:ext>
            </a:extLst>
          </p:cNvPr>
          <p:cNvSpPr>
            <a:spLocks noGrp="1"/>
          </p:cNvSpPr>
          <p:nvPr>
            <p:ph type="body" idx="29"/>
          </p:nvPr>
        </p:nvSpPr>
        <p:spPr>
          <a:xfrm>
            <a:off x="2683711" y="2454592"/>
            <a:ext cx="2149228" cy="491970"/>
          </a:xfrm>
          <a:prstGeom prst="rect">
            <a:avLst/>
          </a:prstGeom>
          <a:solidFill>
            <a:srgbClr val="061844"/>
          </a:solidFill>
        </p:spPr>
        <p:txBody>
          <a:bodyPr anchor="ctr">
            <a:normAutofit/>
          </a:bodyPr>
          <a:lstStyle>
            <a:lvl1pPr marL="0" indent="0" algn="ctr">
              <a:buNone/>
              <a:defRPr sz="1200" b="0" i="0" u="none" kern="0" cap="none" spc="0" baseline="0">
                <a:ln>
                  <a:noFill/>
                </a:ln>
                <a:solidFill>
                  <a:schemeClr val="bg1"/>
                </a:solidFill>
                <a:latin typeface="Titillium Web SemiBold"/>
                <a:ea typeface="Titillium Web SemiBold"/>
                <a:cs typeface="Titillium Web SemiBold"/>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57" name="Espaço Reservado para Imagem 53">
            <a:extLst>
              <a:ext uri="{FF2B5EF4-FFF2-40B4-BE49-F238E27FC236}">
                <a16:creationId xmlns:a16="http://schemas.microsoft.com/office/drawing/2014/main" id="{9422458F-50B5-9D4D-9408-65EE3C499FF0}"/>
              </a:ext>
            </a:extLst>
          </p:cNvPr>
          <p:cNvSpPr>
            <a:spLocks noGrp="1"/>
          </p:cNvSpPr>
          <p:nvPr>
            <p:ph type="pic" idx="30"/>
          </p:nvPr>
        </p:nvSpPr>
        <p:spPr>
          <a:xfrm>
            <a:off x="2683711" y="2946716"/>
            <a:ext cx="2149296" cy="650875"/>
          </a:xfrm>
        </p:spPr>
        <p:txBody>
          <a:bodyPr>
            <a:normAutofit/>
          </a:bodyPr>
          <a:lstStyle>
            <a:lvl1pPr marL="0" indent="0" algn="ctr">
              <a:buNone/>
              <a:defRPr sz="1200"/>
            </a:lvl1pPr>
          </a:lstStyle>
          <a:p>
            <a:endParaRPr/>
          </a:p>
        </p:txBody>
      </p:sp>
      <p:sp>
        <p:nvSpPr>
          <p:cNvPr id="58" name="Espaço Reservado para Texto 41">
            <a:extLst>
              <a:ext uri="{FF2B5EF4-FFF2-40B4-BE49-F238E27FC236}">
                <a16:creationId xmlns:a16="http://schemas.microsoft.com/office/drawing/2014/main" id="{64C23E34-BF95-2B0A-2D37-09BB0A7A6315}"/>
              </a:ext>
            </a:extLst>
          </p:cNvPr>
          <p:cNvSpPr>
            <a:spLocks noGrp="1"/>
          </p:cNvSpPr>
          <p:nvPr>
            <p:ph type="body" idx="31"/>
          </p:nvPr>
        </p:nvSpPr>
        <p:spPr>
          <a:xfrm>
            <a:off x="5017838" y="3597591"/>
            <a:ext cx="2159000" cy="2495234"/>
          </a:xfrm>
        </p:spPr>
        <p:txBody>
          <a:bodyPr>
            <a:normAutofit/>
          </a:bodyPr>
          <a:lstStyle>
            <a:lvl1pPr marL="0" indent="0">
              <a:buNone/>
              <a:defRPr sz="1200" b="0" i="0" u="none" kern="0" cap="none" spc="0" baseline="0">
                <a:ln>
                  <a:noFill/>
                </a:ln>
                <a:solidFill>
                  <a:srgbClr val="061844"/>
                </a:solidFill>
                <a:latin typeface="Titillium Web ExtraLight"/>
                <a:ea typeface="Titillium Web ExtraLight"/>
                <a:cs typeface="Titillium Web ExtraLight"/>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59" name="Espaço Reservado para Texto 41">
            <a:extLst>
              <a:ext uri="{FF2B5EF4-FFF2-40B4-BE49-F238E27FC236}">
                <a16:creationId xmlns:a16="http://schemas.microsoft.com/office/drawing/2014/main" id="{EA8F3439-0F36-7831-4AD5-F659A0AFDAE4}"/>
              </a:ext>
            </a:extLst>
          </p:cNvPr>
          <p:cNvSpPr>
            <a:spLocks noGrp="1"/>
          </p:cNvSpPr>
          <p:nvPr>
            <p:ph type="body" idx="32"/>
          </p:nvPr>
        </p:nvSpPr>
        <p:spPr>
          <a:xfrm>
            <a:off x="5017837" y="2454592"/>
            <a:ext cx="2149228" cy="491970"/>
          </a:xfrm>
          <a:prstGeom prst="rect">
            <a:avLst/>
          </a:prstGeom>
          <a:solidFill>
            <a:srgbClr val="061844"/>
          </a:solidFill>
        </p:spPr>
        <p:txBody>
          <a:bodyPr anchor="ctr">
            <a:normAutofit/>
          </a:bodyPr>
          <a:lstStyle>
            <a:lvl1pPr marL="0" indent="0" algn="ctr">
              <a:buNone/>
              <a:defRPr sz="1200" b="0" i="0" u="none" kern="0" cap="none" spc="0" baseline="0">
                <a:ln>
                  <a:noFill/>
                </a:ln>
                <a:solidFill>
                  <a:schemeClr val="bg1"/>
                </a:solidFill>
                <a:latin typeface="Titillium Web SemiBold"/>
                <a:ea typeface="Titillium Web SemiBold"/>
                <a:cs typeface="Titillium Web SemiBold"/>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60" name="Espaço Reservado para Imagem 53">
            <a:extLst>
              <a:ext uri="{FF2B5EF4-FFF2-40B4-BE49-F238E27FC236}">
                <a16:creationId xmlns:a16="http://schemas.microsoft.com/office/drawing/2014/main" id="{ADB8FC6F-71E6-2872-CDBA-BF8C8A28B25A}"/>
              </a:ext>
            </a:extLst>
          </p:cNvPr>
          <p:cNvSpPr>
            <a:spLocks noGrp="1"/>
          </p:cNvSpPr>
          <p:nvPr>
            <p:ph type="pic" idx="33"/>
          </p:nvPr>
        </p:nvSpPr>
        <p:spPr>
          <a:xfrm>
            <a:off x="5017837" y="2946716"/>
            <a:ext cx="2149296" cy="650875"/>
          </a:xfrm>
        </p:spPr>
        <p:txBody>
          <a:bodyPr>
            <a:normAutofit/>
          </a:bodyPr>
          <a:lstStyle>
            <a:lvl1pPr marL="0" indent="0" algn="ctr">
              <a:buNone/>
              <a:defRPr sz="1200"/>
            </a:lvl1pPr>
          </a:lstStyle>
          <a:p>
            <a:endParaRPr/>
          </a:p>
        </p:txBody>
      </p:sp>
      <p:sp>
        <p:nvSpPr>
          <p:cNvPr id="61" name="Espaço Reservado para Texto 41">
            <a:extLst>
              <a:ext uri="{FF2B5EF4-FFF2-40B4-BE49-F238E27FC236}">
                <a16:creationId xmlns:a16="http://schemas.microsoft.com/office/drawing/2014/main" id="{33E1A05E-6C16-BA44-0636-8D89037236CA}"/>
              </a:ext>
            </a:extLst>
          </p:cNvPr>
          <p:cNvSpPr>
            <a:spLocks noGrp="1"/>
          </p:cNvSpPr>
          <p:nvPr>
            <p:ph type="body" idx="34"/>
          </p:nvPr>
        </p:nvSpPr>
        <p:spPr>
          <a:xfrm>
            <a:off x="7351965" y="3597591"/>
            <a:ext cx="2159000" cy="2495234"/>
          </a:xfrm>
        </p:spPr>
        <p:txBody>
          <a:bodyPr>
            <a:normAutofit/>
          </a:bodyPr>
          <a:lstStyle>
            <a:lvl1pPr marL="0" indent="0">
              <a:buNone/>
              <a:defRPr sz="1200" b="0" i="0" u="none" kern="0" cap="none" spc="0" baseline="0">
                <a:ln>
                  <a:noFill/>
                </a:ln>
                <a:solidFill>
                  <a:srgbClr val="061844"/>
                </a:solidFill>
                <a:latin typeface="Titillium Web ExtraLight"/>
                <a:ea typeface="Titillium Web ExtraLight"/>
                <a:cs typeface="Titillium Web ExtraLight"/>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62" name="Espaço Reservado para Texto 41">
            <a:extLst>
              <a:ext uri="{FF2B5EF4-FFF2-40B4-BE49-F238E27FC236}">
                <a16:creationId xmlns:a16="http://schemas.microsoft.com/office/drawing/2014/main" id="{06D79413-36CC-3359-5D9C-D04DFC7275C5}"/>
              </a:ext>
            </a:extLst>
          </p:cNvPr>
          <p:cNvSpPr>
            <a:spLocks noGrp="1"/>
          </p:cNvSpPr>
          <p:nvPr>
            <p:ph type="body" idx="35"/>
          </p:nvPr>
        </p:nvSpPr>
        <p:spPr>
          <a:xfrm>
            <a:off x="7351964" y="2454592"/>
            <a:ext cx="2149228" cy="491970"/>
          </a:xfrm>
          <a:prstGeom prst="rect">
            <a:avLst/>
          </a:prstGeom>
          <a:solidFill>
            <a:srgbClr val="061844"/>
          </a:solidFill>
        </p:spPr>
        <p:txBody>
          <a:bodyPr anchor="ctr">
            <a:normAutofit/>
          </a:bodyPr>
          <a:lstStyle>
            <a:lvl1pPr marL="0" indent="0" algn="ctr">
              <a:buNone/>
              <a:defRPr sz="1200" b="0" i="0" u="none" kern="0" cap="none" spc="0" baseline="0">
                <a:ln>
                  <a:noFill/>
                </a:ln>
                <a:solidFill>
                  <a:schemeClr val="bg1"/>
                </a:solidFill>
                <a:latin typeface="Titillium Web SemiBold"/>
                <a:ea typeface="Titillium Web SemiBold"/>
                <a:cs typeface="Titillium Web SemiBold"/>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63" name="Espaço Reservado para Imagem 53">
            <a:extLst>
              <a:ext uri="{FF2B5EF4-FFF2-40B4-BE49-F238E27FC236}">
                <a16:creationId xmlns:a16="http://schemas.microsoft.com/office/drawing/2014/main" id="{8A46942C-8FD8-8D6B-8D56-F0B226D9DE1E}"/>
              </a:ext>
            </a:extLst>
          </p:cNvPr>
          <p:cNvSpPr>
            <a:spLocks noGrp="1"/>
          </p:cNvSpPr>
          <p:nvPr>
            <p:ph type="pic" idx="36"/>
          </p:nvPr>
        </p:nvSpPr>
        <p:spPr>
          <a:xfrm>
            <a:off x="7351964" y="2946716"/>
            <a:ext cx="2149296" cy="650875"/>
          </a:xfrm>
        </p:spPr>
        <p:txBody>
          <a:bodyPr>
            <a:normAutofit/>
          </a:bodyPr>
          <a:lstStyle>
            <a:lvl1pPr marL="0" indent="0" algn="ctr">
              <a:buNone/>
              <a:defRPr sz="1200"/>
            </a:lvl1pPr>
          </a:lstStyle>
          <a:p>
            <a:endParaRPr/>
          </a:p>
        </p:txBody>
      </p:sp>
      <p:sp>
        <p:nvSpPr>
          <p:cNvPr id="64" name="Espaço Reservado para Texto 41">
            <a:extLst>
              <a:ext uri="{FF2B5EF4-FFF2-40B4-BE49-F238E27FC236}">
                <a16:creationId xmlns:a16="http://schemas.microsoft.com/office/drawing/2014/main" id="{ADC2B4AB-D815-F98C-6CFA-98BF91244079}"/>
              </a:ext>
            </a:extLst>
          </p:cNvPr>
          <p:cNvSpPr>
            <a:spLocks noGrp="1"/>
          </p:cNvSpPr>
          <p:nvPr>
            <p:ph type="body" idx="37"/>
          </p:nvPr>
        </p:nvSpPr>
        <p:spPr>
          <a:xfrm>
            <a:off x="9680075" y="3597591"/>
            <a:ext cx="2159000" cy="2495234"/>
          </a:xfrm>
        </p:spPr>
        <p:txBody>
          <a:bodyPr>
            <a:normAutofit/>
          </a:bodyPr>
          <a:lstStyle>
            <a:lvl1pPr marL="0" indent="0">
              <a:buNone/>
              <a:defRPr sz="1200" b="0" i="0" u="none" kern="0" cap="none" spc="0" baseline="0">
                <a:ln>
                  <a:noFill/>
                </a:ln>
                <a:solidFill>
                  <a:srgbClr val="061844"/>
                </a:solidFill>
                <a:latin typeface="Titillium Web ExtraLight"/>
                <a:ea typeface="Titillium Web ExtraLight"/>
                <a:cs typeface="Titillium Web ExtraLight"/>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65" name="Espaço Reservado para Texto 41">
            <a:extLst>
              <a:ext uri="{FF2B5EF4-FFF2-40B4-BE49-F238E27FC236}">
                <a16:creationId xmlns:a16="http://schemas.microsoft.com/office/drawing/2014/main" id="{30330B69-F22C-6098-52C4-A03FBA880B5A}"/>
              </a:ext>
            </a:extLst>
          </p:cNvPr>
          <p:cNvSpPr>
            <a:spLocks noGrp="1"/>
          </p:cNvSpPr>
          <p:nvPr>
            <p:ph type="body" idx="38"/>
          </p:nvPr>
        </p:nvSpPr>
        <p:spPr>
          <a:xfrm>
            <a:off x="9680074" y="2454592"/>
            <a:ext cx="2149228" cy="491970"/>
          </a:xfrm>
          <a:prstGeom prst="rect">
            <a:avLst/>
          </a:prstGeom>
          <a:solidFill>
            <a:srgbClr val="061844"/>
          </a:solidFill>
        </p:spPr>
        <p:txBody>
          <a:bodyPr anchor="ctr">
            <a:normAutofit/>
          </a:bodyPr>
          <a:lstStyle>
            <a:lvl1pPr marL="0" indent="0" algn="ctr">
              <a:buNone/>
              <a:defRPr sz="1200" b="0" i="0" u="none" kern="0" cap="none" spc="0" baseline="0">
                <a:ln>
                  <a:noFill/>
                </a:ln>
                <a:solidFill>
                  <a:schemeClr val="bg1"/>
                </a:solidFill>
                <a:latin typeface="Titillium Web SemiBold"/>
                <a:ea typeface="Titillium Web SemiBold"/>
                <a:cs typeface="Titillium Web SemiBold"/>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66" name="Espaço Reservado para Imagem 53">
            <a:extLst>
              <a:ext uri="{FF2B5EF4-FFF2-40B4-BE49-F238E27FC236}">
                <a16:creationId xmlns:a16="http://schemas.microsoft.com/office/drawing/2014/main" id="{6E6327BC-9743-72ED-A643-D7173F3F8B04}"/>
              </a:ext>
            </a:extLst>
          </p:cNvPr>
          <p:cNvSpPr>
            <a:spLocks noGrp="1"/>
          </p:cNvSpPr>
          <p:nvPr>
            <p:ph type="pic" idx="39"/>
          </p:nvPr>
        </p:nvSpPr>
        <p:spPr>
          <a:xfrm>
            <a:off x="9680074" y="2946716"/>
            <a:ext cx="2149296" cy="650875"/>
          </a:xfrm>
        </p:spPr>
        <p:txBody>
          <a:bodyPr>
            <a:normAutofit/>
          </a:bodyPr>
          <a:lstStyle>
            <a:lvl1pPr marL="0" indent="0" algn="ctr">
              <a:buNone/>
              <a:defRPr sz="1200"/>
            </a:lvl1pPr>
          </a:lstStyle>
          <a:p>
            <a:endParaRPr/>
          </a:p>
        </p:txBody>
      </p:sp>
      <p:sp>
        <p:nvSpPr>
          <p:cNvPr id="68" name="Espaço Reservado para Texto 67">
            <a:extLst>
              <a:ext uri="{FF2B5EF4-FFF2-40B4-BE49-F238E27FC236}">
                <a16:creationId xmlns:a16="http://schemas.microsoft.com/office/drawing/2014/main" id="{B01AD352-02E5-ED6F-CB8A-D923E10CB8DC}"/>
              </a:ext>
            </a:extLst>
          </p:cNvPr>
          <p:cNvSpPr>
            <a:spLocks noGrp="1"/>
          </p:cNvSpPr>
          <p:nvPr>
            <p:ph type="body" idx="40"/>
          </p:nvPr>
        </p:nvSpPr>
        <p:spPr>
          <a:xfrm>
            <a:off x="6096000" y="1327150"/>
            <a:ext cx="5719763" cy="1023938"/>
          </a:xfrm>
          <a:prstGeom prst="rect">
            <a:avLst/>
          </a:prstGeom>
          <a:solidFill>
            <a:srgbClr val="F2F2F2"/>
          </a:solidFill>
        </p:spPr>
        <p:txBody>
          <a:bodyPr anchor="ctr"/>
          <a:lstStyle>
            <a:lvl1pPr marL="0" indent="0">
              <a:buNone/>
              <a:defRPr sz="1800" kern="1200">
                <a:solidFill>
                  <a:srgbClr val="061844"/>
                </a:solidFill>
                <a:latin typeface="+mn-lt"/>
                <a:ea typeface="+mn-lt"/>
                <a:cs typeface="+mn-lt"/>
              </a:defRPr>
            </a:lvl1pPr>
            <a:lvl2pPr marL="457200" indent="0">
              <a:buNone/>
              <a:defRPr sz="1800" kern="1200">
                <a:solidFill>
                  <a:srgbClr val="061844"/>
                </a:solidFill>
                <a:latin typeface="+mn-lt"/>
                <a:ea typeface="+mn-lt"/>
                <a:cs typeface="+mn-lt"/>
              </a:defRPr>
            </a:lvl2pPr>
            <a:lvl3pPr marL="914400" indent="0">
              <a:buNone/>
              <a:defRPr sz="1800" kern="1200">
                <a:solidFill>
                  <a:srgbClr val="061844"/>
                </a:solidFill>
                <a:latin typeface="+mn-lt"/>
                <a:ea typeface="+mn-lt"/>
                <a:cs typeface="+mn-lt"/>
              </a:defRPr>
            </a:lvl3pPr>
            <a:lvl4pPr marL="1371600" indent="0">
              <a:buNone/>
              <a:defRPr sz="1800" kern="1200">
                <a:solidFill>
                  <a:srgbClr val="061844"/>
                </a:solidFill>
                <a:latin typeface="+mn-lt"/>
                <a:ea typeface="+mn-lt"/>
                <a:cs typeface="+mn-lt"/>
              </a:defRPr>
            </a:lvl4pPr>
            <a:lvl5pPr marL="1828800" indent="0">
              <a:buNone/>
              <a:defRPr sz="1800" kern="1200">
                <a:solidFill>
                  <a:srgbClr val="061844"/>
                </a:solidFill>
                <a:latin typeface="+mn-lt"/>
                <a:ea typeface="+mn-lt"/>
                <a:cs typeface="+mn-lt"/>
              </a:defRPr>
            </a:lvl5pPr>
          </a:lstStyle>
          <a:p>
            <a:pPr>
              <a:buNone/>
            </a:pPr>
            <a:r>
              <a:t>Clique para editar os estilos de texto Mestres</a:t>
            </a:r>
          </a:p>
        </p:txBody>
      </p:sp>
      <p:sp>
        <p:nvSpPr>
          <p:cNvPr id="6" name="Espaço Reservado para Texto 39">
            <a:extLst>
              <a:ext uri="{FF2B5EF4-FFF2-40B4-BE49-F238E27FC236}">
                <a16:creationId xmlns:a16="http://schemas.microsoft.com/office/drawing/2014/main" id="{F21DDFCF-1CDD-F70F-7B18-517B22231BF9}"/>
              </a:ext>
            </a:extLst>
          </p:cNvPr>
          <p:cNvSpPr>
            <a:spLocks noGrp="1"/>
          </p:cNvSpPr>
          <p:nvPr>
            <p:ph type="body" idx="18" hasCustomPrompt="1"/>
          </p:nvPr>
        </p:nvSpPr>
        <p:spPr>
          <a:xfrm>
            <a:off x="352051" y="1330013"/>
            <a:ext cx="5740400" cy="1023938"/>
          </a:xfrm>
          <a:prstGeom prst="rect">
            <a:avLst/>
          </a:prstGeom>
          <a:noFill/>
        </p:spPr>
        <p:txBody>
          <a:bodyPr anchor="ctr">
            <a:normAutofit/>
          </a:bodyPr>
          <a:lstStyle>
            <a:lvl1pPr marL="0" indent="0" algn="l">
              <a:buNone/>
              <a:defRPr sz="2800" kern="1200">
                <a:solidFill>
                  <a:schemeClr val="bg1"/>
                </a:solidFill>
                <a:latin typeface="Titillium Web Light"/>
                <a:ea typeface="Titillium Web Light"/>
                <a:cs typeface="Titillium Web Light"/>
              </a:defRPr>
            </a:lvl1pPr>
            <a:lvl2pPr marL="457200" indent="0">
              <a:buNone/>
              <a:defRPr/>
            </a:lvl2pPr>
          </a:lstStyle>
          <a:p>
            <a:pPr>
              <a:buNone/>
            </a:pPr>
            <a:r>
              <a:t>Clique para editar os estilos </a:t>
            </a:r>
            <a:br/>
            <a:r>
              <a:t>de texto Mestres</a:t>
            </a:r>
          </a:p>
        </p:txBody>
      </p:sp>
      <p:pic>
        <p:nvPicPr>
          <p:cNvPr id="120" name="Imagem 2"/>
          <p:cNvPicPr>
            <a:picLocks noChangeAspect="1"/>
          </p:cNvPicPr>
          <p:nvPr/>
        </p:nvPicPr>
        <p:blipFill>
          <a:blip r:embed="rId2"/>
          <a:stretch>
            <a:fillRect/>
          </a:stretch>
        </p:blipFill>
        <p:spPr>
          <a:xfrm>
            <a:off x="10804163" y="361538"/>
            <a:ext cx="1011600" cy="461409"/>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8_INSTITUCIONAL">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idx="4"/>
          </p:nvPr>
        </p:nvSpPr>
        <p:spPr>
          <a:xfrm>
            <a:off x="11550857" y="6584949"/>
            <a:ext cx="264906" cy="174624"/>
          </a:xfrm>
          <a:prstGeom prst="rect">
            <a:avLst/>
          </a:prstGeom>
        </p:spPr>
        <p:txBody>
          <a:bodyPr lIns="0" tIns="0" rIns="0" bIns="0"/>
          <a:lstStyle>
            <a:lvl1pPr algn="r">
              <a:buNone/>
              <a:defRPr sz="900" kern="1200">
                <a:solidFill>
                  <a:srgbClr val="A6A5A5"/>
                </a:solidFill>
                <a:latin typeface="Titillium Web Light"/>
                <a:ea typeface="Titillium Web Light"/>
                <a:cs typeface="Titillium Web Light"/>
              </a:defRPr>
            </a:lvl1pPr>
          </a:lstStyle>
          <a:p>
            <a:fld id="{E8537E7D-B481-4A27-91D3-485D98CF8A66}" type="slidenum">
              <a:t>‹#›</a:t>
            </a:fld>
            <a:endParaRPr/>
          </a:p>
        </p:txBody>
      </p:sp>
      <p:sp>
        <p:nvSpPr>
          <p:cNvPr id="5" name="Conector reto 4">
            <a:extLst>
              <a:ext uri="{FF2B5EF4-FFF2-40B4-BE49-F238E27FC236}">
                <a16:creationId xmlns:a16="http://schemas.microsoft.com/office/drawing/2014/main" id="{40B800DA-7680-4CB4-BE21-3C9756BCBF42}"/>
              </a:ext>
            </a:extLst>
          </p:cNvPr>
          <p:cNvSpPr>
            <a:spLocks noGrp="1"/>
          </p:cNvSpPr>
          <p:nvPr/>
        </p:nv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7" name="Conector reto 6">
            <a:extLst>
              <a:ext uri="{FF2B5EF4-FFF2-40B4-BE49-F238E27FC236}">
                <a16:creationId xmlns:a16="http://schemas.microsoft.com/office/drawing/2014/main" id="{0A6A08FC-9BF4-449B-82DF-535680E5B9BD}"/>
              </a:ext>
            </a:extLst>
          </p:cNvPr>
          <p:cNvSpPr>
            <a:spLocks noGrp="1"/>
          </p:cNvSpPr>
          <p:nvPr/>
        </p:nv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idx="10" hasCustomPrompt="1"/>
          </p:nvPr>
        </p:nvSpPr>
        <p:spPr>
          <a:xfrm>
            <a:off x="371475" y="311805"/>
            <a:ext cx="10289426" cy="309563"/>
          </a:xfrm>
          <a:prstGeom prst="rect">
            <a:avLst/>
          </a:prstGeom>
        </p:spPr>
        <p:txBody>
          <a:bodyPr lIns="0" tIns="0" rIns="0" bIns="0" anchor="b">
            <a:noAutofit/>
          </a:bodyPr>
          <a:lstStyle>
            <a:lvl1pPr marL="0" indent="0" algn="l" defTabSz="914400">
              <a:lnSpc>
                <a:spcPct val="90000"/>
              </a:lnSpc>
              <a:spcBef>
                <a:spcPts val="1000"/>
              </a:spcBef>
              <a:buFont typeface="Arial"/>
              <a:buNone/>
              <a:defRPr sz="2000" b="1" kern="1200" cap="all" baseline="0">
                <a:solidFill>
                  <a:srgbClr val="061844"/>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a:buNone/>
            </a:pPr>
            <a: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idx="16" hasCustomPrompt="1"/>
          </p:nvPr>
        </p:nvSpPr>
        <p:spPr>
          <a:xfrm>
            <a:off x="371475" y="596574"/>
            <a:ext cx="10289426" cy="266878"/>
          </a:xfrm>
          <a:prstGeom prst="rect">
            <a:avLst/>
          </a:prstGeom>
        </p:spPr>
        <p:txBody>
          <a:bodyPr lIns="0" tIns="0" rIns="0" bIns="0" anchor="ctr">
            <a:noAutofit/>
          </a:bodyPr>
          <a:lstStyle>
            <a:lvl1pPr marL="0" indent="0" algn="l" defTabSz="914400">
              <a:lnSpc>
                <a:spcPct val="90000"/>
              </a:lnSpc>
              <a:spcBef>
                <a:spcPts val="1000"/>
              </a:spcBef>
              <a:buFont typeface="Arial"/>
              <a:buNone/>
              <a:defRPr sz="1600" kern="1200" cap="none" baseline="0">
                <a:solidFill>
                  <a:srgbClr val="3F4655"/>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marL="0" indent="0" algn="l" defTabSz="914400">
              <a:lnSpc>
                <a:spcPct val="90000"/>
              </a:lnSpc>
              <a:spcBef>
                <a:spcPts val="1000"/>
              </a:spcBef>
              <a:buFont typeface="Arial"/>
              <a:buNone/>
            </a:pPr>
            <a: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idx="17" hasCustomPrompt="1"/>
          </p:nvPr>
        </p:nvSpPr>
        <p:spPr>
          <a:xfrm>
            <a:off x="366713" y="6319838"/>
            <a:ext cx="11460162" cy="99643"/>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Nota</a:t>
            </a:r>
          </a:p>
        </p:txBody>
      </p:sp>
      <p:sp>
        <p:nvSpPr>
          <p:cNvPr id="42" name="Espaço Reservado para Texto 41">
            <a:extLst>
              <a:ext uri="{FF2B5EF4-FFF2-40B4-BE49-F238E27FC236}">
                <a16:creationId xmlns:a16="http://schemas.microsoft.com/office/drawing/2014/main" id="{1D814EBE-DEA8-0505-02D8-DFBC3BE430AB}"/>
              </a:ext>
            </a:extLst>
          </p:cNvPr>
          <p:cNvSpPr>
            <a:spLocks noGrp="1"/>
          </p:cNvSpPr>
          <p:nvPr>
            <p:ph type="body" idx="19"/>
          </p:nvPr>
        </p:nvSpPr>
        <p:spPr>
          <a:xfrm>
            <a:off x="355601" y="2468876"/>
            <a:ext cx="2159000" cy="3623949"/>
          </a:xfrm>
        </p:spPr>
        <p:txBody>
          <a:bodyPr>
            <a:normAutofit/>
          </a:bodyPr>
          <a:lstStyle>
            <a:lvl1pPr marL="0" indent="0">
              <a:buNone/>
              <a:defRPr sz="1200" b="0" i="0" u="none" kern="0" cap="none" spc="0" baseline="0">
                <a:ln>
                  <a:noFill/>
                </a:ln>
                <a:solidFill>
                  <a:srgbClr val="061844"/>
                </a:solidFill>
                <a:latin typeface="Titillium Web ExtraLight"/>
                <a:ea typeface="Titillium Web ExtraLight"/>
                <a:cs typeface="Titillium Web ExtraLight"/>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49" name="Espaço Reservado para Texto 41">
            <a:extLst>
              <a:ext uri="{FF2B5EF4-FFF2-40B4-BE49-F238E27FC236}">
                <a16:creationId xmlns:a16="http://schemas.microsoft.com/office/drawing/2014/main" id="{4857A2BF-C2EF-112E-AFCC-15F3F00FFDEC}"/>
              </a:ext>
            </a:extLst>
          </p:cNvPr>
          <p:cNvSpPr>
            <a:spLocks noGrp="1"/>
          </p:cNvSpPr>
          <p:nvPr>
            <p:ph type="body" idx="23"/>
          </p:nvPr>
        </p:nvSpPr>
        <p:spPr>
          <a:xfrm>
            <a:off x="355600" y="1325877"/>
            <a:ext cx="2149228" cy="491970"/>
          </a:xfrm>
          <a:prstGeom prst="rect">
            <a:avLst/>
          </a:prstGeom>
          <a:solidFill>
            <a:srgbClr val="061844"/>
          </a:solidFill>
        </p:spPr>
        <p:txBody>
          <a:bodyPr anchor="ctr">
            <a:normAutofit/>
          </a:bodyPr>
          <a:lstStyle>
            <a:lvl1pPr marL="0" indent="0" algn="ctr">
              <a:buNone/>
              <a:defRPr sz="1200" b="0" i="0" u="none" kern="0" cap="none" spc="0" baseline="0">
                <a:ln>
                  <a:noFill/>
                </a:ln>
                <a:solidFill>
                  <a:schemeClr val="bg1"/>
                </a:solidFill>
                <a:latin typeface="Titillium Web SemiBold"/>
                <a:ea typeface="Titillium Web SemiBold"/>
                <a:cs typeface="Titillium Web SemiBold"/>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54" name="Espaço Reservado para Imagem 53">
            <a:extLst>
              <a:ext uri="{FF2B5EF4-FFF2-40B4-BE49-F238E27FC236}">
                <a16:creationId xmlns:a16="http://schemas.microsoft.com/office/drawing/2014/main" id="{C6B39C63-D7A5-3F83-2699-80417CE8375C}"/>
              </a:ext>
            </a:extLst>
          </p:cNvPr>
          <p:cNvSpPr>
            <a:spLocks noGrp="1"/>
          </p:cNvSpPr>
          <p:nvPr>
            <p:ph type="pic" idx="27"/>
          </p:nvPr>
        </p:nvSpPr>
        <p:spPr>
          <a:xfrm>
            <a:off x="355600" y="1818001"/>
            <a:ext cx="2149296" cy="650875"/>
          </a:xfrm>
        </p:spPr>
        <p:txBody>
          <a:bodyPr>
            <a:normAutofit/>
          </a:bodyPr>
          <a:lstStyle>
            <a:lvl1pPr marL="0" indent="0" algn="ctr">
              <a:buNone/>
              <a:defRPr sz="1200"/>
            </a:lvl1pPr>
          </a:lstStyle>
          <a:p>
            <a:endParaRPr/>
          </a:p>
        </p:txBody>
      </p:sp>
      <p:sp>
        <p:nvSpPr>
          <p:cNvPr id="52" name="Espaço Reservado para Texto 41">
            <a:extLst>
              <a:ext uri="{FF2B5EF4-FFF2-40B4-BE49-F238E27FC236}">
                <a16:creationId xmlns:a16="http://schemas.microsoft.com/office/drawing/2014/main" id="{E70F3B51-D1C0-6AA3-83DD-A15A73A28EAD}"/>
              </a:ext>
            </a:extLst>
          </p:cNvPr>
          <p:cNvSpPr>
            <a:spLocks noGrp="1"/>
          </p:cNvSpPr>
          <p:nvPr>
            <p:ph type="body" idx="28"/>
          </p:nvPr>
        </p:nvSpPr>
        <p:spPr>
          <a:xfrm>
            <a:off x="2683712" y="2468876"/>
            <a:ext cx="2159000" cy="3623949"/>
          </a:xfrm>
        </p:spPr>
        <p:txBody>
          <a:bodyPr>
            <a:normAutofit/>
          </a:bodyPr>
          <a:lstStyle>
            <a:lvl1pPr marL="0" indent="0">
              <a:buNone/>
              <a:defRPr sz="1200" b="0" i="0" u="none" kern="0" cap="none" spc="0" baseline="0">
                <a:ln>
                  <a:noFill/>
                </a:ln>
                <a:solidFill>
                  <a:srgbClr val="061844"/>
                </a:solidFill>
                <a:latin typeface="Titillium Web ExtraLight"/>
                <a:ea typeface="Titillium Web ExtraLight"/>
                <a:cs typeface="Titillium Web ExtraLight"/>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53" name="Espaço Reservado para Texto 41">
            <a:extLst>
              <a:ext uri="{FF2B5EF4-FFF2-40B4-BE49-F238E27FC236}">
                <a16:creationId xmlns:a16="http://schemas.microsoft.com/office/drawing/2014/main" id="{38DB7297-51FD-1F74-EE52-2E13277E0199}"/>
              </a:ext>
            </a:extLst>
          </p:cNvPr>
          <p:cNvSpPr>
            <a:spLocks noGrp="1"/>
          </p:cNvSpPr>
          <p:nvPr>
            <p:ph type="body" idx="29"/>
          </p:nvPr>
        </p:nvSpPr>
        <p:spPr>
          <a:xfrm>
            <a:off x="2683711" y="1325877"/>
            <a:ext cx="2149228" cy="491970"/>
          </a:xfrm>
          <a:prstGeom prst="rect">
            <a:avLst/>
          </a:prstGeom>
          <a:solidFill>
            <a:srgbClr val="061844"/>
          </a:solidFill>
        </p:spPr>
        <p:txBody>
          <a:bodyPr anchor="ctr">
            <a:normAutofit/>
          </a:bodyPr>
          <a:lstStyle>
            <a:lvl1pPr marL="0" indent="0" algn="ctr">
              <a:buNone/>
              <a:defRPr sz="1200" b="0" i="0" u="none" kern="0" cap="none" spc="0" baseline="0">
                <a:ln>
                  <a:noFill/>
                </a:ln>
                <a:solidFill>
                  <a:schemeClr val="bg1"/>
                </a:solidFill>
                <a:latin typeface="Titillium Web SemiBold"/>
                <a:ea typeface="Titillium Web SemiBold"/>
                <a:cs typeface="Titillium Web SemiBold"/>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57" name="Espaço Reservado para Imagem 53">
            <a:extLst>
              <a:ext uri="{FF2B5EF4-FFF2-40B4-BE49-F238E27FC236}">
                <a16:creationId xmlns:a16="http://schemas.microsoft.com/office/drawing/2014/main" id="{9422458F-50B5-9D4D-9408-65EE3C499FF0}"/>
              </a:ext>
            </a:extLst>
          </p:cNvPr>
          <p:cNvSpPr>
            <a:spLocks noGrp="1"/>
          </p:cNvSpPr>
          <p:nvPr>
            <p:ph type="pic" idx="30"/>
          </p:nvPr>
        </p:nvSpPr>
        <p:spPr>
          <a:xfrm>
            <a:off x="2683711" y="1818001"/>
            <a:ext cx="2149296" cy="650875"/>
          </a:xfrm>
        </p:spPr>
        <p:txBody>
          <a:bodyPr>
            <a:normAutofit/>
          </a:bodyPr>
          <a:lstStyle>
            <a:lvl1pPr marL="0" indent="0" algn="ctr">
              <a:buNone/>
              <a:defRPr sz="1200"/>
            </a:lvl1pPr>
          </a:lstStyle>
          <a:p>
            <a:endParaRPr/>
          </a:p>
        </p:txBody>
      </p:sp>
      <p:sp>
        <p:nvSpPr>
          <p:cNvPr id="58" name="Espaço Reservado para Texto 41">
            <a:extLst>
              <a:ext uri="{FF2B5EF4-FFF2-40B4-BE49-F238E27FC236}">
                <a16:creationId xmlns:a16="http://schemas.microsoft.com/office/drawing/2014/main" id="{64C23E34-BF95-2B0A-2D37-09BB0A7A6315}"/>
              </a:ext>
            </a:extLst>
          </p:cNvPr>
          <p:cNvSpPr>
            <a:spLocks noGrp="1"/>
          </p:cNvSpPr>
          <p:nvPr>
            <p:ph type="body" idx="31"/>
          </p:nvPr>
        </p:nvSpPr>
        <p:spPr>
          <a:xfrm>
            <a:off x="5017838" y="2468876"/>
            <a:ext cx="2159000" cy="3623949"/>
          </a:xfrm>
        </p:spPr>
        <p:txBody>
          <a:bodyPr>
            <a:normAutofit/>
          </a:bodyPr>
          <a:lstStyle>
            <a:lvl1pPr marL="0" indent="0">
              <a:buNone/>
              <a:defRPr sz="1200" b="0" i="0" u="none" kern="0" cap="none" spc="0" baseline="0">
                <a:ln>
                  <a:noFill/>
                </a:ln>
                <a:solidFill>
                  <a:srgbClr val="061844"/>
                </a:solidFill>
                <a:latin typeface="Titillium Web ExtraLight"/>
                <a:ea typeface="Titillium Web ExtraLight"/>
                <a:cs typeface="Titillium Web ExtraLight"/>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59" name="Espaço Reservado para Texto 41">
            <a:extLst>
              <a:ext uri="{FF2B5EF4-FFF2-40B4-BE49-F238E27FC236}">
                <a16:creationId xmlns:a16="http://schemas.microsoft.com/office/drawing/2014/main" id="{EA8F3439-0F36-7831-4AD5-F659A0AFDAE4}"/>
              </a:ext>
            </a:extLst>
          </p:cNvPr>
          <p:cNvSpPr>
            <a:spLocks noGrp="1"/>
          </p:cNvSpPr>
          <p:nvPr>
            <p:ph type="body" idx="32"/>
          </p:nvPr>
        </p:nvSpPr>
        <p:spPr>
          <a:xfrm>
            <a:off x="5017837" y="1325877"/>
            <a:ext cx="2149228" cy="491970"/>
          </a:xfrm>
          <a:prstGeom prst="rect">
            <a:avLst/>
          </a:prstGeom>
          <a:solidFill>
            <a:srgbClr val="061844"/>
          </a:solidFill>
        </p:spPr>
        <p:txBody>
          <a:bodyPr anchor="ctr">
            <a:normAutofit/>
          </a:bodyPr>
          <a:lstStyle>
            <a:lvl1pPr marL="0" indent="0" algn="ctr">
              <a:buNone/>
              <a:defRPr sz="1200" b="0" i="0" u="none" kern="0" cap="none" spc="0" baseline="0">
                <a:ln>
                  <a:noFill/>
                </a:ln>
                <a:solidFill>
                  <a:schemeClr val="bg1"/>
                </a:solidFill>
                <a:latin typeface="Titillium Web SemiBold"/>
                <a:ea typeface="Titillium Web SemiBold"/>
                <a:cs typeface="Titillium Web SemiBold"/>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60" name="Espaço Reservado para Imagem 53">
            <a:extLst>
              <a:ext uri="{FF2B5EF4-FFF2-40B4-BE49-F238E27FC236}">
                <a16:creationId xmlns:a16="http://schemas.microsoft.com/office/drawing/2014/main" id="{ADB8FC6F-71E6-2872-CDBA-BF8C8A28B25A}"/>
              </a:ext>
            </a:extLst>
          </p:cNvPr>
          <p:cNvSpPr>
            <a:spLocks noGrp="1"/>
          </p:cNvSpPr>
          <p:nvPr>
            <p:ph type="pic" idx="33"/>
          </p:nvPr>
        </p:nvSpPr>
        <p:spPr>
          <a:xfrm>
            <a:off x="5017837" y="1818001"/>
            <a:ext cx="2149296" cy="650875"/>
          </a:xfrm>
        </p:spPr>
        <p:txBody>
          <a:bodyPr>
            <a:normAutofit/>
          </a:bodyPr>
          <a:lstStyle>
            <a:lvl1pPr marL="0" indent="0" algn="ctr">
              <a:buNone/>
              <a:defRPr sz="1200"/>
            </a:lvl1pPr>
          </a:lstStyle>
          <a:p>
            <a:endParaRPr/>
          </a:p>
        </p:txBody>
      </p:sp>
      <p:sp>
        <p:nvSpPr>
          <p:cNvPr id="61" name="Espaço Reservado para Texto 41">
            <a:extLst>
              <a:ext uri="{FF2B5EF4-FFF2-40B4-BE49-F238E27FC236}">
                <a16:creationId xmlns:a16="http://schemas.microsoft.com/office/drawing/2014/main" id="{33E1A05E-6C16-BA44-0636-8D89037236CA}"/>
              </a:ext>
            </a:extLst>
          </p:cNvPr>
          <p:cNvSpPr>
            <a:spLocks noGrp="1"/>
          </p:cNvSpPr>
          <p:nvPr>
            <p:ph type="body" idx="34"/>
          </p:nvPr>
        </p:nvSpPr>
        <p:spPr>
          <a:xfrm>
            <a:off x="7351965" y="2468876"/>
            <a:ext cx="2159000" cy="3623949"/>
          </a:xfrm>
        </p:spPr>
        <p:txBody>
          <a:bodyPr>
            <a:normAutofit/>
          </a:bodyPr>
          <a:lstStyle>
            <a:lvl1pPr marL="0" indent="0">
              <a:buNone/>
              <a:defRPr sz="1200" b="0" i="0" u="none" kern="0" cap="none" spc="0" baseline="0">
                <a:ln>
                  <a:noFill/>
                </a:ln>
                <a:solidFill>
                  <a:srgbClr val="061844"/>
                </a:solidFill>
                <a:latin typeface="Titillium Web ExtraLight"/>
                <a:ea typeface="Titillium Web ExtraLight"/>
                <a:cs typeface="Titillium Web ExtraLight"/>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62" name="Espaço Reservado para Texto 41">
            <a:extLst>
              <a:ext uri="{FF2B5EF4-FFF2-40B4-BE49-F238E27FC236}">
                <a16:creationId xmlns:a16="http://schemas.microsoft.com/office/drawing/2014/main" id="{06D79413-36CC-3359-5D9C-D04DFC7275C5}"/>
              </a:ext>
            </a:extLst>
          </p:cNvPr>
          <p:cNvSpPr>
            <a:spLocks noGrp="1"/>
          </p:cNvSpPr>
          <p:nvPr>
            <p:ph type="body" idx="35"/>
          </p:nvPr>
        </p:nvSpPr>
        <p:spPr>
          <a:xfrm>
            <a:off x="7351964" y="1325877"/>
            <a:ext cx="2149228" cy="491970"/>
          </a:xfrm>
          <a:prstGeom prst="rect">
            <a:avLst/>
          </a:prstGeom>
          <a:solidFill>
            <a:srgbClr val="061844"/>
          </a:solidFill>
        </p:spPr>
        <p:txBody>
          <a:bodyPr anchor="ctr">
            <a:normAutofit/>
          </a:bodyPr>
          <a:lstStyle>
            <a:lvl1pPr marL="0" indent="0" algn="ctr">
              <a:buNone/>
              <a:defRPr sz="1200" b="0" i="0" u="none" kern="0" cap="none" spc="0" baseline="0">
                <a:ln>
                  <a:noFill/>
                </a:ln>
                <a:solidFill>
                  <a:schemeClr val="bg1"/>
                </a:solidFill>
                <a:latin typeface="Titillium Web SemiBold"/>
                <a:ea typeface="Titillium Web SemiBold"/>
                <a:cs typeface="Titillium Web SemiBold"/>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63" name="Espaço Reservado para Imagem 53">
            <a:extLst>
              <a:ext uri="{FF2B5EF4-FFF2-40B4-BE49-F238E27FC236}">
                <a16:creationId xmlns:a16="http://schemas.microsoft.com/office/drawing/2014/main" id="{8A46942C-8FD8-8D6B-8D56-F0B226D9DE1E}"/>
              </a:ext>
            </a:extLst>
          </p:cNvPr>
          <p:cNvSpPr>
            <a:spLocks noGrp="1"/>
          </p:cNvSpPr>
          <p:nvPr>
            <p:ph type="pic" idx="36"/>
          </p:nvPr>
        </p:nvSpPr>
        <p:spPr>
          <a:xfrm>
            <a:off x="7351964" y="1818001"/>
            <a:ext cx="2149296" cy="650875"/>
          </a:xfrm>
        </p:spPr>
        <p:txBody>
          <a:bodyPr>
            <a:normAutofit/>
          </a:bodyPr>
          <a:lstStyle>
            <a:lvl1pPr marL="0" indent="0" algn="ctr">
              <a:buNone/>
              <a:defRPr sz="1200"/>
            </a:lvl1pPr>
          </a:lstStyle>
          <a:p>
            <a:endParaRPr/>
          </a:p>
        </p:txBody>
      </p:sp>
      <p:sp>
        <p:nvSpPr>
          <p:cNvPr id="64" name="Espaço Reservado para Texto 41">
            <a:extLst>
              <a:ext uri="{FF2B5EF4-FFF2-40B4-BE49-F238E27FC236}">
                <a16:creationId xmlns:a16="http://schemas.microsoft.com/office/drawing/2014/main" id="{ADC2B4AB-D815-F98C-6CFA-98BF91244079}"/>
              </a:ext>
            </a:extLst>
          </p:cNvPr>
          <p:cNvSpPr>
            <a:spLocks noGrp="1"/>
          </p:cNvSpPr>
          <p:nvPr>
            <p:ph type="body" idx="37"/>
          </p:nvPr>
        </p:nvSpPr>
        <p:spPr>
          <a:xfrm>
            <a:off x="9680075" y="2468876"/>
            <a:ext cx="2159000" cy="3623949"/>
          </a:xfrm>
        </p:spPr>
        <p:txBody>
          <a:bodyPr>
            <a:normAutofit/>
          </a:bodyPr>
          <a:lstStyle>
            <a:lvl1pPr marL="0" indent="0">
              <a:buNone/>
              <a:defRPr sz="1200" b="0" i="0" u="none" kern="0" cap="none" spc="0" baseline="0">
                <a:ln>
                  <a:noFill/>
                </a:ln>
                <a:solidFill>
                  <a:srgbClr val="061844"/>
                </a:solidFill>
                <a:latin typeface="Titillium Web ExtraLight"/>
                <a:ea typeface="Titillium Web ExtraLight"/>
                <a:cs typeface="Titillium Web ExtraLight"/>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65" name="Espaço Reservado para Texto 41">
            <a:extLst>
              <a:ext uri="{FF2B5EF4-FFF2-40B4-BE49-F238E27FC236}">
                <a16:creationId xmlns:a16="http://schemas.microsoft.com/office/drawing/2014/main" id="{30330B69-F22C-6098-52C4-A03FBA880B5A}"/>
              </a:ext>
            </a:extLst>
          </p:cNvPr>
          <p:cNvSpPr>
            <a:spLocks noGrp="1"/>
          </p:cNvSpPr>
          <p:nvPr>
            <p:ph type="body" idx="38"/>
          </p:nvPr>
        </p:nvSpPr>
        <p:spPr>
          <a:xfrm>
            <a:off x="9680074" y="1325877"/>
            <a:ext cx="2149228" cy="491970"/>
          </a:xfrm>
          <a:prstGeom prst="rect">
            <a:avLst/>
          </a:prstGeom>
          <a:solidFill>
            <a:srgbClr val="061844"/>
          </a:solidFill>
        </p:spPr>
        <p:txBody>
          <a:bodyPr anchor="ctr">
            <a:normAutofit/>
          </a:bodyPr>
          <a:lstStyle>
            <a:lvl1pPr marL="0" indent="0" algn="ctr">
              <a:buNone/>
              <a:defRPr sz="1200" b="0" i="0" u="none" kern="0" cap="none" spc="0" baseline="0">
                <a:ln>
                  <a:noFill/>
                </a:ln>
                <a:solidFill>
                  <a:schemeClr val="bg1"/>
                </a:solidFill>
                <a:latin typeface="Titillium Web SemiBold"/>
                <a:ea typeface="Titillium Web SemiBold"/>
                <a:cs typeface="Titillium Web SemiBold"/>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66" name="Espaço Reservado para Imagem 53">
            <a:extLst>
              <a:ext uri="{FF2B5EF4-FFF2-40B4-BE49-F238E27FC236}">
                <a16:creationId xmlns:a16="http://schemas.microsoft.com/office/drawing/2014/main" id="{6E6327BC-9743-72ED-A643-D7173F3F8B04}"/>
              </a:ext>
            </a:extLst>
          </p:cNvPr>
          <p:cNvSpPr>
            <a:spLocks noGrp="1"/>
          </p:cNvSpPr>
          <p:nvPr>
            <p:ph type="pic" idx="39"/>
          </p:nvPr>
        </p:nvSpPr>
        <p:spPr>
          <a:xfrm>
            <a:off x="9680074" y="1818001"/>
            <a:ext cx="2149296" cy="650875"/>
          </a:xfrm>
        </p:spPr>
        <p:txBody>
          <a:bodyPr>
            <a:normAutofit/>
          </a:bodyPr>
          <a:lstStyle>
            <a:lvl1pPr marL="0" indent="0" algn="ctr">
              <a:buNone/>
              <a:defRPr sz="1200"/>
            </a:lvl1pPr>
          </a:lstStyle>
          <a:p>
            <a:endParaRPr/>
          </a:p>
        </p:txBody>
      </p:sp>
      <p:pic>
        <p:nvPicPr>
          <p:cNvPr id="89" name="Imagem 2"/>
          <p:cNvPicPr>
            <a:picLocks noChangeAspect="1"/>
          </p:cNvPicPr>
          <p:nvPr/>
        </p:nvPicPr>
        <p:blipFill>
          <a:blip r:embed="rId2"/>
          <a:stretch>
            <a:fillRect/>
          </a:stretch>
        </p:blipFill>
        <p:spPr>
          <a:xfrm>
            <a:off x="10804163" y="361538"/>
            <a:ext cx="1011600" cy="461409"/>
          </a:xfrm>
          <a:prstGeom prst="rect">
            <a:avLst/>
          </a:prstGeom>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0_INSTITUCIONAL">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idx="4"/>
          </p:nvPr>
        </p:nvSpPr>
        <p:spPr>
          <a:xfrm>
            <a:off x="11550857" y="6584949"/>
            <a:ext cx="264906" cy="174624"/>
          </a:xfrm>
          <a:prstGeom prst="rect">
            <a:avLst/>
          </a:prstGeom>
        </p:spPr>
        <p:txBody>
          <a:bodyPr lIns="0" tIns="0" rIns="0" bIns="0"/>
          <a:lstStyle>
            <a:lvl1pPr algn="r">
              <a:buNone/>
              <a:defRPr sz="900" kern="1200">
                <a:solidFill>
                  <a:srgbClr val="A6A5A5"/>
                </a:solidFill>
                <a:latin typeface="Titillium Web Light"/>
                <a:ea typeface="Titillium Web Light"/>
                <a:cs typeface="Titillium Web Light"/>
              </a:defRPr>
            </a:lvl1pPr>
          </a:lstStyle>
          <a:p>
            <a:fld id="{E8537E7D-B481-4A27-91D3-485D98CF8A66}" type="slidenum">
              <a:t>‹#›</a:t>
            </a:fld>
            <a:endParaRPr/>
          </a:p>
        </p:txBody>
      </p:sp>
      <p:sp>
        <p:nvSpPr>
          <p:cNvPr id="5" name="Conector reto 4">
            <a:extLst>
              <a:ext uri="{FF2B5EF4-FFF2-40B4-BE49-F238E27FC236}">
                <a16:creationId xmlns:a16="http://schemas.microsoft.com/office/drawing/2014/main" id="{C8607D1B-4B62-4F60-81EA-F08FF28B85EC}"/>
              </a:ext>
            </a:extLst>
          </p:cNvPr>
          <p:cNvSpPr>
            <a:spLocks noGrp="1"/>
          </p:cNvSpPr>
          <p:nvPr/>
        </p:nv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7" name="Conector reto 6">
            <a:extLst>
              <a:ext uri="{FF2B5EF4-FFF2-40B4-BE49-F238E27FC236}">
                <a16:creationId xmlns:a16="http://schemas.microsoft.com/office/drawing/2014/main" id="{717D6769-F260-4166-86EC-70521CC3E3CC}"/>
              </a:ext>
            </a:extLst>
          </p:cNvPr>
          <p:cNvSpPr>
            <a:spLocks noGrp="1"/>
          </p:cNvSpPr>
          <p:nvPr/>
        </p:nv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idx="10" hasCustomPrompt="1"/>
          </p:nvPr>
        </p:nvSpPr>
        <p:spPr>
          <a:xfrm>
            <a:off x="371475" y="311805"/>
            <a:ext cx="10289426" cy="309563"/>
          </a:xfrm>
          <a:prstGeom prst="rect">
            <a:avLst/>
          </a:prstGeom>
        </p:spPr>
        <p:txBody>
          <a:bodyPr lIns="0" tIns="0" rIns="0" bIns="0" anchor="b">
            <a:noAutofit/>
          </a:bodyPr>
          <a:lstStyle>
            <a:lvl1pPr marL="0" indent="0" algn="l" defTabSz="914400">
              <a:lnSpc>
                <a:spcPct val="90000"/>
              </a:lnSpc>
              <a:spcBef>
                <a:spcPts val="1000"/>
              </a:spcBef>
              <a:buFont typeface="Arial"/>
              <a:buNone/>
              <a:defRPr sz="2000" b="1" kern="1200" cap="all" baseline="0">
                <a:solidFill>
                  <a:srgbClr val="061844"/>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a:buNone/>
            </a:pPr>
            <a: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idx="16" hasCustomPrompt="1"/>
          </p:nvPr>
        </p:nvSpPr>
        <p:spPr>
          <a:xfrm>
            <a:off x="371475" y="596574"/>
            <a:ext cx="10289426" cy="266878"/>
          </a:xfrm>
          <a:prstGeom prst="rect">
            <a:avLst/>
          </a:prstGeom>
        </p:spPr>
        <p:txBody>
          <a:bodyPr lIns="0" tIns="0" rIns="0" bIns="0" anchor="ctr">
            <a:noAutofit/>
          </a:bodyPr>
          <a:lstStyle>
            <a:lvl1pPr marL="0" indent="0" algn="l" defTabSz="914400">
              <a:lnSpc>
                <a:spcPct val="90000"/>
              </a:lnSpc>
              <a:spcBef>
                <a:spcPts val="1000"/>
              </a:spcBef>
              <a:buFont typeface="Arial"/>
              <a:buNone/>
              <a:defRPr sz="1600" kern="1200" cap="none" baseline="0">
                <a:solidFill>
                  <a:srgbClr val="3F4655"/>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marL="0" indent="0" algn="l" defTabSz="914400">
              <a:lnSpc>
                <a:spcPct val="90000"/>
              </a:lnSpc>
              <a:spcBef>
                <a:spcPts val="1000"/>
              </a:spcBef>
              <a:buFont typeface="Arial"/>
              <a:buNone/>
            </a:pPr>
            <a: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idx="17" hasCustomPrompt="1"/>
          </p:nvPr>
        </p:nvSpPr>
        <p:spPr>
          <a:xfrm>
            <a:off x="366713" y="6319838"/>
            <a:ext cx="11460162" cy="99643"/>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Nota</a:t>
            </a:r>
          </a:p>
        </p:txBody>
      </p:sp>
      <p:sp>
        <p:nvSpPr>
          <p:cNvPr id="3" name="Espaço Reservado para Texto 41">
            <a:extLst>
              <a:ext uri="{FF2B5EF4-FFF2-40B4-BE49-F238E27FC236}">
                <a16:creationId xmlns:a16="http://schemas.microsoft.com/office/drawing/2014/main" id="{459FABC4-15D1-5392-AD91-9FD913FA56D7}"/>
              </a:ext>
            </a:extLst>
          </p:cNvPr>
          <p:cNvSpPr>
            <a:spLocks noGrp="1"/>
          </p:cNvSpPr>
          <p:nvPr>
            <p:ph type="body" idx="20"/>
          </p:nvPr>
        </p:nvSpPr>
        <p:spPr>
          <a:xfrm>
            <a:off x="362509" y="2478088"/>
            <a:ext cx="5577523" cy="3614737"/>
          </a:xfrm>
        </p:spPr>
        <p:txBody>
          <a:bodyPr>
            <a:normAutofit/>
          </a:bodyPr>
          <a:lstStyle>
            <a:lvl1pPr marL="0" indent="0">
              <a:buNone/>
              <a:defRPr sz="1200" b="0" i="0" u="none" kern="0" cap="none" spc="0" baseline="0">
                <a:ln>
                  <a:noFill/>
                </a:ln>
                <a:solidFill>
                  <a:srgbClr val="061844"/>
                </a:solidFill>
                <a:latin typeface="Titillium Web ExtraLight"/>
                <a:ea typeface="Titillium Web ExtraLight"/>
                <a:cs typeface="Titillium Web ExtraLight"/>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39" name="Espaço Reservado para Texto 41">
            <a:extLst>
              <a:ext uri="{FF2B5EF4-FFF2-40B4-BE49-F238E27FC236}">
                <a16:creationId xmlns:a16="http://schemas.microsoft.com/office/drawing/2014/main" id="{277D13CE-58C0-FD09-06AF-D117B34389D7}"/>
              </a:ext>
            </a:extLst>
          </p:cNvPr>
          <p:cNvSpPr>
            <a:spLocks noGrp="1"/>
          </p:cNvSpPr>
          <p:nvPr>
            <p:ph type="body" idx="21"/>
          </p:nvPr>
        </p:nvSpPr>
        <p:spPr>
          <a:xfrm>
            <a:off x="6251968" y="2478088"/>
            <a:ext cx="5563795" cy="3614737"/>
          </a:xfrm>
        </p:spPr>
        <p:txBody>
          <a:bodyPr>
            <a:normAutofit/>
          </a:bodyPr>
          <a:lstStyle>
            <a:lvl1pPr marL="0" indent="0">
              <a:buNone/>
              <a:defRPr sz="1200" b="0" i="0" u="none" kern="0" cap="none" spc="0" baseline="0">
                <a:ln>
                  <a:noFill/>
                </a:ln>
                <a:solidFill>
                  <a:srgbClr val="061844"/>
                </a:solidFill>
                <a:latin typeface="Titillium Web ExtraLight"/>
                <a:ea typeface="Titillium Web ExtraLight"/>
                <a:cs typeface="Titillium Web ExtraLight"/>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50" name="Espaço Reservado para Texto 41">
            <a:extLst>
              <a:ext uri="{FF2B5EF4-FFF2-40B4-BE49-F238E27FC236}">
                <a16:creationId xmlns:a16="http://schemas.microsoft.com/office/drawing/2014/main" id="{756A2BCE-50B7-FB28-27E3-2918ADF9CD50}"/>
              </a:ext>
            </a:extLst>
          </p:cNvPr>
          <p:cNvSpPr>
            <a:spLocks noGrp="1"/>
          </p:cNvSpPr>
          <p:nvPr>
            <p:ph type="body" idx="24"/>
          </p:nvPr>
        </p:nvSpPr>
        <p:spPr>
          <a:xfrm>
            <a:off x="362509" y="1335089"/>
            <a:ext cx="5577523" cy="491970"/>
          </a:xfrm>
          <a:prstGeom prst="rect">
            <a:avLst/>
          </a:prstGeom>
          <a:solidFill>
            <a:srgbClr val="061844"/>
          </a:solidFill>
        </p:spPr>
        <p:txBody>
          <a:bodyPr anchor="ctr">
            <a:normAutofit/>
          </a:bodyPr>
          <a:lstStyle>
            <a:lvl1pPr marL="0" indent="0" algn="ctr">
              <a:buNone/>
              <a:defRPr sz="1200" b="0" i="0" u="none" kern="0" cap="none" spc="0" baseline="0">
                <a:ln>
                  <a:noFill/>
                </a:ln>
                <a:solidFill>
                  <a:schemeClr val="bg1"/>
                </a:solidFill>
                <a:latin typeface="Titillium Web SemiBold"/>
                <a:ea typeface="Titillium Web SemiBold"/>
                <a:cs typeface="Titillium Web SemiBold"/>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51" name="Espaço Reservado para Texto 41">
            <a:extLst>
              <a:ext uri="{FF2B5EF4-FFF2-40B4-BE49-F238E27FC236}">
                <a16:creationId xmlns:a16="http://schemas.microsoft.com/office/drawing/2014/main" id="{A65C8C50-A7C0-5807-8319-0FD4C5252B93}"/>
              </a:ext>
            </a:extLst>
          </p:cNvPr>
          <p:cNvSpPr>
            <a:spLocks noGrp="1"/>
          </p:cNvSpPr>
          <p:nvPr>
            <p:ph type="body" idx="25"/>
          </p:nvPr>
        </p:nvSpPr>
        <p:spPr>
          <a:xfrm>
            <a:off x="6251968" y="1335089"/>
            <a:ext cx="5563795" cy="491970"/>
          </a:xfrm>
          <a:prstGeom prst="rect">
            <a:avLst/>
          </a:prstGeom>
          <a:solidFill>
            <a:srgbClr val="061844"/>
          </a:solidFill>
        </p:spPr>
        <p:txBody>
          <a:bodyPr anchor="ctr">
            <a:normAutofit/>
          </a:bodyPr>
          <a:lstStyle>
            <a:lvl1pPr marL="0" indent="0" algn="ctr">
              <a:buNone/>
              <a:defRPr sz="1200" b="0" i="0" u="none" kern="0" cap="none" spc="0" baseline="0">
                <a:ln>
                  <a:noFill/>
                </a:ln>
                <a:solidFill>
                  <a:schemeClr val="bg1"/>
                </a:solidFill>
                <a:latin typeface="Titillium Web SemiBold"/>
                <a:ea typeface="Titillium Web SemiBold"/>
                <a:cs typeface="Titillium Web SemiBold"/>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55" name="Espaço Reservado para Imagem 53">
            <a:extLst>
              <a:ext uri="{FF2B5EF4-FFF2-40B4-BE49-F238E27FC236}">
                <a16:creationId xmlns:a16="http://schemas.microsoft.com/office/drawing/2014/main" id="{BE875CEE-2031-E94C-0C07-FD5BFEA425A5}"/>
              </a:ext>
            </a:extLst>
          </p:cNvPr>
          <p:cNvSpPr>
            <a:spLocks noGrp="1"/>
          </p:cNvSpPr>
          <p:nvPr>
            <p:ph type="pic" idx="28"/>
          </p:nvPr>
        </p:nvSpPr>
        <p:spPr>
          <a:xfrm>
            <a:off x="358415" y="1827213"/>
            <a:ext cx="5580423" cy="650875"/>
          </a:xfrm>
        </p:spPr>
        <p:txBody>
          <a:bodyPr>
            <a:normAutofit/>
          </a:bodyPr>
          <a:lstStyle>
            <a:lvl1pPr marL="0" indent="0" algn="ctr">
              <a:buNone/>
              <a:defRPr sz="1200"/>
            </a:lvl1pPr>
          </a:lstStyle>
          <a:p>
            <a:endParaRPr/>
          </a:p>
        </p:txBody>
      </p:sp>
      <p:sp>
        <p:nvSpPr>
          <p:cNvPr id="56" name="Espaço Reservado para Imagem 53">
            <a:extLst>
              <a:ext uri="{FF2B5EF4-FFF2-40B4-BE49-F238E27FC236}">
                <a16:creationId xmlns:a16="http://schemas.microsoft.com/office/drawing/2014/main" id="{7DBE7F8C-8D06-9177-0669-024E9231A9DB}"/>
              </a:ext>
            </a:extLst>
          </p:cNvPr>
          <p:cNvSpPr>
            <a:spLocks noGrp="1"/>
          </p:cNvSpPr>
          <p:nvPr>
            <p:ph type="pic" idx="29"/>
          </p:nvPr>
        </p:nvSpPr>
        <p:spPr>
          <a:xfrm>
            <a:off x="6253162" y="1827213"/>
            <a:ext cx="5569419" cy="650875"/>
          </a:xfrm>
        </p:spPr>
        <p:txBody>
          <a:bodyPr>
            <a:normAutofit/>
          </a:bodyPr>
          <a:lstStyle>
            <a:lvl1pPr marL="0" indent="0" algn="ctr">
              <a:buNone/>
              <a:defRPr sz="1200"/>
            </a:lvl1pPr>
          </a:lstStyle>
          <a:p>
            <a:endParaRPr/>
          </a:p>
        </p:txBody>
      </p:sp>
      <p:pic>
        <p:nvPicPr>
          <p:cNvPr id="70" name="Imagem 5"/>
          <p:cNvPicPr>
            <a:picLocks noChangeAspect="1"/>
          </p:cNvPicPr>
          <p:nvPr/>
        </p:nvPicPr>
        <p:blipFill>
          <a:blip r:embed="rId2"/>
          <a:stretch>
            <a:fillRect/>
          </a:stretch>
        </p:blipFill>
        <p:spPr>
          <a:xfrm>
            <a:off x="10804163" y="361538"/>
            <a:ext cx="1011600" cy="461409"/>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9_INSTITUCIONAL">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idx="4"/>
          </p:nvPr>
        </p:nvSpPr>
        <p:spPr>
          <a:xfrm>
            <a:off x="11550857" y="6584949"/>
            <a:ext cx="264906" cy="174624"/>
          </a:xfrm>
          <a:prstGeom prst="rect">
            <a:avLst/>
          </a:prstGeom>
        </p:spPr>
        <p:txBody>
          <a:bodyPr lIns="0" tIns="0" rIns="0" bIns="0"/>
          <a:lstStyle>
            <a:lvl1pPr algn="r">
              <a:buNone/>
              <a:defRPr sz="900" kern="1200">
                <a:solidFill>
                  <a:srgbClr val="A6A5A5"/>
                </a:solidFill>
                <a:latin typeface="Titillium Web Light"/>
                <a:ea typeface="Titillium Web Light"/>
                <a:cs typeface="Titillium Web Light"/>
              </a:defRPr>
            </a:lvl1pPr>
          </a:lstStyle>
          <a:p>
            <a:fld id="{E8537E7D-B481-4A27-91D3-485D98CF8A66}" type="slidenum">
              <a:t>‹#›</a:t>
            </a:fld>
            <a:endParaRPr/>
          </a:p>
        </p:txBody>
      </p:sp>
      <p:sp>
        <p:nvSpPr>
          <p:cNvPr id="5" name="Conector reto 4">
            <a:extLst>
              <a:ext uri="{FF2B5EF4-FFF2-40B4-BE49-F238E27FC236}">
                <a16:creationId xmlns:a16="http://schemas.microsoft.com/office/drawing/2014/main" id="{EB90C27F-11DB-4452-9737-7AC00A94FA8D}"/>
              </a:ext>
            </a:extLst>
          </p:cNvPr>
          <p:cNvSpPr>
            <a:spLocks noGrp="1"/>
          </p:cNvSpPr>
          <p:nvPr/>
        </p:nv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7" name="Conector reto 6">
            <a:extLst>
              <a:ext uri="{FF2B5EF4-FFF2-40B4-BE49-F238E27FC236}">
                <a16:creationId xmlns:a16="http://schemas.microsoft.com/office/drawing/2014/main" id="{6DF05829-A4F1-4962-96C0-EA3795B9AECB}"/>
              </a:ext>
            </a:extLst>
          </p:cNvPr>
          <p:cNvSpPr>
            <a:spLocks noGrp="1"/>
          </p:cNvSpPr>
          <p:nvPr/>
        </p:nv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idx="10" hasCustomPrompt="1"/>
          </p:nvPr>
        </p:nvSpPr>
        <p:spPr>
          <a:xfrm>
            <a:off x="371475" y="311805"/>
            <a:ext cx="10289426" cy="309563"/>
          </a:xfrm>
          <a:prstGeom prst="rect">
            <a:avLst/>
          </a:prstGeom>
        </p:spPr>
        <p:txBody>
          <a:bodyPr lIns="0" tIns="0" rIns="0" bIns="0" anchor="b">
            <a:noAutofit/>
          </a:bodyPr>
          <a:lstStyle>
            <a:lvl1pPr marL="0" indent="0" algn="l" defTabSz="914400">
              <a:lnSpc>
                <a:spcPct val="90000"/>
              </a:lnSpc>
              <a:spcBef>
                <a:spcPts val="1000"/>
              </a:spcBef>
              <a:buFont typeface="Arial"/>
              <a:buNone/>
              <a:defRPr sz="2000" b="1" kern="1200" cap="all" baseline="0">
                <a:solidFill>
                  <a:srgbClr val="061844"/>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a:buNone/>
            </a:pPr>
            <a: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idx="16" hasCustomPrompt="1"/>
          </p:nvPr>
        </p:nvSpPr>
        <p:spPr>
          <a:xfrm>
            <a:off x="371475" y="596574"/>
            <a:ext cx="10289426" cy="266878"/>
          </a:xfrm>
          <a:prstGeom prst="rect">
            <a:avLst/>
          </a:prstGeom>
        </p:spPr>
        <p:txBody>
          <a:bodyPr lIns="0" tIns="0" rIns="0" bIns="0" anchor="ctr">
            <a:noAutofit/>
          </a:bodyPr>
          <a:lstStyle>
            <a:lvl1pPr marL="0" indent="0" algn="l" defTabSz="914400">
              <a:lnSpc>
                <a:spcPct val="90000"/>
              </a:lnSpc>
              <a:spcBef>
                <a:spcPts val="1000"/>
              </a:spcBef>
              <a:buFont typeface="Arial"/>
              <a:buNone/>
              <a:defRPr sz="1600" kern="1200" cap="none" baseline="0">
                <a:solidFill>
                  <a:srgbClr val="3F4655"/>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marL="0" indent="0" algn="l" defTabSz="914400">
              <a:lnSpc>
                <a:spcPct val="90000"/>
              </a:lnSpc>
              <a:spcBef>
                <a:spcPts val="1000"/>
              </a:spcBef>
              <a:buFont typeface="Arial"/>
              <a:buNone/>
            </a:pPr>
            <a: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idx="17" hasCustomPrompt="1"/>
          </p:nvPr>
        </p:nvSpPr>
        <p:spPr>
          <a:xfrm>
            <a:off x="366713" y="6319838"/>
            <a:ext cx="11460162" cy="99643"/>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Nota</a:t>
            </a:r>
          </a:p>
        </p:txBody>
      </p:sp>
      <p:sp>
        <p:nvSpPr>
          <p:cNvPr id="3" name="Espaço Reservado para Texto 41">
            <a:extLst>
              <a:ext uri="{FF2B5EF4-FFF2-40B4-BE49-F238E27FC236}">
                <a16:creationId xmlns:a16="http://schemas.microsoft.com/office/drawing/2014/main" id="{459FABC4-15D1-5392-AD91-9FD913FA56D7}"/>
              </a:ext>
            </a:extLst>
          </p:cNvPr>
          <p:cNvSpPr>
            <a:spLocks noGrp="1"/>
          </p:cNvSpPr>
          <p:nvPr>
            <p:ph type="body" idx="20"/>
          </p:nvPr>
        </p:nvSpPr>
        <p:spPr>
          <a:xfrm>
            <a:off x="362509" y="2919410"/>
            <a:ext cx="3409391" cy="3173415"/>
          </a:xfrm>
        </p:spPr>
        <p:txBody>
          <a:bodyPr>
            <a:normAutofit/>
          </a:bodyPr>
          <a:lstStyle>
            <a:lvl1pPr marL="0" indent="0">
              <a:buNone/>
              <a:defRPr sz="1200" b="0" i="0" u="none" kern="0" cap="none" spc="0" baseline="0">
                <a:ln>
                  <a:noFill/>
                </a:ln>
                <a:solidFill>
                  <a:srgbClr val="061844"/>
                </a:solidFill>
                <a:latin typeface="Titillium Web ExtraLight"/>
                <a:ea typeface="Titillium Web ExtraLight"/>
                <a:cs typeface="Titillium Web ExtraLight"/>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50" name="Espaço Reservado para Texto 41">
            <a:extLst>
              <a:ext uri="{FF2B5EF4-FFF2-40B4-BE49-F238E27FC236}">
                <a16:creationId xmlns:a16="http://schemas.microsoft.com/office/drawing/2014/main" id="{756A2BCE-50B7-FB28-27E3-2918ADF9CD50}"/>
              </a:ext>
            </a:extLst>
          </p:cNvPr>
          <p:cNvSpPr>
            <a:spLocks noGrp="1"/>
          </p:cNvSpPr>
          <p:nvPr>
            <p:ph type="body" idx="24"/>
          </p:nvPr>
        </p:nvSpPr>
        <p:spPr>
          <a:xfrm>
            <a:off x="362509" y="1335088"/>
            <a:ext cx="3409391" cy="1485899"/>
          </a:xfrm>
          <a:prstGeom prst="rect">
            <a:avLst/>
          </a:prstGeom>
          <a:solidFill>
            <a:srgbClr val="061844"/>
          </a:solidFill>
        </p:spPr>
        <p:txBody>
          <a:bodyPr anchor="ctr">
            <a:normAutofit/>
          </a:bodyPr>
          <a:lstStyle>
            <a:lvl1pPr marL="0" indent="0" algn="ctr">
              <a:buNone/>
              <a:defRPr sz="1200" b="0" i="0" u="none" kern="0" cap="none" spc="0" baseline="0">
                <a:ln>
                  <a:noFill/>
                </a:ln>
                <a:solidFill>
                  <a:schemeClr val="bg1"/>
                </a:solidFill>
                <a:latin typeface="Titillium Web SemiBold"/>
                <a:ea typeface="Titillium Web SemiBold"/>
                <a:cs typeface="Titillium Web SemiBold"/>
              </a:defRPr>
            </a:lvl1pPr>
            <a:lvl2pPr marL="457200" indent="0">
              <a:buNone/>
              <a:defRPr sz="1400" b="0" i="0" u="none" kern="0" cap="none" spc="0" baseline="0">
                <a:ln>
                  <a:noFill/>
                </a:ln>
                <a:solidFill>
                  <a:srgbClr val="061844"/>
                </a:solidFill>
                <a:latin typeface="Titillium Web ExtraLight"/>
                <a:ea typeface="Titillium Web ExtraLight"/>
                <a:cs typeface="Titillium Web ExtraLight"/>
              </a:defRPr>
            </a:lvl2pPr>
            <a:lvl3pPr marL="914400" indent="0">
              <a:buNone/>
              <a:defRPr sz="1400" b="0" i="0" u="none" kern="0" cap="none" spc="0" baseline="0">
                <a:ln>
                  <a:noFill/>
                </a:ln>
                <a:solidFill>
                  <a:srgbClr val="061844"/>
                </a:solidFill>
                <a:latin typeface="Titillium Web ExtraLight"/>
                <a:ea typeface="Titillium Web ExtraLight"/>
                <a:cs typeface="Titillium Web ExtraLight"/>
              </a:defRPr>
            </a:lvl3pPr>
            <a:lvl4pPr marL="1371600" indent="0">
              <a:buNone/>
              <a:defRPr sz="1400" b="0" i="0" u="none" kern="0" cap="none" spc="0" baseline="0">
                <a:ln>
                  <a:noFill/>
                </a:ln>
                <a:solidFill>
                  <a:srgbClr val="061844"/>
                </a:solidFill>
                <a:latin typeface="Titillium Web ExtraLight"/>
                <a:ea typeface="Titillium Web ExtraLight"/>
                <a:cs typeface="Titillium Web ExtraLight"/>
              </a:defRPr>
            </a:lvl4pPr>
            <a:lvl5pPr marL="1828800" indent="0">
              <a:buNone/>
              <a:defRPr sz="1400" b="0" i="0" u="none" kern="0" cap="none" spc="0" baseline="0">
                <a:ln>
                  <a:noFill/>
                </a:ln>
                <a:solidFill>
                  <a:srgbClr val="061844"/>
                </a:solidFill>
                <a:latin typeface="Titillium Web ExtraLight"/>
                <a:ea typeface="Titillium Web ExtraLight"/>
                <a:cs typeface="Titillium Web ExtraLight"/>
              </a:defRPr>
            </a:lvl5pPr>
          </a:lstStyle>
          <a:p>
            <a:pPr>
              <a:buNone/>
            </a:pPr>
            <a:r>
              <a:t>Clique para editar os estilos de texto Mestres</a:t>
            </a:r>
          </a:p>
        </p:txBody>
      </p:sp>
      <p:sp>
        <p:nvSpPr>
          <p:cNvPr id="6" name="Espaço Reservado para Conteúdo 27">
            <a:extLst>
              <a:ext uri="{FF2B5EF4-FFF2-40B4-BE49-F238E27FC236}">
                <a16:creationId xmlns:a16="http://schemas.microsoft.com/office/drawing/2014/main" id="{212A7DEB-B69D-B9C8-BFA7-620D84CE4949}"/>
              </a:ext>
            </a:extLst>
          </p:cNvPr>
          <p:cNvSpPr>
            <a:spLocks noGrp="1"/>
          </p:cNvSpPr>
          <p:nvPr>
            <p:ph idx="21"/>
          </p:nvPr>
        </p:nvSpPr>
        <p:spPr>
          <a:xfrm>
            <a:off x="3892551" y="1327150"/>
            <a:ext cx="7934324" cy="4768850"/>
          </a:xfrm>
        </p:spPr>
        <p:txBody>
          <a:bodyPr>
            <a:normAutofit/>
          </a:bodyPr>
          <a:lstStyle>
            <a:lvl1pPr marL="0" indent="0" algn="ctr">
              <a:buNone/>
              <a:defRPr sz="1200"/>
            </a:lvl1pPr>
            <a:lvl2pPr marL="457200" indent="0">
              <a:buNone/>
              <a:defRPr/>
            </a:lvl2pPr>
            <a:lvl3pPr marL="914400" indent="0">
              <a:buNone/>
              <a:defRPr/>
            </a:lvl3pPr>
            <a:lvl4pPr marL="1371600" indent="0">
              <a:buNone/>
              <a:defRPr/>
            </a:lvl4pPr>
            <a:lvl5pPr marL="1828800" indent="0">
              <a:buNone/>
              <a:defRPr/>
            </a:lvl5pPr>
          </a:lstStyle>
          <a:p>
            <a:pPr>
              <a:buNone/>
            </a:pPr>
            <a:r>
              <a:t>Clique para editar os estilos de texto Mestres</a:t>
            </a:r>
          </a:p>
        </p:txBody>
      </p:sp>
      <p:pic>
        <p:nvPicPr>
          <p:cNvPr id="61" name="Imagem 27"/>
          <p:cNvPicPr>
            <a:picLocks noChangeAspect="1"/>
          </p:cNvPicPr>
          <p:nvPr/>
        </p:nvPicPr>
        <p:blipFill>
          <a:blip r:embed="rId2"/>
          <a:stretch>
            <a:fillRect/>
          </a:stretch>
        </p:blipFill>
        <p:spPr>
          <a:xfrm>
            <a:off x="10804163" y="361538"/>
            <a:ext cx="1011600" cy="461409"/>
          </a:xfrm>
          <a:prstGeom prst="rect">
            <a:avLst/>
          </a:prstGeom>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MOBILIÁRIO">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idx="4"/>
          </p:nvPr>
        </p:nvSpPr>
        <p:spPr>
          <a:xfrm>
            <a:off x="11550857" y="6584949"/>
            <a:ext cx="264906" cy="174624"/>
          </a:xfrm>
          <a:prstGeom prst="rect">
            <a:avLst/>
          </a:prstGeom>
        </p:spPr>
        <p:txBody>
          <a:bodyPr lIns="0" tIns="0" rIns="0" bIns="0"/>
          <a:lstStyle>
            <a:lvl1pPr algn="r">
              <a:buNone/>
              <a:defRPr sz="900" kern="1200">
                <a:solidFill>
                  <a:srgbClr val="A6A5A5"/>
                </a:solidFill>
                <a:latin typeface="Titillium Web Light"/>
                <a:ea typeface="Titillium Web Light"/>
                <a:cs typeface="Titillium Web Light"/>
              </a:defRPr>
            </a:lvl1pPr>
          </a:lstStyle>
          <a:p>
            <a:fld id="{E8537E7D-B481-4A27-91D3-485D98CF8A66}" type="slidenum">
              <a:t>‹#›</a:t>
            </a:fld>
            <a:endParaRPr/>
          </a:p>
        </p:txBody>
      </p:sp>
      <p:sp>
        <p:nvSpPr>
          <p:cNvPr id="5" name="Conector reto 4">
            <a:extLst>
              <a:ext uri="{FF2B5EF4-FFF2-40B4-BE49-F238E27FC236}">
                <a16:creationId xmlns:a16="http://schemas.microsoft.com/office/drawing/2014/main" id="{F4A71024-F1AE-400C-AE25-E93F3C51FCAE}"/>
              </a:ext>
            </a:extLst>
          </p:cNvPr>
          <p:cNvSpPr>
            <a:spLocks noGrp="1"/>
          </p:cNvSpPr>
          <p:nvPr/>
        </p:nv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7" name="Conector reto 6">
            <a:extLst>
              <a:ext uri="{FF2B5EF4-FFF2-40B4-BE49-F238E27FC236}">
                <a16:creationId xmlns:a16="http://schemas.microsoft.com/office/drawing/2014/main" id="{9501E78F-D1E7-46A0-8AB2-1C6BDEC6AEBE}"/>
              </a:ext>
            </a:extLst>
          </p:cNvPr>
          <p:cNvSpPr>
            <a:spLocks noGrp="1"/>
          </p:cNvSpPr>
          <p:nvPr/>
        </p:nv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idx="10" hasCustomPrompt="1"/>
          </p:nvPr>
        </p:nvSpPr>
        <p:spPr>
          <a:xfrm>
            <a:off x="371475" y="311805"/>
            <a:ext cx="10289426" cy="309563"/>
          </a:xfrm>
          <a:prstGeom prst="rect">
            <a:avLst/>
          </a:prstGeom>
        </p:spPr>
        <p:txBody>
          <a:bodyPr lIns="0" tIns="0" rIns="0" bIns="0" anchor="b"/>
          <a:lstStyle>
            <a:lvl1pPr marL="0" indent="0" algn="l" defTabSz="914400">
              <a:lnSpc>
                <a:spcPct val="90000"/>
              </a:lnSpc>
              <a:spcBef>
                <a:spcPts val="1000"/>
              </a:spcBef>
              <a:buFont typeface="Arial"/>
              <a:buNone/>
              <a:defRPr sz="2000" b="1" kern="1200" cap="all" baseline="0">
                <a:solidFill>
                  <a:schemeClr val="accent2"/>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a:buNone/>
            </a:pPr>
            <a: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idx="16" hasCustomPrompt="1"/>
          </p:nvPr>
        </p:nvSpPr>
        <p:spPr>
          <a:xfrm>
            <a:off x="371475" y="596574"/>
            <a:ext cx="10289426" cy="266878"/>
          </a:xfrm>
          <a:prstGeom prst="rect">
            <a:avLst/>
          </a:prstGeom>
        </p:spPr>
        <p:txBody>
          <a:bodyPr lIns="0" tIns="0" rIns="0" bIns="0" anchor="ctr">
            <a:noAutofit/>
          </a:bodyPr>
          <a:lstStyle>
            <a:lvl1pPr marL="0" indent="0" algn="l" defTabSz="914400">
              <a:lnSpc>
                <a:spcPct val="90000"/>
              </a:lnSpc>
              <a:spcBef>
                <a:spcPts val="1000"/>
              </a:spcBef>
              <a:buFont typeface="Arial"/>
              <a:buNone/>
              <a:defRPr sz="1600" kern="1200" cap="none" baseline="0">
                <a:solidFill>
                  <a:srgbClr val="3F4655"/>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marL="0" indent="0" algn="l" defTabSz="914400">
              <a:lnSpc>
                <a:spcPct val="90000"/>
              </a:lnSpc>
              <a:spcBef>
                <a:spcPts val="1000"/>
              </a:spcBef>
              <a:buFont typeface="Arial"/>
              <a:buNone/>
            </a:pPr>
            <a: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idx="17" hasCustomPrompt="1"/>
          </p:nvPr>
        </p:nvSpPr>
        <p:spPr>
          <a:xfrm>
            <a:off x="366713" y="6319838"/>
            <a:ext cx="11460162" cy="99643"/>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Nota</a:t>
            </a:r>
          </a:p>
        </p:txBody>
      </p:sp>
      <p:pic>
        <p:nvPicPr>
          <p:cNvPr id="42" name="Imagem 2"/>
          <p:cNvPicPr>
            <a:picLocks noChangeAspect="1"/>
          </p:cNvPicPr>
          <p:nvPr/>
        </p:nvPicPr>
        <p:blipFill>
          <a:blip r:embed="rId2"/>
          <a:stretch>
            <a:fillRect/>
          </a:stretch>
        </p:blipFill>
        <p:spPr>
          <a:xfrm>
            <a:off x="10804163" y="361538"/>
            <a:ext cx="1011600" cy="461409"/>
          </a:xfrm>
          <a:prstGeom prst="rect">
            <a:avLst/>
          </a:prstGeom>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MULTIMERCADOS">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idx="4"/>
          </p:nvPr>
        </p:nvSpPr>
        <p:spPr>
          <a:xfrm>
            <a:off x="11550857" y="6584949"/>
            <a:ext cx="264906" cy="174624"/>
          </a:xfrm>
          <a:prstGeom prst="rect">
            <a:avLst/>
          </a:prstGeom>
        </p:spPr>
        <p:txBody>
          <a:bodyPr lIns="0" tIns="0" rIns="0" bIns="0"/>
          <a:lstStyle>
            <a:lvl1pPr algn="r">
              <a:buNone/>
              <a:defRPr sz="900" kern="1200">
                <a:solidFill>
                  <a:srgbClr val="A6A5A5"/>
                </a:solidFill>
                <a:latin typeface="Titillium Web Light"/>
                <a:ea typeface="Titillium Web Light"/>
                <a:cs typeface="Titillium Web Light"/>
              </a:defRPr>
            </a:lvl1pPr>
          </a:lstStyle>
          <a:p>
            <a:fld id="{E8537E7D-B481-4A27-91D3-485D98CF8A66}" type="slidenum">
              <a:t>‹#›</a:t>
            </a:fld>
            <a:endParaRPr/>
          </a:p>
        </p:txBody>
      </p:sp>
      <p:sp>
        <p:nvSpPr>
          <p:cNvPr id="5" name="Conector reto 4">
            <a:extLst>
              <a:ext uri="{FF2B5EF4-FFF2-40B4-BE49-F238E27FC236}">
                <a16:creationId xmlns:a16="http://schemas.microsoft.com/office/drawing/2014/main" id="{D58954E3-6066-4780-9DF9-D3D53E15E64E}"/>
              </a:ext>
            </a:extLst>
          </p:cNvPr>
          <p:cNvSpPr>
            <a:spLocks noGrp="1"/>
          </p:cNvSpPr>
          <p:nvPr/>
        </p:nv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7" name="Conector reto 6">
            <a:extLst>
              <a:ext uri="{FF2B5EF4-FFF2-40B4-BE49-F238E27FC236}">
                <a16:creationId xmlns:a16="http://schemas.microsoft.com/office/drawing/2014/main" id="{45F6DFA4-9878-4860-9E50-12FC01233C71}"/>
              </a:ext>
            </a:extLst>
          </p:cNvPr>
          <p:cNvSpPr>
            <a:spLocks noGrp="1"/>
          </p:cNvSpPr>
          <p:nvPr/>
        </p:nv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idx="10" hasCustomPrompt="1"/>
          </p:nvPr>
        </p:nvSpPr>
        <p:spPr>
          <a:xfrm>
            <a:off x="371475" y="311805"/>
            <a:ext cx="10289426" cy="309563"/>
          </a:xfrm>
          <a:prstGeom prst="rect">
            <a:avLst/>
          </a:prstGeom>
        </p:spPr>
        <p:txBody>
          <a:bodyPr lIns="0" tIns="0" rIns="0" bIns="0" anchor="b"/>
          <a:lstStyle>
            <a:lvl1pPr marL="0" indent="0" algn="l" defTabSz="914400">
              <a:lnSpc>
                <a:spcPct val="90000"/>
              </a:lnSpc>
              <a:spcBef>
                <a:spcPts val="1000"/>
              </a:spcBef>
              <a:buFont typeface="Arial"/>
              <a:buNone/>
              <a:defRPr sz="2000" b="1" kern="1200" cap="all" baseline="0">
                <a:solidFill>
                  <a:srgbClr val="4BA3C7"/>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a:buNone/>
            </a:pPr>
            <a: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idx="16" hasCustomPrompt="1"/>
          </p:nvPr>
        </p:nvSpPr>
        <p:spPr>
          <a:xfrm>
            <a:off x="371475" y="596574"/>
            <a:ext cx="10289426" cy="266878"/>
          </a:xfrm>
          <a:prstGeom prst="rect">
            <a:avLst/>
          </a:prstGeom>
        </p:spPr>
        <p:txBody>
          <a:bodyPr lIns="0" tIns="0" rIns="0" bIns="0" anchor="ctr">
            <a:noAutofit/>
          </a:bodyPr>
          <a:lstStyle>
            <a:lvl1pPr marL="0" indent="0" algn="l" defTabSz="914400">
              <a:lnSpc>
                <a:spcPct val="90000"/>
              </a:lnSpc>
              <a:spcBef>
                <a:spcPts val="1000"/>
              </a:spcBef>
              <a:buFont typeface="Arial"/>
              <a:buNone/>
              <a:defRPr sz="1600" kern="1200" cap="none" baseline="0">
                <a:solidFill>
                  <a:srgbClr val="3F4655"/>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marL="0" indent="0" algn="l" defTabSz="914400">
              <a:lnSpc>
                <a:spcPct val="90000"/>
              </a:lnSpc>
              <a:spcBef>
                <a:spcPts val="1000"/>
              </a:spcBef>
              <a:buFont typeface="Arial"/>
              <a:buNone/>
            </a:pPr>
            <a: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idx="17" hasCustomPrompt="1"/>
          </p:nvPr>
        </p:nvSpPr>
        <p:spPr>
          <a:xfrm>
            <a:off x="366713" y="6319838"/>
            <a:ext cx="11460162" cy="99643"/>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Nota</a:t>
            </a:r>
          </a:p>
        </p:txBody>
      </p:sp>
      <p:pic>
        <p:nvPicPr>
          <p:cNvPr id="42" name="Imagem 2"/>
          <p:cNvPicPr>
            <a:picLocks noChangeAspect="1"/>
          </p:cNvPicPr>
          <p:nvPr/>
        </p:nvPicPr>
        <p:blipFill>
          <a:blip r:embed="rId2"/>
          <a:stretch>
            <a:fillRect/>
          </a:stretch>
        </p:blipFill>
        <p:spPr>
          <a:xfrm>
            <a:off x="10804163" y="361538"/>
            <a:ext cx="1011600" cy="461409"/>
          </a:xfrm>
          <a:prstGeom prst="rect">
            <a:avLst/>
          </a:prstGeom>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ÇÕES">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idx="4"/>
          </p:nvPr>
        </p:nvSpPr>
        <p:spPr>
          <a:xfrm>
            <a:off x="11550857" y="6584949"/>
            <a:ext cx="264906" cy="174624"/>
          </a:xfrm>
          <a:prstGeom prst="rect">
            <a:avLst/>
          </a:prstGeom>
        </p:spPr>
        <p:txBody>
          <a:bodyPr lIns="0" tIns="0" rIns="0" bIns="0"/>
          <a:lstStyle>
            <a:lvl1pPr algn="r">
              <a:buNone/>
              <a:defRPr sz="900" kern="1200">
                <a:solidFill>
                  <a:srgbClr val="A6A5A5"/>
                </a:solidFill>
                <a:latin typeface="Titillium Web Light"/>
                <a:ea typeface="Titillium Web Light"/>
                <a:cs typeface="Titillium Web Light"/>
              </a:defRPr>
            </a:lvl1pPr>
          </a:lstStyle>
          <a:p>
            <a:fld id="{E8537E7D-B481-4A27-91D3-485D98CF8A66}" type="slidenum">
              <a:t>‹#›</a:t>
            </a:fld>
            <a:endParaRPr/>
          </a:p>
        </p:txBody>
      </p:sp>
      <p:sp>
        <p:nvSpPr>
          <p:cNvPr id="5" name="Conector reto 4">
            <a:extLst>
              <a:ext uri="{FF2B5EF4-FFF2-40B4-BE49-F238E27FC236}">
                <a16:creationId xmlns:a16="http://schemas.microsoft.com/office/drawing/2014/main" id="{B4DFBF34-8A80-4C83-9AFC-61919B05BDE3}"/>
              </a:ext>
            </a:extLst>
          </p:cNvPr>
          <p:cNvSpPr>
            <a:spLocks noGrp="1"/>
          </p:cNvSpPr>
          <p:nvPr/>
        </p:nv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7" name="Conector reto 6">
            <a:extLst>
              <a:ext uri="{FF2B5EF4-FFF2-40B4-BE49-F238E27FC236}">
                <a16:creationId xmlns:a16="http://schemas.microsoft.com/office/drawing/2014/main" id="{17341062-AAA6-45E9-BCD0-5B51D80CB736}"/>
              </a:ext>
            </a:extLst>
          </p:cNvPr>
          <p:cNvSpPr>
            <a:spLocks noGrp="1"/>
          </p:cNvSpPr>
          <p:nvPr/>
        </p:nv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idx="10" hasCustomPrompt="1"/>
          </p:nvPr>
        </p:nvSpPr>
        <p:spPr>
          <a:xfrm>
            <a:off x="371475" y="311805"/>
            <a:ext cx="10289426" cy="309563"/>
          </a:xfrm>
          <a:prstGeom prst="rect">
            <a:avLst/>
          </a:prstGeom>
        </p:spPr>
        <p:txBody>
          <a:bodyPr lIns="0" tIns="0" rIns="0" bIns="0" anchor="b"/>
          <a:lstStyle>
            <a:lvl1pPr marL="0" indent="0" algn="l" defTabSz="914400">
              <a:lnSpc>
                <a:spcPct val="90000"/>
              </a:lnSpc>
              <a:spcBef>
                <a:spcPts val="1000"/>
              </a:spcBef>
              <a:buFont typeface="Arial"/>
              <a:buNone/>
              <a:defRPr sz="2000" b="1" kern="1200" cap="all" baseline="0">
                <a:solidFill>
                  <a:srgbClr val="5072A9"/>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a:buNone/>
            </a:pPr>
            <a: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idx="16" hasCustomPrompt="1"/>
          </p:nvPr>
        </p:nvSpPr>
        <p:spPr>
          <a:xfrm>
            <a:off x="371475" y="596574"/>
            <a:ext cx="10289426" cy="266878"/>
          </a:xfrm>
          <a:prstGeom prst="rect">
            <a:avLst/>
          </a:prstGeom>
        </p:spPr>
        <p:txBody>
          <a:bodyPr lIns="0" tIns="0" rIns="0" bIns="0" anchor="ctr">
            <a:noAutofit/>
          </a:bodyPr>
          <a:lstStyle>
            <a:lvl1pPr marL="0" indent="0" algn="l" defTabSz="914400">
              <a:lnSpc>
                <a:spcPct val="90000"/>
              </a:lnSpc>
              <a:spcBef>
                <a:spcPts val="1000"/>
              </a:spcBef>
              <a:buFont typeface="Arial"/>
              <a:buNone/>
              <a:defRPr sz="1600" kern="1200" cap="none" baseline="0">
                <a:solidFill>
                  <a:srgbClr val="3F4655"/>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marL="0" indent="0" algn="l" defTabSz="914400">
              <a:lnSpc>
                <a:spcPct val="90000"/>
              </a:lnSpc>
              <a:spcBef>
                <a:spcPts val="1000"/>
              </a:spcBef>
              <a:buFont typeface="Arial"/>
              <a:buNone/>
            </a:pPr>
            <a: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idx="17" hasCustomPrompt="1"/>
          </p:nvPr>
        </p:nvSpPr>
        <p:spPr>
          <a:xfrm>
            <a:off x="366713" y="6319838"/>
            <a:ext cx="11460162" cy="99643"/>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Nota</a:t>
            </a:r>
          </a:p>
        </p:txBody>
      </p:sp>
      <p:pic>
        <p:nvPicPr>
          <p:cNvPr id="42" name="Imagem 2"/>
          <p:cNvPicPr>
            <a:picLocks noChangeAspect="1"/>
          </p:cNvPicPr>
          <p:nvPr/>
        </p:nvPicPr>
        <p:blipFill>
          <a:blip r:embed="rId2"/>
          <a:stretch>
            <a:fillRect/>
          </a:stretch>
        </p:blipFill>
        <p:spPr>
          <a:xfrm>
            <a:off x="10804163" y="361538"/>
            <a:ext cx="1011600" cy="461409"/>
          </a:xfrm>
          <a:prstGeom prst="rect">
            <a:avLst/>
          </a:prstGeom>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RENDA FIXA">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idx="4"/>
          </p:nvPr>
        </p:nvSpPr>
        <p:spPr>
          <a:xfrm>
            <a:off x="11550857" y="6584949"/>
            <a:ext cx="264906" cy="174624"/>
          </a:xfrm>
          <a:prstGeom prst="rect">
            <a:avLst/>
          </a:prstGeom>
        </p:spPr>
        <p:txBody>
          <a:bodyPr lIns="0" tIns="0" rIns="0" bIns="0"/>
          <a:lstStyle>
            <a:lvl1pPr algn="r">
              <a:buNone/>
              <a:defRPr sz="900" kern="1200">
                <a:solidFill>
                  <a:srgbClr val="A6A5A5"/>
                </a:solidFill>
                <a:latin typeface="Titillium Web Light"/>
                <a:ea typeface="Titillium Web Light"/>
                <a:cs typeface="Titillium Web Light"/>
              </a:defRPr>
            </a:lvl1pPr>
          </a:lstStyle>
          <a:p>
            <a:fld id="{E8537E7D-B481-4A27-91D3-485D98CF8A66}" type="slidenum">
              <a:t>‹#›</a:t>
            </a:fld>
            <a:endParaRPr/>
          </a:p>
        </p:txBody>
      </p:sp>
      <p:sp>
        <p:nvSpPr>
          <p:cNvPr id="5" name="Conector reto 4">
            <a:extLst>
              <a:ext uri="{FF2B5EF4-FFF2-40B4-BE49-F238E27FC236}">
                <a16:creationId xmlns:a16="http://schemas.microsoft.com/office/drawing/2014/main" id="{5755E90E-0986-4A9E-88F2-C88AB572FA34}"/>
              </a:ext>
            </a:extLst>
          </p:cNvPr>
          <p:cNvSpPr>
            <a:spLocks noGrp="1"/>
          </p:cNvSpPr>
          <p:nvPr/>
        </p:nv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7" name="Conector reto 6">
            <a:extLst>
              <a:ext uri="{FF2B5EF4-FFF2-40B4-BE49-F238E27FC236}">
                <a16:creationId xmlns:a16="http://schemas.microsoft.com/office/drawing/2014/main" id="{F9B9B89E-9FDC-44EF-9288-BE25FA62EA3F}"/>
              </a:ext>
            </a:extLst>
          </p:cNvPr>
          <p:cNvSpPr>
            <a:spLocks noGrp="1"/>
          </p:cNvSpPr>
          <p:nvPr/>
        </p:nv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idx="10" hasCustomPrompt="1"/>
          </p:nvPr>
        </p:nvSpPr>
        <p:spPr>
          <a:xfrm>
            <a:off x="371475" y="311805"/>
            <a:ext cx="10289426" cy="309563"/>
          </a:xfrm>
          <a:prstGeom prst="rect">
            <a:avLst/>
          </a:prstGeom>
        </p:spPr>
        <p:txBody>
          <a:bodyPr lIns="0" tIns="0" rIns="0" bIns="0" anchor="b"/>
          <a:lstStyle>
            <a:lvl1pPr marL="0" indent="0" algn="l" defTabSz="914400">
              <a:lnSpc>
                <a:spcPct val="90000"/>
              </a:lnSpc>
              <a:spcBef>
                <a:spcPts val="1000"/>
              </a:spcBef>
              <a:buFont typeface="Arial"/>
              <a:buNone/>
              <a:defRPr sz="2000" b="1" kern="1200" cap="all" baseline="0">
                <a:solidFill>
                  <a:srgbClr val="82ADA9"/>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a:buNone/>
            </a:pPr>
            <a: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idx="16" hasCustomPrompt="1"/>
          </p:nvPr>
        </p:nvSpPr>
        <p:spPr>
          <a:xfrm>
            <a:off x="371475" y="596574"/>
            <a:ext cx="10289426" cy="266878"/>
          </a:xfrm>
          <a:prstGeom prst="rect">
            <a:avLst/>
          </a:prstGeom>
        </p:spPr>
        <p:txBody>
          <a:bodyPr lIns="0" tIns="0" rIns="0" bIns="0" anchor="ctr">
            <a:noAutofit/>
          </a:bodyPr>
          <a:lstStyle>
            <a:lvl1pPr marL="0" indent="0" algn="l" defTabSz="914400">
              <a:lnSpc>
                <a:spcPct val="90000"/>
              </a:lnSpc>
              <a:spcBef>
                <a:spcPts val="1000"/>
              </a:spcBef>
              <a:buFont typeface="Arial"/>
              <a:buNone/>
              <a:defRPr sz="1600" kern="1200" cap="none" baseline="0">
                <a:solidFill>
                  <a:srgbClr val="3F4655"/>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marL="0" indent="0" algn="l" defTabSz="914400">
              <a:lnSpc>
                <a:spcPct val="90000"/>
              </a:lnSpc>
              <a:spcBef>
                <a:spcPts val="1000"/>
              </a:spcBef>
              <a:buFont typeface="Arial"/>
              <a:buNone/>
            </a:pPr>
            <a: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idx="17" hasCustomPrompt="1"/>
          </p:nvPr>
        </p:nvSpPr>
        <p:spPr>
          <a:xfrm>
            <a:off x="366713" y="6319838"/>
            <a:ext cx="11460162" cy="99643"/>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Nota</a:t>
            </a:r>
          </a:p>
        </p:txBody>
      </p:sp>
      <p:pic>
        <p:nvPicPr>
          <p:cNvPr id="42" name="Imagem 2"/>
          <p:cNvPicPr>
            <a:picLocks noChangeAspect="1"/>
          </p:cNvPicPr>
          <p:nvPr/>
        </p:nvPicPr>
        <p:blipFill>
          <a:blip r:embed="rId2"/>
          <a:stretch>
            <a:fillRect/>
          </a:stretch>
        </p:blipFill>
        <p:spPr>
          <a:xfrm>
            <a:off x="10804163" y="361538"/>
            <a:ext cx="1011600" cy="461409"/>
          </a:xfrm>
          <a:prstGeom prst="rect">
            <a:avLst/>
          </a:prstGeom>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RIVATE EQUITY">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idx="4"/>
          </p:nvPr>
        </p:nvSpPr>
        <p:spPr>
          <a:xfrm>
            <a:off x="11550857" y="6584949"/>
            <a:ext cx="264906" cy="174624"/>
          </a:xfrm>
          <a:prstGeom prst="rect">
            <a:avLst/>
          </a:prstGeom>
        </p:spPr>
        <p:txBody>
          <a:bodyPr lIns="0" tIns="0" rIns="0" bIns="0"/>
          <a:lstStyle>
            <a:lvl1pPr algn="r">
              <a:buNone/>
              <a:defRPr sz="900" kern="1200">
                <a:solidFill>
                  <a:srgbClr val="A6A5A5"/>
                </a:solidFill>
                <a:latin typeface="Titillium Web Light"/>
                <a:ea typeface="Titillium Web Light"/>
                <a:cs typeface="Titillium Web Light"/>
              </a:defRPr>
            </a:lvl1pPr>
          </a:lstStyle>
          <a:p>
            <a:fld id="{E8537E7D-B481-4A27-91D3-485D98CF8A66}" type="slidenum">
              <a:t>‹#›</a:t>
            </a:fld>
            <a:endParaRPr/>
          </a:p>
        </p:txBody>
      </p:sp>
      <p:sp>
        <p:nvSpPr>
          <p:cNvPr id="5" name="Conector reto 4">
            <a:extLst>
              <a:ext uri="{FF2B5EF4-FFF2-40B4-BE49-F238E27FC236}">
                <a16:creationId xmlns:a16="http://schemas.microsoft.com/office/drawing/2014/main" id="{76AF1139-C84A-4EF7-88FB-842DEBA03CB0}"/>
              </a:ext>
            </a:extLst>
          </p:cNvPr>
          <p:cNvSpPr>
            <a:spLocks noGrp="1"/>
          </p:cNvSpPr>
          <p:nvPr/>
        </p:nv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7" name="Conector reto 6">
            <a:extLst>
              <a:ext uri="{FF2B5EF4-FFF2-40B4-BE49-F238E27FC236}">
                <a16:creationId xmlns:a16="http://schemas.microsoft.com/office/drawing/2014/main" id="{D195A61D-3C7E-4D88-8A22-F926EC75B116}"/>
              </a:ext>
            </a:extLst>
          </p:cNvPr>
          <p:cNvSpPr>
            <a:spLocks noGrp="1"/>
          </p:cNvSpPr>
          <p:nvPr/>
        </p:nv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idx="10" hasCustomPrompt="1"/>
          </p:nvPr>
        </p:nvSpPr>
        <p:spPr>
          <a:xfrm>
            <a:off x="371475" y="311805"/>
            <a:ext cx="10289426" cy="309563"/>
          </a:xfrm>
          <a:prstGeom prst="rect">
            <a:avLst/>
          </a:prstGeom>
        </p:spPr>
        <p:txBody>
          <a:bodyPr lIns="0" tIns="0" rIns="0" bIns="0" anchor="b"/>
          <a:lstStyle>
            <a:lvl1pPr marL="0" indent="0" algn="l" defTabSz="914400">
              <a:lnSpc>
                <a:spcPct val="90000"/>
              </a:lnSpc>
              <a:spcBef>
                <a:spcPts val="1000"/>
              </a:spcBef>
              <a:buFont typeface="Arial"/>
              <a:buNone/>
              <a:defRPr sz="2000" b="1" kern="1200" cap="all" baseline="0">
                <a:solidFill>
                  <a:srgbClr val="90A4AE"/>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a:buNone/>
            </a:pPr>
            <a: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idx="16" hasCustomPrompt="1"/>
          </p:nvPr>
        </p:nvSpPr>
        <p:spPr>
          <a:xfrm>
            <a:off x="371475" y="596574"/>
            <a:ext cx="10289426" cy="266878"/>
          </a:xfrm>
          <a:prstGeom prst="rect">
            <a:avLst/>
          </a:prstGeom>
        </p:spPr>
        <p:txBody>
          <a:bodyPr lIns="0" tIns="0" rIns="0" bIns="0" anchor="ctr">
            <a:noAutofit/>
          </a:bodyPr>
          <a:lstStyle>
            <a:lvl1pPr marL="0" indent="0" algn="l" defTabSz="914400">
              <a:lnSpc>
                <a:spcPct val="90000"/>
              </a:lnSpc>
              <a:spcBef>
                <a:spcPts val="1000"/>
              </a:spcBef>
              <a:buFont typeface="Arial"/>
              <a:buNone/>
              <a:defRPr sz="1600" kern="1200" cap="none" baseline="0">
                <a:solidFill>
                  <a:srgbClr val="3F4655"/>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marL="0" indent="0" algn="l" defTabSz="914400">
              <a:lnSpc>
                <a:spcPct val="90000"/>
              </a:lnSpc>
              <a:spcBef>
                <a:spcPts val="1000"/>
              </a:spcBef>
              <a:buFont typeface="Arial"/>
              <a:buNone/>
            </a:pPr>
            <a: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idx="17" hasCustomPrompt="1"/>
          </p:nvPr>
        </p:nvSpPr>
        <p:spPr>
          <a:xfrm>
            <a:off x="366713" y="6319838"/>
            <a:ext cx="11460162" cy="99643"/>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Nota</a:t>
            </a:r>
          </a:p>
        </p:txBody>
      </p:sp>
      <p:pic>
        <p:nvPicPr>
          <p:cNvPr id="42" name="Imagem 2"/>
          <p:cNvPicPr>
            <a:picLocks noChangeAspect="1"/>
          </p:cNvPicPr>
          <p:nvPr/>
        </p:nvPicPr>
        <p:blipFill>
          <a:blip r:embed="rId2"/>
          <a:stretch>
            <a:fillRect/>
          </a:stretch>
        </p:blipFill>
        <p:spPr>
          <a:xfrm>
            <a:off x="10804163" y="361538"/>
            <a:ext cx="1011600" cy="461409"/>
          </a:xfrm>
          <a:prstGeom prst="rect">
            <a:avLst/>
          </a:prstGeom>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INFRAESTRUTURA ">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idx="4"/>
          </p:nvPr>
        </p:nvSpPr>
        <p:spPr>
          <a:xfrm>
            <a:off x="11550857" y="6584949"/>
            <a:ext cx="264906" cy="174624"/>
          </a:xfrm>
          <a:prstGeom prst="rect">
            <a:avLst/>
          </a:prstGeom>
        </p:spPr>
        <p:txBody>
          <a:bodyPr lIns="0" tIns="0" rIns="0" bIns="0"/>
          <a:lstStyle>
            <a:lvl1pPr algn="r">
              <a:buNone/>
              <a:defRPr sz="900" kern="1200">
                <a:solidFill>
                  <a:srgbClr val="A6A5A5"/>
                </a:solidFill>
                <a:latin typeface="Titillium Web Light"/>
                <a:ea typeface="Titillium Web Light"/>
                <a:cs typeface="Titillium Web Light"/>
              </a:defRPr>
            </a:lvl1pPr>
          </a:lstStyle>
          <a:p>
            <a:fld id="{E8537E7D-B481-4A27-91D3-485D98CF8A66}" type="slidenum">
              <a:t>‹#›</a:t>
            </a:fld>
            <a:endParaRPr/>
          </a:p>
        </p:txBody>
      </p:sp>
      <p:sp>
        <p:nvSpPr>
          <p:cNvPr id="5" name="Conector reto 4">
            <a:extLst>
              <a:ext uri="{FF2B5EF4-FFF2-40B4-BE49-F238E27FC236}">
                <a16:creationId xmlns:a16="http://schemas.microsoft.com/office/drawing/2014/main" id="{282EB814-5A49-4DEA-8A5F-E4BD60ED52DD}"/>
              </a:ext>
            </a:extLst>
          </p:cNvPr>
          <p:cNvSpPr>
            <a:spLocks noGrp="1"/>
          </p:cNvSpPr>
          <p:nvPr/>
        </p:nv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7" name="Conector reto 6">
            <a:extLst>
              <a:ext uri="{FF2B5EF4-FFF2-40B4-BE49-F238E27FC236}">
                <a16:creationId xmlns:a16="http://schemas.microsoft.com/office/drawing/2014/main" id="{04047313-5042-41CE-9537-74BDF5652159}"/>
              </a:ext>
            </a:extLst>
          </p:cNvPr>
          <p:cNvSpPr>
            <a:spLocks noGrp="1"/>
          </p:cNvSpPr>
          <p:nvPr/>
        </p:nv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idx="10" hasCustomPrompt="1"/>
          </p:nvPr>
        </p:nvSpPr>
        <p:spPr>
          <a:xfrm>
            <a:off x="371475" y="311805"/>
            <a:ext cx="10289426" cy="309563"/>
          </a:xfrm>
          <a:prstGeom prst="rect">
            <a:avLst/>
          </a:prstGeom>
        </p:spPr>
        <p:txBody>
          <a:bodyPr lIns="0" tIns="0" rIns="0" bIns="0" anchor="b"/>
          <a:lstStyle>
            <a:lvl1pPr marL="0" indent="0" algn="l" defTabSz="914400">
              <a:lnSpc>
                <a:spcPct val="90000"/>
              </a:lnSpc>
              <a:spcBef>
                <a:spcPts val="1000"/>
              </a:spcBef>
              <a:buFont typeface="Arial"/>
              <a:buNone/>
              <a:defRPr sz="2000" b="1" kern="1200" cap="all" baseline="0">
                <a:solidFill>
                  <a:srgbClr val="BA6B6C"/>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a:buNone/>
            </a:pPr>
            <a: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idx="16" hasCustomPrompt="1"/>
          </p:nvPr>
        </p:nvSpPr>
        <p:spPr>
          <a:xfrm>
            <a:off x="371475" y="596574"/>
            <a:ext cx="10289426" cy="266878"/>
          </a:xfrm>
          <a:prstGeom prst="rect">
            <a:avLst/>
          </a:prstGeom>
        </p:spPr>
        <p:txBody>
          <a:bodyPr lIns="0" tIns="0" rIns="0" bIns="0" anchor="ctr">
            <a:noAutofit/>
          </a:bodyPr>
          <a:lstStyle>
            <a:lvl1pPr marL="0" indent="0" algn="l" defTabSz="914400">
              <a:lnSpc>
                <a:spcPct val="90000"/>
              </a:lnSpc>
              <a:spcBef>
                <a:spcPts val="1000"/>
              </a:spcBef>
              <a:buFont typeface="Arial"/>
              <a:buNone/>
              <a:defRPr sz="1600" kern="1200" cap="none" baseline="0">
                <a:solidFill>
                  <a:srgbClr val="3F4655"/>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marL="0" indent="0" algn="l" defTabSz="914400">
              <a:lnSpc>
                <a:spcPct val="90000"/>
              </a:lnSpc>
              <a:spcBef>
                <a:spcPts val="1000"/>
              </a:spcBef>
              <a:buFont typeface="Arial"/>
              <a:buNone/>
            </a:pPr>
            <a: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idx="17" hasCustomPrompt="1"/>
          </p:nvPr>
        </p:nvSpPr>
        <p:spPr>
          <a:xfrm>
            <a:off x="366713" y="6319838"/>
            <a:ext cx="11460162" cy="99643"/>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Nota</a:t>
            </a:r>
          </a:p>
        </p:txBody>
      </p:sp>
      <p:pic>
        <p:nvPicPr>
          <p:cNvPr id="42" name="Imagem 2"/>
          <p:cNvPicPr>
            <a:picLocks noChangeAspect="1"/>
          </p:cNvPicPr>
          <p:nvPr/>
        </p:nvPicPr>
        <p:blipFill>
          <a:blip r:embed="rId2"/>
          <a:stretch>
            <a:fillRect/>
          </a:stretch>
        </p:blipFill>
        <p:spPr>
          <a:xfrm>
            <a:off x="10804163" y="361538"/>
            <a:ext cx="1011600" cy="461409"/>
          </a:xfrm>
          <a:prstGeom prst="rect">
            <a:avLst/>
          </a:prstGeom>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OBILIÁRIO DE CRI">
    <p:spTree>
      <p:nvGrpSpPr>
        <p:cNvPr id="1" name=""/>
        <p:cNvGrpSpPr/>
        <p:nvPr/>
      </p:nvGrpSpPr>
      <p:grpSpPr>
        <a:xfrm>
          <a:off x="0" y="0"/>
          <a:ext cx="0" cy="0"/>
          <a:chOff x="0" y="0"/>
          <a:chExt cx="0" cy="0"/>
        </a:xfrm>
      </p:grpSpPr>
      <p:sp>
        <p:nvSpPr>
          <p:cNvPr id="4" name="Espaço Reservado para Número de Slide 4">
            <a:extLst>
              <a:ext uri="{FF2B5EF4-FFF2-40B4-BE49-F238E27FC236}">
                <a16:creationId xmlns:a16="http://schemas.microsoft.com/office/drawing/2014/main" id="{A76BA5CD-4BC7-ECE1-CF89-3C0F472DE48A}"/>
              </a:ext>
            </a:extLst>
          </p:cNvPr>
          <p:cNvSpPr>
            <a:spLocks noGrp="1"/>
          </p:cNvSpPr>
          <p:nvPr>
            <p:ph type="sldNum" idx="4"/>
          </p:nvPr>
        </p:nvSpPr>
        <p:spPr>
          <a:xfrm>
            <a:off x="11550857" y="6584949"/>
            <a:ext cx="264906" cy="174624"/>
          </a:xfrm>
          <a:prstGeom prst="rect">
            <a:avLst/>
          </a:prstGeom>
        </p:spPr>
        <p:txBody>
          <a:bodyPr lIns="0" tIns="0" rIns="0" bIns="0"/>
          <a:lstStyle>
            <a:lvl1pPr algn="r">
              <a:buNone/>
              <a:defRPr sz="900" kern="1200">
                <a:solidFill>
                  <a:srgbClr val="A6A5A5"/>
                </a:solidFill>
                <a:latin typeface="Titillium Web Light"/>
                <a:ea typeface="Titillium Web Light"/>
                <a:cs typeface="Titillium Web Light"/>
              </a:defRPr>
            </a:lvl1pPr>
          </a:lstStyle>
          <a:p>
            <a:fld id="{E8537E7D-B481-4A27-91D3-485D98CF8A66}" type="slidenum">
              <a:t>‹#›</a:t>
            </a:fld>
            <a:endParaRPr/>
          </a:p>
        </p:txBody>
      </p:sp>
      <p:sp>
        <p:nvSpPr>
          <p:cNvPr id="5" name="Conector reto 4">
            <a:extLst>
              <a:ext uri="{FF2B5EF4-FFF2-40B4-BE49-F238E27FC236}">
                <a16:creationId xmlns:a16="http://schemas.microsoft.com/office/drawing/2014/main" id="{81A864DC-0AE4-480D-B302-95F310103629}"/>
              </a:ext>
            </a:extLst>
          </p:cNvPr>
          <p:cNvSpPr>
            <a:spLocks noGrp="1"/>
          </p:cNvSpPr>
          <p:nvPr/>
        </p:nvSpPr>
        <p:spPr>
          <a:xfrm>
            <a:off x="371475" y="6486524"/>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7" name="Conector reto 6">
            <a:extLst>
              <a:ext uri="{FF2B5EF4-FFF2-40B4-BE49-F238E27FC236}">
                <a16:creationId xmlns:a16="http://schemas.microsoft.com/office/drawing/2014/main" id="{8EA898A1-8EFA-434D-8C37-70BF6B1308E2}"/>
              </a:ext>
            </a:extLst>
          </p:cNvPr>
          <p:cNvSpPr>
            <a:spLocks noGrp="1"/>
          </p:cNvSpPr>
          <p:nvPr/>
        </p:nvSpPr>
        <p:spPr>
          <a:xfrm>
            <a:off x="371475" y="1043796"/>
            <a:ext cx="114490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sp>
      <p:sp>
        <p:nvSpPr>
          <p:cNvPr id="27" name="Espaço Reservado para Texto 72">
            <a:extLst>
              <a:ext uri="{FF2B5EF4-FFF2-40B4-BE49-F238E27FC236}">
                <a16:creationId xmlns:a16="http://schemas.microsoft.com/office/drawing/2014/main" id="{A339B2A1-5592-73D8-54A2-228EBAB79623}"/>
              </a:ext>
            </a:extLst>
          </p:cNvPr>
          <p:cNvSpPr>
            <a:spLocks noGrp="1"/>
          </p:cNvSpPr>
          <p:nvPr>
            <p:ph type="body" idx="10" hasCustomPrompt="1"/>
          </p:nvPr>
        </p:nvSpPr>
        <p:spPr>
          <a:xfrm>
            <a:off x="371475" y="311805"/>
            <a:ext cx="10289426" cy="309563"/>
          </a:xfrm>
          <a:prstGeom prst="rect">
            <a:avLst/>
          </a:prstGeom>
        </p:spPr>
        <p:txBody>
          <a:bodyPr lIns="0" tIns="0" rIns="0" bIns="0" anchor="b"/>
          <a:lstStyle>
            <a:lvl1pPr marL="0" indent="0" algn="l" defTabSz="914400">
              <a:lnSpc>
                <a:spcPct val="90000"/>
              </a:lnSpc>
              <a:spcBef>
                <a:spcPts val="1000"/>
              </a:spcBef>
              <a:buFont typeface="Arial"/>
              <a:buNone/>
              <a:defRPr sz="2000" b="1" kern="1200" cap="all" baseline="0">
                <a:solidFill>
                  <a:srgbClr val="CB9B8C"/>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a:buNone/>
            </a:pPr>
            <a:r>
              <a:t>Clique para editar títulos</a:t>
            </a:r>
          </a:p>
        </p:txBody>
      </p:sp>
      <p:sp>
        <p:nvSpPr>
          <p:cNvPr id="31" name="Espaço Reservado para Texto 72">
            <a:extLst>
              <a:ext uri="{FF2B5EF4-FFF2-40B4-BE49-F238E27FC236}">
                <a16:creationId xmlns:a16="http://schemas.microsoft.com/office/drawing/2014/main" id="{2A494484-D1CF-D04C-DCBC-3D5FAAB90EC1}"/>
              </a:ext>
            </a:extLst>
          </p:cNvPr>
          <p:cNvSpPr>
            <a:spLocks noGrp="1"/>
          </p:cNvSpPr>
          <p:nvPr>
            <p:ph type="body" idx="16" hasCustomPrompt="1"/>
          </p:nvPr>
        </p:nvSpPr>
        <p:spPr>
          <a:xfrm>
            <a:off x="371475" y="596574"/>
            <a:ext cx="10289426" cy="266878"/>
          </a:xfrm>
          <a:prstGeom prst="rect">
            <a:avLst/>
          </a:prstGeom>
        </p:spPr>
        <p:txBody>
          <a:bodyPr lIns="0" tIns="0" rIns="0" bIns="0" anchor="ctr">
            <a:noAutofit/>
          </a:bodyPr>
          <a:lstStyle>
            <a:lvl1pPr marL="0" indent="0" algn="l" defTabSz="914400">
              <a:lnSpc>
                <a:spcPct val="90000"/>
              </a:lnSpc>
              <a:spcBef>
                <a:spcPts val="1000"/>
              </a:spcBef>
              <a:buFont typeface="Arial"/>
              <a:buNone/>
              <a:defRPr sz="1600" kern="1200" cap="none" baseline="0">
                <a:solidFill>
                  <a:srgbClr val="3F4655"/>
                </a:solidFill>
                <a:latin typeface="Titillium Web SemiBold"/>
                <a:ea typeface="Titillium Web SemiBold"/>
                <a:cs typeface="Titillium Web SemiBold"/>
              </a:defRPr>
            </a:lvl1pPr>
            <a:lvl2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2pPr>
            <a:lvl3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3pPr>
            <a:lvl4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4pPr>
            <a:lvl5pPr marL="0" indent="0" algn="l" defTabSz="914400">
              <a:lnSpc>
                <a:spcPct val="90000"/>
              </a:lnSpc>
              <a:spcBef>
                <a:spcPts val="1000"/>
              </a:spcBef>
              <a:buFont typeface="Arial"/>
              <a:buNone/>
              <a:defRPr sz="2000" b="1" kern="1200" cap="all" baseline="0">
                <a:solidFill>
                  <a:srgbClr val="0E497A"/>
                </a:solidFill>
                <a:latin typeface="Titillium Web SemiBold"/>
                <a:ea typeface="Titillium Web SemiBold"/>
                <a:cs typeface="Titillium Web SemiBold"/>
              </a:defRPr>
            </a:lvl5pPr>
          </a:lstStyle>
          <a:p>
            <a:pPr marL="0" indent="0" algn="l" defTabSz="914400">
              <a:lnSpc>
                <a:spcPct val="90000"/>
              </a:lnSpc>
              <a:spcBef>
                <a:spcPts val="1000"/>
              </a:spcBef>
              <a:buFont typeface="Arial"/>
              <a:buNone/>
            </a:pPr>
            <a:r>
              <a:t>Clique para editar títulos</a:t>
            </a:r>
          </a:p>
        </p:txBody>
      </p:sp>
      <p:sp>
        <p:nvSpPr>
          <p:cNvPr id="34" name="Espaço Reservado para Texto 33">
            <a:extLst>
              <a:ext uri="{FF2B5EF4-FFF2-40B4-BE49-F238E27FC236}">
                <a16:creationId xmlns:a16="http://schemas.microsoft.com/office/drawing/2014/main" id="{E8276C03-3DC2-E3A5-2A09-F082D63604E9}"/>
              </a:ext>
            </a:extLst>
          </p:cNvPr>
          <p:cNvSpPr>
            <a:spLocks noGrp="1"/>
          </p:cNvSpPr>
          <p:nvPr>
            <p:ph type="body" idx="17" hasCustomPrompt="1"/>
          </p:nvPr>
        </p:nvSpPr>
        <p:spPr>
          <a:xfrm>
            <a:off x="366713" y="6319838"/>
            <a:ext cx="11460162" cy="99643"/>
          </a:xfrm>
        </p:spPr>
        <p:txBody>
          <a:bodyPr lIns="0" tIns="0" rIns="0" bIns="0" anchor="b">
            <a:noAutofit/>
          </a:bodyPr>
          <a:lstStyle>
            <a:lvl1pPr marL="0" indent="0">
              <a:buNone/>
              <a:defRPr sz="700" kern="1200">
                <a:solidFill>
                  <a:srgbClr val="A6A5A5"/>
                </a:solidFill>
                <a:latin typeface="+mj-lt"/>
                <a:ea typeface="+mj-lt"/>
                <a:cs typeface="+mj-lt"/>
              </a:defRPr>
            </a:lvl1pPr>
          </a:lstStyle>
          <a:p>
            <a:pPr>
              <a:buNone/>
            </a:pPr>
            <a:r>
              <a:t>Nota</a:t>
            </a:r>
          </a:p>
        </p:txBody>
      </p:sp>
      <p:pic>
        <p:nvPicPr>
          <p:cNvPr id="42" name="Imagem 2"/>
          <p:cNvPicPr>
            <a:picLocks noChangeAspect="1"/>
          </p:cNvPicPr>
          <p:nvPr/>
        </p:nvPicPr>
        <p:blipFill>
          <a:blip r:embed="rId2"/>
          <a:stretch>
            <a:fillRect/>
          </a:stretch>
        </p:blipFill>
        <p:spPr>
          <a:xfrm>
            <a:off x="10804163" y="361538"/>
            <a:ext cx="1011600" cy="461409"/>
          </a:xfrm>
          <a:prstGeom prst="rect">
            <a:avLst/>
          </a:prstGeom>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anada_Capa">
    <p:spTree>
      <p:nvGrpSpPr>
        <p:cNvPr id="1" name=""/>
        <p:cNvGrpSpPr/>
        <p:nvPr/>
      </p:nvGrpSpPr>
      <p:grpSpPr>
        <a:xfrm>
          <a:off x="0" y="0"/>
          <a:ext cx="0" cy="0"/>
          <a:chOff x="0" y="0"/>
          <a:chExt cx="0" cy="0"/>
        </a:xfrm>
      </p:grpSpPr>
      <p:sp>
        <p:nvSpPr>
          <p:cNvPr id="92" name="Retângulo 91">
            <a:extLst>
              <a:ext uri="{FF2B5EF4-FFF2-40B4-BE49-F238E27FC236}">
                <a16:creationId xmlns:a16="http://schemas.microsoft.com/office/drawing/2014/main" id="{6D02AABB-BBEC-16AA-E325-687DB17C4F56}"/>
              </a:ext>
            </a:extLst>
          </p:cNvPr>
          <p:cNvSpPr>
            <a:spLocks noGrp="1"/>
          </p:cNvSpPr>
          <p:nvPr/>
        </p:nvSpPr>
        <p:spPr>
          <a:xfrm rot="18900000">
            <a:off x="7351614" y="2191582"/>
            <a:ext cx="36000" cy="2079606"/>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3" name="Retângulo 92">
            <a:extLst>
              <a:ext uri="{FF2B5EF4-FFF2-40B4-BE49-F238E27FC236}">
                <a16:creationId xmlns:a16="http://schemas.microsoft.com/office/drawing/2014/main" id="{2A4AF966-040B-3FA1-8DE0-EF94E1469688}"/>
              </a:ext>
            </a:extLst>
          </p:cNvPr>
          <p:cNvSpPr>
            <a:spLocks noGrp="1"/>
          </p:cNvSpPr>
          <p:nvPr/>
        </p:nvSpPr>
        <p:spPr>
          <a:xfrm rot="18900000" flipH="1">
            <a:off x="8310735" y="1441466"/>
            <a:ext cx="36000" cy="902938"/>
          </a:xfrm>
          <a:prstGeom prst="rect">
            <a:avLst/>
          </a:prstGeom>
          <a:solidFill>
            <a:srgbClr val="4BA3C7"/>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4" name="Retângulo 93">
            <a:extLst>
              <a:ext uri="{FF2B5EF4-FFF2-40B4-BE49-F238E27FC236}">
                <a16:creationId xmlns:a16="http://schemas.microsoft.com/office/drawing/2014/main" id="{1B62C94B-5D35-07FB-F5E0-7F851C93A7D9}"/>
              </a:ext>
            </a:extLst>
          </p:cNvPr>
          <p:cNvSpPr>
            <a:spLocks noGrp="1"/>
          </p:cNvSpPr>
          <p:nvPr/>
        </p:nvSpPr>
        <p:spPr>
          <a:xfrm rot="18900000" flipH="1">
            <a:off x="8265886" y="508233"/>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5" name="Retângulo 94">
            <a:extLst>
              <a:ext uri="{FF2B5EF4-FFF2-40B4-BE49-F238E27FC236}">
                <a16:creationId xmlns:a16="http://schemas.microsoft.com/office/drawing/2014/main" id="{7DC6C5AD-43E6-EF6F-6E01-250D5C3E563D}"/>
              </a:ext>
            </a:extLst>
          </p:cNvPr>
          <p:cNvSpPr>
            <a:spLocks noGrp="1"/>
          </p:cNvSpPr>
          <p:nvPr/>
        </p:nvSpPr>
        <p:spPr>
          <a:xfrm rot="18900000">
            <a:off x="10086762" y="3824456"/>
            <a:ext cx="36000" cy="2079606"/>
          </a:xfrm>
          <a:prstGeom prst="rect">
            <a:avLst/>
          </a:prstGeom>
          <a:solidFill>
            <a:srgbClr val="F5F1E6"/>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6" name="Retângulo 95">
            <a:extLst>
              <a:ext uri="{FF2B5EF4-FFF2-40B4-BE49-F238E27FC236}">
                <a16:creationId xmlns:a16="http://schemas.microsoft.com/office/drawing/2014/main" id="{CE140B4A-51E9-0CC1-749A-710E99756E65}"/>
              </a:ext>
            </a:extLst>
          </p:cNvPr>
          <p:cNvSpPr>
            <a:spLocks noGrp="1"/>
          </p:cNvSpPr>
          <p:nvPr/>
        </p:nvSpPr>
        <p:spPr>
          <a:xfrm rot="18900000">
            <a:off x="9936119" y="-80101"/>
            <a:ext cx="36000" cy="2079606"/>
          </a:xfrm>
          <a:prstGeom prst="rect">
            <a:avLst/>
          </a:prstGeom>
          <a:solidFill>
            <a:srgbClr val="9BA3B4"/>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7" name="Retângulo 96">
            <a:extLst>
              <a:ext uri="{FF2B5EF4-FFF2-40B4-BE49-F238E27FC236}">
                <a16:creationId xmlns:a16="http://schemas.microsoft.com/office/drawing/2014/main" id="{5DD3FEFD-B983-DA43-2B1D-DB069B95DFC2}"/>
              </a:ext>
            </a:extLst>
          </p:cNvPr>
          <p:cNvSpPr>
            <a:spLocks noGrp="1"/>
          </p:cNvSpPr>
          <p:nvPr/>
        </p:nvSpPr>
        <p:spPr>
          <a:xfrm rot="18900000">
            <a:off x="10576695" y="1949313"/>
            <a:ext cx="36000" cy="2886525"/>
          </a:xfrm>
          <a:prstGeom prst="rect">
            <a:avLst/>
          </a:prstGeom>
          <a:solidFill>
            <a:srgbClr val="B7DAE9"/>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8" name="Retângulo 97">
            <a:extLst>
              <a:ext uri="{FF2B5EF4-FFF2-40B4-BE49-F238E27FC236}">
                <a16:creationId xmlns:a16="http://schemas.microsoft.com/office/drawing/2014/main" id="{FCD43023-08BB-9665-B6C3-0BA0897EAB3B}"/>
              </a:ext>
            </a:extLst>
          </p:cNvPr>
          <p:cNvSpPr>
            <a:spLocks noGrp="1"/>
          </p:cNvSpPr>
          <p:nvPr/>
        </p:nvSpPr>
        <p:spPr>
          <a:xfrm rot="18900000" flipH="1">
            <a:off x="11454276" y="1383407"/>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Retângulo 5">
            <a:extLst>
              <a:ext uri="{FF2B5EF4-FFF2-40B4-BE49-F238E27FC236}">
                <a16:creationId xmlns:a16="http://schemas.microsoft.com/office/drawing/2014/main" id="{FACC30BE-9D83-7283-730A-F49E9BBAAB27}"/>
              </a:ext>
            </a:extLst>
          </p:cNvPr>
          <p:cNvSpPr>
            <a:spLocks noGrp="1"/>
          </p:cNvSpPr>
          <p:nvPr/>
        </p:nvSpPr>
        <p:spPr>
          <a:xfrm>
            <a:off x="0" y="-7620"/>
            <a:ext cx="12192000" cy="686562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4" name="Espaço Reservado para Imagem 83">
            <a:extLst>
              <a:ext uri="{FF2B5EF4-FFF2-40B4-BE49-F238E27FC236}">
                <a16:creationId xmlns:a16="http://schemas.microsoft.com/office/drawing/2014/main" id="{5BA63DD7-E64B-52DF-1671-0D97DF35B257}"/>
              </a:ext>
            </a:extLst>
          </p:cNvPr>
          <p:cNvSpPr>
            <a:spLocks noGrp="1"/>
          </p:cNvSpPr>
          <p:nvPr>
            <p:ph type="pic" idx="10"/>
          </p:nvPr>
        </p:nvSpPr>
        <p:spPr>
          <a:xfrm>
            <a:off x="5836920" y="-72000"/>
            <a:ext cx="6355080" cy="6865938"/>
          </a:xfrm>
          <a:custGeom>
            <a:avLst/>
            <a:gdLst>
              <a:gd name="connsiteX0" fmla="*/ 3536861 w 6355080"/>
              <a:gd name="connsiteY0" fmla="*/ 4135058 h 6865938"/>
              <a:gd name="connsiteX1" fmla="*/ 3531770 w 6355080"/>
              <a:gd name="connsiteY1" fmla="*/ 4140149 h 6865938"/>
              <a:gd name="connsiteX2" fmla="*/ 5002273 w 6355080"/>
              <a:gd name="connsiteY2" fmla="*/ 5610653 h 6865938"/>
              <a:gd name="connsiteX3" fmla="*/ 5007364 w 6355080"/>
              <a:gd name="connsiteY3" fmla="*/ 5605561 h 6865938"/>
              <a:gd name="connsiteX4" fmla="*/ 801713 w 6355080"/>
              <a:gd name="connsiteY4" fmla="*/ 2502185 h 6865938"/>
              <a:gd name="connsiteX5" fmla="*/ 796622 w 6355080"/>
              <a:gd name="connsiteY5" fmla="*/ 2507276 h 6865938"/>
              <a:gd name="connsiteX6" fmla="*/ 2267125 w 6355080"/>
              <a:gd name="connsiteY6" fmla="*/ 3977778 h 6865938"/>
              <a:gd name="connsiteX7" fmla="*/ 2272217 w 6355080"/>
              <a:gd name="connsiteY7" fmla="*/ 3972687 h 6865938"/>
              <a:gd name="connsiteX8" fmla="*/ 3741505 w 6355080"/>
              <a:gd name="connsiteY8" fmla="*/ 2378085 h 6865938"/>
              <a:gd name="connsiteX9" fmla="*/ 3736414 w 6355080"/>
              <a:gd name="connsiteY9" fmla="*/ 2383177 h 6865938"/>
              <a:gd name="connsiteX10" fmla="*/ 5777495 w 6355080"/>
              <a:gd name="connsiteY10" fmla="*/ 4424258 h 6865938"/>
              <a:gd name="connsiteX11" fmla="*/ 5782586 w 6355080"/>
              <a:gd name="connsiteY11" fmla="*/ 4419167 h 6865938"/>
              <a:gd name="connsiteX12" fmla="*/ 2176849 w 6355080"/>
              <a:gd name="connsiteY12" fmla="*/ 1579750 h 6865938"/>
              <a:gd name="connsiteX13" fmla="*/ 2171758 w 6355080"/>
              <a:gd name="connsiteY13" fmla="*/ 1584841 h 6865938"/>
              <a:gd name="connsiteX14" fmla="*/ 2810231 w 6355080"/>
              <a:gd name="connsiteY14" fmla="*/ 2223315 h 6865938"/>
              <a:gd name="connsiteX15" fmla="*/ 2815322 w 6355080"/>
              <a:gd name="connsiteY15" fmla="*/ 2218222 h 6865938"/>
              <a:gd name="connsiteX16" fmla="*/ 5320390 w 6355080"/>
              <a:gd name="connsiteY16" fmla="*/ 1521690 h 6865938"/>
              <a:gd name="connsiteX17" fmla="*/ 5315299 w 6355080"/>
              <a:gd name="connsiteY17" fmla="*/ 1526781 h 6865938"/>
              <a:gd name="connsiteX18" fmla="*/ 5953772 w 6355080"/>
              <a:gd name="connsiteY18" fmla="*/ 2165255 h 6865938"/>
              <a:gd name="connsiteX19" fmla="*/ 5958863 w 6355080"/>
              <a:gd name="connsiteY19" fmla="*/ 2160163 h 6865938"/>
              <a:gd name="connsiteX20" fmla="*/ 2132000 w 6355080"/>
              <a:gd name="connsiteY20" fmla="*/ 646516 h 6865938"/>
              <a:gd name="connsiteX21" fmla="*/ 2126909 w 6355080"/>
              <a:gd name="connsiteY21" fmla="*/ 651607 h 6865938"/>
              <a:gd name="connsiteX22" fmla="*/ 2765382 w 6355080"/>
              <a:gd name="connsiteY22" fmla="*/ 1290081 h 6865938"/>
              <a:gd name="connsiteX23" fmla="*/ 2770473 w 6355080"/>
              <a:gd name="connsiteY23" fmla="*/ 1284990 h 6865938"/>
              <a:gd name="connsiteX24" fmla="*/ 3386218 w 6355080"/>
              <a:gd name="connsiteY24" fmla="*/ 230501 h 6865938"/>
              <a:gd name="connsiteX25" fmla="*/ 3381127 w 6355080"/>
              <a:gd name="connsiteY25" fmla="*/ 235592 h 6865938"/>
              <a:gd name="connsiteX26" fmla="*/ 4851630 w 6355080"/>
              <a:gd name="connsiteY26" fmla="*/ 1706096 h 6865938"/>
              <a:gd name="connsiteX27" fmla="*/ 4856721 w 6355080"/>
              <a:gd name="connsiteY27" fmla="*/ 1701005 h 6865938"/>
              <a:gd name="connsiteX28" fmla="*/ 2199547 w 6355080"/>
              <a:gd name="connsiteY28" fmla="*/ 0 h 6865938"/>
              <a:gd name="connsiteX29" fmla="*/ 6355080 w 6355080"/>
              <a:gd name="connsiteY29" fmla="*/ 0 h 6865938"/>
              <a:gd name="connsiteX30" fmla="*/ 6355080 w 6355080"/>
              <a:gd name="connsiteY30" fmla="*/ 6865938 h 6865938"/>
              <a:gd name="connsiteX31" fmla="*/ 4741965 w 6355080"/>
              <a:gd name="connsiteY31" fmla="*/ 6865938 h 6865938"/>
              <a:gd name="connsiteX32" fmla="*/ 0 w 6355080"/>
              <a:gd name="connsiteY32" fmla="*/ 2175600 h 6865938"/>
            </a:gdLst>
            <a:ahLst/>
            <a:cxnLst/>
            <a:rect l="l" t="t" r="r" b="b"/>
            <a:pathLst>
              <a:path w="6355080" h="6865938">
                <a:moveTo>
                  <a:pt x="3536861" y="4135058"/>
                </a:moveTo>
                <a:lnTo>
                  <a:pt x="3531770" y="4140149"/>
                </a:lnTo>
                <a:lnTo>
                  <a:pt x="5002273" y="5610653"/>
                </a:lnTo>
                <a:lnTo>
                  <a:pt x="5007364" y="5605561"/>
                </a:lnTo>
                <a:close/>
                <a:moveTo>
                  <a:pt x="801713" y="2502185"/>
                </a:moveTo>
                <a:lnTo>
                  <a:pt x="796622" y="2507276"/>
                </a:lnTo>
                <a:lnTo>
                  <a:pt x="2267125" y="3977778"/>
                </a:lnTo>
                <a:lnTo>
                  <a:pt x="2272217" y="3972687"/>
                </a:lnTo>
                <a:close/>
                <a:moveTo>
                  <a:pt x="3741505" y="2378085"/>
                </a:moveTo>
                <a:lnTo>
                  <a:pt x="3736414" y="2383177"/>
                </a:lnTo>
                <a:lnTo>
                  <a:pt x="5777495" y="4424258"/>
                </a:lnTo>
                <a:lnTo>
                  <a:pt x="5782586" y="4419167"/>
                </a:lnTo>
                <a:close/>
                <a:moveTo>
                  <a:pt x="2176849" y="1579750"/>
                </a:moveTo>
                <a:lnTo>
                  <a:pt x="2171758" y="1584841"/>
                </a:lnTo>
                <a:lnTo>
                  <a:pt x="2810231" y="2223315"/>
                </a:lnTo>
                <a:lnTo>
                  <a:pt x="2815322" y="2218222"/>
                </a:lnTo>
                <a:close/>
                <a:moveTo>
                  <a:pt x="5320390" y="1521690"/>
                </a:moveTo>
                <a:lnTo>
                  <a:pt x="5315299" y="1526781"/>
                </a:lnTo>
                <a:lnTo>
                  <a:pt x="5953772" y="2165255"/>
                </a:lnTo>
                <a:lnTo>
                  <a:pt x="5958863" y="2160163"/>
                </a:lnTo>
                <a:close/>
                <a:moveTo>
                  <a:pt x="2132000" y="646516"/>
                </a:moveTo>
                <a:lnTo>
                  <a:pt x="2126909" y="651607"/>
                </a:lnTo>
                <a:lnTo>
                  <a:pt x="2765382" y="1290081"/>
                </a:lnTo>
                <a:lnTo>
                  <a:pt x="2770473" y="1284990"/>
                </a:lnTo>
                <a:close/>
                <a:moveTo>
                  <a:pt x="3386218" y="230501"/>
                </a:moveTo>
                <a:lnTo>
                  <a:pt x="3381127" y="235592"/>
                </a:lnTo>
                <a:lnTo>
                  <a:pt x="4851630" y="1706096"/>
                </a:lnTo>
                <a:lnTo>
                  <a:pt x="4856721" y="1701005"/>
                </a:lnTo>
                <a:close/>
                <a:moveTo>
                  <a:pt x="2199547" y="0"/>
                </a:moveTo>
                <a:lnTo>
                  <a:pt x="6355080" y="0"/>
                </a:lnTo>
                <a:lnTo>
                  <a:pt x="6355080" y="6865938"/>
                </a:lnTo>
                <a:lnTo>
                  <a:pt x="4741965" y="6865938"/>
                </a:lnTo>
                <a:lnTo>
                  <a:pt x="0" y="2175600"/>
                </a:lnTo>
                <a:close/>
              </a:path>
            </a:pathLst>
          </a:custGeom>
        </p:spPr>
        <p:txBody>
          <a:bodyPr wrap="square" tIns="2808000">
            <a:noAutofit/>
          </a:bodyPr>
          <a:lstStyle>
            <a:lvl1pPr marL="0" indent="0" algn="ctr">
              <a:buNone/>
              <a:defRPr sz="1100">
                <a:solidFill>
                  <a:srgbClr val="CDD1DA"/>
                </a:solidFill>
              </a:defRPr>
            </a:lvl1pPr>
          </a:lstStyle>
          <a:p>
            <a:endParaRPr/>
          </a:p>
        </p:txBody>
      </p:sp>
      <p:sp>
        <p:nvSpPr>
          <p:cNvPr id="20" name="Forma Livre: Forma 19">
            <a:extLst>
              <a:ext uri="{FF2B5EF4-FFF2-40B4-BE49-F238E27FC236}">
                <a16:creationId xmlns:a16="http://schemas.microsoft.com/office/drawing/2014/main" id="{A695A316-D76F-105F-1B34-01CFB1D86ED6}"/>
              </a:ext>
            </a:extLst>
          </p:cNvPr>
          <p:cNvSpPr>
            <a:spLocks noGrp="1"/>
          </p:cNvSpPr>
          <p:nvPr/>
        </p:nvSpPr>
        <p:spPr>
          <a:xfrm>
            <a:off x="5836920" y="3276815"/>
            <a:ext cx="4749539" cy="3581186"/>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rotWithShape="1">
            <a:gsLst>
              <a:gs pos="0">
                <a:schemeClr val="bg1">
                  <a:alpha val="3000"/>
                </a:schemeClr>
              </a:gs>
              <a:gs pos="70000">
                <a:srgbClr val="69758F">
                  <a:alpha val="38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21" name="Forma Livre: Forma 20">
            <a:extLst>
              <a:ext uri="{FF2B5EF4-FFF2-40B4-BE49-F238E27FC236}">
                <a16:creationId xmlns:a16="http://schemas.microsoft.com/office/drawing/2014/main" id="{2A316B86-901B-DD6C-190F-4EC4F6104CF4}"/>
              </a:ext>
            </a:extLst>
          </p:cNvPr>
          <p:cNvSpPr>
            <a:spLocks noGrp="1"/>
          </p:cNvSpPr>
          <p:nvPr/>
        </p:nvSpPr>
        <p:spPr>
          <a:xfrm>
            <a:off x="6680550" y="392429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69758F">
                  <a:alpha val="38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27" name="Conector reto 26">
            <a:extLst>
              <a:ext uri="{FF2B5EF4-FFF2-40B4-BE49-F238E27FC236}">
                <a16:creationId xmlns:a16="http://schemas.microsoft.com/office/drawing/2014/main" id="{ABB2496C-1DB3-49CD-BBA1-0DAE6F3C0293}"/>
              </a:ext>
            </a:extLst>
          </p:cNvPr>
          <p:cNvSpPr>
            <a:spLocks noGrp="1"/>
          </p:cNvSpPr>
          <p:nvPr/>
        </p:nvSpPr>
        <p:spPr>
          <a:xfrm flipH="1" flipV="1">
            <a:off x="7315620" y="4876800"/>
            <a:ext cx="1664969" cy="1664969"/>
          </a:xfrm>
          <a:prstGeom prst="line">
            <a:avLst/>
          </a:prstGeom>
          <a:ln>
            <a:solidFill>
              <a:srgbClr val="9BA3B4"/>
            </a:solidFill>
          </a:ln>
        </p:spPr>
        <p:style>
          <a:lnRef idx="1">
            <a:schemeClr val="accent1"/>
          </a:lnRef>
          <a:fillRef idx="0">
            <a:schemeClr val="accent1"/>
          </a:fillRef>
          <a:effectRef idx="0">
            <a:schemeClr val="accent1"/>
          </a:effectRef>
          <a:fontRef idx="minor">
            <a:schemeClr val="tx1"/>
          </a:fontRef>
        </p:style>
      </p:sp>
      <p:sp>
        <p:nvSpPr>
          <p:cNvPr id="51" name="Conector reto 50">
            <a:extLst>
              <a:ext uri="{FF2B5EF4-FFF2-40B4-BE49-F238E27FC236}">
                <a16:creationId xmlns:a16="http://schemas.microsoft.com/office/drawing/2014/main" id="{EE31A8DF-A5B4-42BE-AA3D-BFEA9E691E6D}"/>
              </a:ext>
            </a:extLst>
          </p:cNvPr>
          <p:cNvSpPr>
            <a:spLocks noGrp="1"/>
          </p:cNvSpPr>
          <p:nvPr/>
        </p:nvSpPr>
        <p:spPr>
          <a:xfrm flipH="1" flipV="1">
            <a:off x="6368818" y="4409970"/>
            <a:ext cx="933659" cy="933659"/>
          </a:xfrm>
          <a:prstGeom prst="line">
            <a:avLst/>
          </a:prstGeom>
          <a:ln>
            <a:solidFill>
              <a:srgbClr val="9BA3B4"/>
            </a:solidFill>
          </a:ln>
        </p:spPr>
        <p:style>
          <a:lnRef idx="1">
            <a:schemeClr val="accent1"/>
          </a:lnRef>
          <a:fillRef idx="0">
            <a:schemeClr val="accent1"/>
          </a:fillRef>
          <a:effectRef idx="0">
            <a:schemeClr val="accent1"/>
          </a:effectRef>
          <a:fontRef idx="minor">
            <a:schemeClr val="tx1"/>
          </a:fontRef>
        </p:style>
      </p:sp>
      <p:sp>
        <p:nvSpPr>
          <p:cNvPr id="54" name="Retângulo 53">
            <a:extLst>
              <a:ext uri="{FF2B5EF4-FFF2-40B4-BE49-F238E27FC236}">
                <a16:creationId xmlns:a16="http://schemas.microsoft.com/office/drawing/2014/main" id="{710B3518-D4AF-78C1-23D5-55E53F14B173}"/>
              </a:ext>
            </a:extLst>
          </p:cNvPr>
          <p:cNvSpPr>
            <a:spLocks noGrp="1"/>
          </p:cNvSpPr>
          <p:nvPr/>
        </p:nvSpPr>
        <p:spPr>
          <a:xfrm>
            <a:off x="355600" y="3717082"/>
            <a:ext cx="1346868"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5" name="Forma Livre: Forma 54">
            <a:extLst>
              <a:ext uri="{FF2B5EF4-FFF2-40B4-BE49-F238E27FC236}">
                <a16:creationId xmlns:a16="http://schemas.microsoft.com/office/drawing/2014/main" id="{F123732E-376F-BDDA-C444-2AC988B74A12}"/>
              </a:ext>
            </a:extLst>
          </p:cNvPr>
          <p:cNvSpPr>
            <a:spLocks noGrp="1"/>
          </p:cNvSpPr>
          <p:nvPr/>
        </p:nvSpPr>
        <p:spPr>
          <a:xfrm>
            <a:off x="4920573" y="427481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56" name="Forma Livre: Forma 55">
            <a:extLst>
              <a:ext uri="{FF2B5EF4-FFF2-40B4-BE49-F238E27FC236}">
                <a16:creationId xmlns:a16="http://schemas.microsoft.com/office/drawing/2014/main" id="{ED9F62ED-C357-8E1B-7286-5410679E7073}"/>
              </a:ext>
            </a:extLst>
          </p:cNvPr>
          <p:cNvSpPr>
            <a:spLocks noGrp="1"/>
          </p:cNvSpPr>
          <p:nvPr/>
        </p:nvSpPr>
        <p:spPr>
          <a:xfrm>
            <a:off x="4942249" y="4770521"/>
            <a:ext cx="2768514" cy="2087479"/>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0"/>
                </a:schemeClr>
              </a:gs>
              <a:gs pos="100000">
                <a:srgbClr val="69758F">
                  <a:alpha val="38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57" name="Conector reto 56">
            <a:extLst>
              <a:ext uri="{FF2B5EF4-FFF2-40B4-BE49-F238E27FC236}">
                <a16:creationId xmlns:a16="http://schemas.microsoft.com/office/drawing/2014/main" id="{80AFB60B-BAF9-45AB-89D2-24D6C293BADF}"/>
              </a:ext>
            </a:extLst>
          </p:cNvPr>
          <p:cNvSpPr>
            <a:spLocks noGrp="1"/>
          </p:cNvSpPr>
          <p:nvPr/>
        </p:nvSpPr>
        <p:spPr>
          <a:xfrm flipH="1" flipV="1">
            <a:off x="148697" y="5709145"/>
            <a:ext cx="933659" cy="933659"/>
          </a:xfrm>
          <a:prstGeom prst="line">
            <a:avLst/>
          </a:prstGeom>
          <a:ln>
            <a:solidFill>
              <a:srgbClr val="9BA3B4"/>
            </a:solidFill>
          </a:ln>
        </p:spPr>
        <p:style>
          <a:lnRef idx="1">
            <a:schemeClr val="accent1"/>
          </a:lnRef>
          <a:fillRef idx="0">
            <a:schemeClr val="accent1"/>
          </a:fillRef>
          <a:effectRef idx="0">
            <a:schemeClr val="accent1"/>
          </a:effectRef>
          <a:fontRef idx="minor">
            <a:schemeClr val="tx1"/>
          </a:fontRef>
        </p:style>
      </p:sp>
      <p:sp>
        <p:nvSpPr>
          <p:cNvPr id="58" name="Conector reto 57">
            <a:extLst>
              <a:ext uri="{FF2B5EF4-FFF2-40B4-BE49-F238E27FC236}">
                <a16:creationId xmlns:a16="http://schemas.microsoft.com/office/drawing/2014/main" id="{C5F342CD-30EF-4856-A60D-E7CC9A6603E4}"/>
              </a:ext>
            </a:extLst>
          </p:cNvPr>
          <p:cNvSpPr>
            <a:spLocks noGrp="1"/>
          </p:cNvSpPr>
          <p:nvPr/>
        </p:nvSpPr>
        <p:spPr>
          <a:xfrm flipH="1" flipV="1">
            <a:off x="1048211" y="5011153"/>
            <a:ext cx="1496327" cy="1496327"/>
          </a:xfrm>
          <a:prstGeom prst="line">
            <a:avLst/>
          </a:prstGeom>
          <a:ln>
            <a:solidFill>
              <a:srgbClr val="9BA3B4"/>
            </a:solidFill>
          </a:ln>
        </p:spPr>
        <p:style>
          <a:lnRef idx="1">
            <a:schemeClr val="accent1"/>
          </a:lnRef>
          <a:fillRef idx="0">
            <a:schemeClr val="accent1"/>
          </a:fillRef>
          <a:effectRef idx="0">
            <a:schemeClr val="accent1"/>
          </a:effectRef>
          <a:fontRef idx="minor">
            <a:schemeClr val="tx1"/>
          </a:fontRef>
        </p:style>
      </p:sp>
      <p:sp>
        <p:nvSpPr>
          <p:cNvPr id="62" name="Forma Livre: Forma 61">
            <a:extLst>
              <a:ext uri="{FF2B5EF4-FFF2-40B4-BE49-F238E27FC236}">
                <a16:creationId xmlns:a16="http://schemas.microsoft.com/office/drawing/2014/main" id="{FDE7083E-77F3-910B-592C-868ADCAE10B8}"/>
              </a:ext>
            </a:extLst>
          </p:cNvPr>
          <p:cNvSpPr>
            <a:spLocks noGrp="1"/>
          </p:cNvSpPr>
          <p:nvPr/>
        </p:nvSpPr>
        <p:spPr>
          <a:xfrm flipH="1">
            <a:off x="5735353" y="115578"/>
            <a:ext cx="2171757" cy="163752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0"/>
                </a:schemeClr>
              </a:gs>
              <a:gs pos="100000">
                <a:srgbClr val="69758F">
                  <a:alpha val="17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63" name="Forma Livre: Forma 62">
            <a:extLst>
              <a:ext uri="{FF2B5EF4-FFF2-40B4-BE49-F238E27FC236}">
                <a16:creationId xmlns:a16="http://schemas.microsoft.com/office/drawing/2014/main" id="{891293D5-F76E-27B6-4DB3-5F58ACBA88A6}"/>
              </a:ext>
            </a:extLst>
          </p:cNvPr>
          <p:cNvSpPr>
            <a:spLocks noGrp="1"/>
          </p:cNvSpPr>
          <p:nvPr/>
        </p:nvSpPr>
        <p:spPr>
          <a:xfrm flipH="1">
            <a:off x="5943224" y="-121372"/>
            <a:ext cx="1963886" cy="1480784"/>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0"/>
                </a:schemeClr>
              </a:gs>
              <a:gs pos="100000">
                <a:srgbClr val="69758F">
                  <a:alpha val="17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65" name="Forma Livre: Forma 64">
            <a:extLst>
              <a:ext uri="{FF2B5EF4-FFF2-40B4-BE49-F238E27FC236}">
                <a16:creationId xmlns:a16="http://schemas.microsoft.com/office/drawing/2014/main" id="{D307ABE8-2253-FDCC-8A16-6A8F3F9D6616}"/>
              </a:ext>
            </a:extLst>
          </p:cNvPr>
          <p:cNvSpPr>
            <a:spLocks noGrp="1"/>
          </p:cNvSpPr>
          <p:nvPr/>
        </p:nvSpPr>
        <p:spPr>
          <a:xfrm flipH="1">
            <a:off x="3946764" y="-45931"/>
            <a:ext cx="2937715" cy="2215058"/>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0"/>
                </a:schemeClr>
              </a:gs>
              <a:gs pos="100000">
                <a:srgbClr val="69758F">
                  <a:alpha val="9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66" name="Forma Livre: Forma 65">
            <a:extLst>
              <a:ext uri="{FF2B5EF4-FFF2-40B4-BE49-F238E27FC236}">
                <a16:creationId xmlns:a16="http://schemas.microsoft.com/office/drawing/2014/main" id="{1BA9BA2F-BA68-93B2-6BF8-FAB13C2AACD0}"/>
              </a:ext>
            </a:extLst>
          </p:cNvPr>
          <p:cNvSpPr>
            <a:spLocks noGrp="1"/>
          </p:cNvSpPr>
          <p:nvPr/>
        </p:nvSpPr>
        <p:spPr>
          <a:xfrm flipH="1">
            <a:off x="4130219" y="129158"/>
            <a:ext cx="3007133" cy="226740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0"/>
                </a:schemeClr>
              </a:gs>
              <a:gs pos="100000">
                <a:srgbClr val="69758F">
                  <a:alpha val="9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pic>
        <p:nvPicPr>
          <p:cNvPr id="126" name="Imagem 66"/>
          <p:cNvPicPr>
            <a:picLocks noChangeAspect="1"/>
          </p:cNvPicPr>
          <p:nvPr/>
        </p:nvPicPr>
        <p:blipFill>
          <a:blip r:embed="rId2">
            <a:alphaModFix amt="45000"/>
          </a:blip>
          <a:stretch>
            <a:fillRect/>
          </a:stretch>
        </p:blipFill>
        <p:spPr>
          <a:xfrm rot="2699617">
            <a:off x="5138825" y="4258455"/>
            <a:ext cx="5580000" cy="108000"/>
          </a:xfrm>
          <a:prstGeom prst="rect">
            <a:avLst/>
          </a:prstGeom>
        </p:spPr>
      </p:pic>
      <p:pic>
        <p:nvPicPr>
          <p:cNvPr id="127" name="Imagem 67"/>
          <p:cNvPicPr>
            <a:picLocks noChangeAspect="1"/>
          </p:cNvPicPr>
          <p:nvPr/>
        </p:nvPicPr>
        <p:blipFill>
          <a:blip r:embed="rId2">
            <a:alphaModFix amt="45000"/>
          </a:blip>
          <a:stretch>
            <a:fillRect/>
          </a:stretch>
        </p:blipFill>
        <p:spPr>
          <a:xfrm rot="18900383" flipV="1">
            <a:off x="5203546" y="932963"/>
            <a:ext cx="3498233" cy="108000"/>
          </a:xfrm>
          <a:prstGeom prst="rect">
            <a:avLst/>
          </a:prstGeom>
        </p:spPr>
      </p:pic>
      <p:pic>
        <p:nvPicPr>
          <p:cNvPr id="128" name="Imagem 1"/>
          <p:cNvPicPr>
            <a:picLocks noChangeAspect="1"/>
          </p:cNvPicPr>
          <p:nvPr/>
        </p:nvPicPr>
        <p:blipFill>
          <a:blip r:embed="rId3"/>
          <a:stretch>
            <a:fillRect/>
          </a:stretch>
        </p:blipFill>
        <p:spPr>
          <a:xfrm>
            <a:off x="511782" y="394936"/>
            <a:ext cx="1461600" cy="666662"/>
          </a:xfrm>
          <a:prstGeom prst="rect">
            <a:avLst/>
          </a:prstGeom>
        </p:spPr>
      </p:pic>
      <p:pic>
        <p:nvPicPr>
          <p:cNvPr id="129" name="Picture 3"/>
          <p:cNvPicPr>
            <a:picLocks noChangeAspect="1"/>
          </p:cNvPicPr>
          <p:nvPr/>
        </p:nvPicPr>
        <p:blipFill>
          <a:blip r:embed="rId4"/>
          <a:stretch>
            <a:fillRect/>
          </a:stretch>
        </p:blipFill>
        <p:spPr>
          <a:xfrm>
            <a:off x="0" y="1673"/>
            <a:ext cx="12192000" cy="6854653"/>
          </a:xfrm>
          <a:prstGeom prst="rect">
            <a:avLst/>
          </a:prstGeom>
        </p:spPr>
      </p:pic>
      <p:sp>
        <p:nvSpPr>
          <p:cNvPr id="53" name="Espaço Reservado para Texto 29">
            <a:extLst>
              <a:ext uri="{FF2B5EF4-FFF2-40B4-BE49-F238E27FC236}">
                <a16:creationId xmlns:a16="http://schemas.microsoft.com/office/drawing/2014/main" id="{57EC0EC8-C415-12A2-DFB1-D87EC3881C17}"/>
              </a:ext>
            </a:extLst>
          </p:cNvPr>
          <p:cNvSpPr>
            <a:spLocks noGrp="1"/>
          </p:cNvSpPr>
          <p:nvPr>
            <p:ph type="body" idx="12" hasCustomPrompt="1"/>
          </p:nvPr>
        </p:nvSpPr>
        <p:spPr>
          <a:xfrm>
            <a:off x="355600" y="3831035"/>
            <a:ext cx="4970463" cy="307777"/>
          </a:xfrm>
        </p:spPr>
        <p:txBody>
          <a:bodyPr lIns="0" tIns="0" rIns="0" bIns="0" anchor="t">
            <a:spAutoFit/>
          </a:bodyPr>
          <a:lstStyle>
            <a:lvl1pPr marL="0" indent="0">
              <a:lnSpc>
                <a:spcPct val="100000"/>
              </a:lnSpc>
              <a:spcBef>
                <a:spcPts val="0"/>
              </a:spcBef>
              <a:buNone/>
              <a:defRPr sz="2000" cap="none" baseline="0">
                <a:solidFill>
                  <a:srgbClr val="69758F"/>
                </a:solidFill>
              </a:defRPr>
            </a:lvl1pPr>
            <a:lvl2pPr marL="457200" indent="0">
              <a:buNone/>
              <a:defRPr/>
            </a:lvl2pPr>
          </a:lstStyle>
          <a:p>
            <a:pPr>
              <a:buNone/>
            </a:pPr>
            <a:r>
              <a:t>Data Referente e Data do Lançamento</a:t>
            </a:r>
          </a:p>
        </p:txBody>
      </p:sp>
      <p:sp>
        <p:nvSpPr>
          <p:cNvPr id="30" name="Espaço Reservado para Texto 29">
            <a:extLst>
              <a:ext uri="{FF2B5EF4-FFF2-40B4-BE49-F238E27FC236}">
                <a16:creationId xmlns:a16="http://schemas.microsoft.com/office/drawing/2014/main" id="{33B682AE-B59C-7EED-A011-A111F8FCD691}"/>
              </a:ext>
            </a:extLst>
          </p:cNvPr>
          <p:cNvSpPr>
            <a:spLocks noGrp="1"/>
          </p:cNvSpPr>
          <p:nvPr>
            <p:ph type="body" idx="11" hasCustomPrompt="1"/>
          </p:nvPr>
        </p:nvSpPr>
        <p:spPr>
          <a:xfrm>
            <a:off x="355600" y="3286195"/>
            <a:ext cx="4970463" cy="430887"/>
          </a:xfrm>
        </p:spPr>
        <p:txBody>
          <a:bodyPr lIns="0" tIns="0" rIns="0" bIns="0" anchor="b">
            <a:spAutoFit/>
          </a:bodyPr>
          <a:lstStyle>
            <a:lvl1pPr marL="0" indent="0">
              <a:lnSpc>
                <a:spcPct val="100000"/>
              </a:lnSpc>
              <a:spcBef>
                <a:spcPts val="0"/>
              </a:spcBef>
              <a:buNone/>
              <a:defRPr cap="all" baseline="0"/>
            </a:lvl1pPr>
            <a:lvl2pPr marL="457200" indent="0">
              <a:buNone/>
              <a:defRPr/>
            </a:lvl2pPr>
          </a:lstStyle>
          <a:p>
            <a:pPr>
              <a:buNone/>
            </a:pPr>
            <a:r>
              <a:t>TITULO</a:t>
            </a:r>
          </a:p>
        </p:txBody>
      </p:sp>
      <p:pic>
        <p:nvPicPr>
          <p:cNvPr id="132" name="Picture 4"/>
          <p:cNvPicPr>
            <a:picLocks noChangeAspect="1"/>
          </p:cNvPicPr>
          <p:nvPr/>
        </p:nvPicPr>
        <p:blipFill>
          <a:blip r:embed="rId5"/>
          <a:stretch>
            <a:fillRect/>
          </a:stretch>
        </p:blipFill>
        <p:spPr>
          <a:xfrm>
            <a:off x="0" y="1390"/>
            <a:ext cx="12192000" cy="6855220"/>
          </a:xfrm>
          <a:prstGeom prst="rect">
            <a:avLst/>
          </a:prstGeom>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2_Layout Personalizado">
    <p:spTree>
      <p:nvGrpSpPr>
        <p:cNvPr id="1" name=""/>
        <p:cNvGrpSpPr/>
        <p:nvPr/>
      </p:nvGrpSpPr>
      <p:grpSpPr>
        <a:xfrm>
          <a:off x="0" y="0"/>
          <a:ext cx="0" cy="0"/>
          <a:chOff x="0" y="0"/>
          <a:chExt cx="0" cy="0"/>
        </a:xfrm>
      </p:grpSpPr>
      <p:sp>
        <p:nvSpPr>
          <p:cNvPr id="92" name="Retângulo 91">
            <a:extLst>
              <a:ext uri="{FF2B5EF4-FFF2-40B4-BE49-F238E27FC236}">
                <a16:creationId xmlns:a16="http://schemas.microsoft.com/office/drawing/2014/main" id="{6D02AABB-BBEC-16AA-E325-687DB17C4F56}"/>
              </a:ext>
            </a:extLst>
          </p:cNvPr>
          <p:cNvSpPr>
            <a:spLocks noGrp="1"/>
          </p:cNvSpPr>
          <p:nvPr/>
        </p:nvSpPr>
        <p:spPr>
          <a:xfrm rot="18900000">
            <a:off x="7351614" y="2191582"/>
            <a:ext cx="36000" cy="2079606"/>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3" name="Retângulo 92">
            <a:extLst>
              <a:ext uri="{FF2B5EF4-FFF2-40B4-BE49-F238E27FC236}">
                <a16:creationId xmlns:a16="http://schemas.microsoft.com/office/drawing/2014/main" id="{2A4AF966-040B-3FA1-8DE0-EF94E1469688}"/>
              </a:ext>
            </a:extLst>
          </p:cNvPr>
          <p:cNvSpPr>
            <a:spLocks noGrp="1"/>
          </p:cNvSpPr>
          <p:nvPr/>
        </p:nvSpPr>
        <p:spPr>
          <a:xfrm rot="18900000" flipH="1">
            <a:off x="8310735" y="1441466"/>
            <a:ext cx="36000" cy="902938"/>
          </a:xfrm>
          <a:prstGeom prst="rect">
            <a:avLst/>
          </a:prstGeom>
          <a:solidFill>
            <a:srgbClr val="4BA3C7"/>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4" name="Retângulo 93">
            <a:extLst>
              <a:ext uri="{FF2B5EF4-FFF2-40B4-BE49-F238E27FC236}">
                <a16:creationId xmlns:a16="http://schemas.microsoft.com/office/drawing/2014/main" id="{1B62C94B-5D35-07FB-F5E0-7F851C93A7D9}"/>
              </a:ext>
            </a:extLst>
          </p:cNvPr>
          <p:cNvSpPr>
            <a:spLocks noGrp="1"/>
          </p:cNvSpPr>
          <p:nvPr/>
        </p:nvSpPr>
        <p:spPr>
          <a:xfrm rot="18900000" flipH="1">
            <a:off x="8265886" y="508233"/>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5" name="Retângulo 94">
            <a:extLst>
              <a:ext uri="{FF2B5EF4-FFF2-40B4-BE49-F238E27FC236}">
                <a16:creationId xmlns:a16="http://schemas.microsoft.com/office/drawing/2014/main" id="{7DC6C5AD-43E6-EF6F-6E01-250D5C3E563D}"/>
              </a:ext>
            </a:extLst>
          </p:cNvPr>
          <p:cNvSpPr>
            <a:spLocks noGrp="1"/>
          </p:cNvSpPr>
          <p:nvPr/>
        </p:nvSpPr>
        <p:spPr>
          <a:xfrm rot="18900000">
            <a:off x="10086762" y="3824456"/>
            <a:ext cx="36000" cy="2079606"/>
          </a:xfrm>
          <a:prstGeom prst="rect">
            <a:avLst/>
          </a:prstGeom>
          <a:solidFill>
            <a:srgbClr val="F5F1E6"/>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6" name="Retângulo 95">
            <a:extLst>
              <a:ext uri="{FF2B5EF4-FFF2-40B4-BE49-F238E27FC236}">
                <a16:creationId xmlns:a16="http://schemas.microsoft.com/office/drawing/2014/main" id="{CE140B4A-51E9-0CC1-749A-710E99756E65}"/>
              </a:ext>
            </a:extLst>
          </p:cNvPr>
          <p:cNvSpPr>
            <a:spLocks noGrp="1"/>
          </p:cNvSpPr>
          <p:nvPr/>
        </p:nvSpPr>
        <p:spPr>
          <a:xfrm rot="18900000">
            <a:off x="9936119" y="-80101"/>
            <a:ext cx="36000" cy="2079606"/>
          </a:xfrm>
          <a:prstGeom prst="rect">
            <a:avLst/>
          </a:prstGeom>
          <a:solidFill>
            <a:srgbClr val="9BA3B4"/>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7" name="Retângulo 96">
            <a:extLst>
              <a:ext uri="{FF2B5EF4-FFF2-40B4-BE49-F238E27FC236}">
                <a16:creationId xmlns:a16="http://schemas.microsoft.com/office/drawing/2014/main" id="{5DD3FEFD-B983-DA43-2B1D-DB069B95DFC2}"/>
              </a:ext>
            </a:extLst>
          </p:cNvPr>
          <p:cNvSpPr>
            <a:spLocks noGrp="1"/>
          </p:cNvSpPr>
          <p:nvPr/>
        </p:nvSpPr>
        <p:spPr>
          <a:xfrm rot="18900000">
            <a:off x="10576695" y="1949313"/>
            <a:ext cx="36000" cy="2886525"/>
          </a:xfrm>
          <a:prstGeom prst="rect">
            <a:avLst/>
          </a:prstGeom>
          <a:solidFill>
            <a:srgbClr val="B7DAE9"/>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8" name="Retângulo 97">
            <a:extLst>
              <a:ext uri="{FF2B5EF4-FFF2-40B4-BE49-F238E27FC236}">
                <a16:creationId xmlns:a16="http://schemas.microsoft.com/office/drawing/2014/main" id="{FCD43023-08BB-9665-B6C3-0BA0897EAB3B}"/>
              </a:ext>
            </a:extLst>
          </p:cNvPr>
          <p:cNvSpPr>
            <a:spLocks noGrp="1"/>
          </p:cNvSpPr>
          <p:nvPr/>
        </p:nvSpPr>
        <p:spPr>
          <a:xfrm rot="18900000" flipH="1">
            <a:off x="11454276" y="1383407"/>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Retângulo 5">
            <a:extLst>
              <a:ext uri="{FF2B5EF4-FFF2-40B4-BE49-F238E27FC236}">
                <a16:creationId xmlns:a16="http://schemas.microsoft.com/office/drawing/2014/main" id="{FACC30BE-9D83-7283-730A-F49E9BBAAB27}"/>
              </a:ext>
            </a:extLst>
          </p:cNvPr>
          <p:cNvSpPr>
            <a:spLocks noGrp="1"/>
          </p:cNvSpPr>
          <p:nvPr/>
        </p:nvSpPr>
        <p:spPr>
          <a:xfrm>
            <a:off x="0" y="-7620"/>
            <a:ext cx="12192000" cy="686562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4" name="Espaço Reservado para Imagem 83">
            <a:extLst>
              <a:ext uri="{FF2B5EF4-FFF2-40B4-BE49-F238E27FC236}">
                <a16:creationId xmlns:a16="http://schemas.microsoft.com/office/drawing/2014/main" id="{5BA63DD7-E64B-52DF-1671-0D97DF35B257}"/>
              </a:ext>
            </a:extLst>
          </p:cNvPr>
          <p:cNvSpPr>
            <a:spLocks noGrp="1"/>
          </p:cNvSpPr>
          <p:nvPr>
            <p:ph type="pic" idx="10"/>
          </p:nvPr>
        </p:nvSpPr>
        <p:spPr>
          <a:xfrm>
            <a:off x="5836920" y="-7938"/>
            <a:ext cx="6355080" cy="6865938"/>
          </a:xfrm>
          <a:custGeom>
            <a:avLst/>
            <a:gdLst>
              <a:gd name="connsiteX0" fmla="*/ 3536861 w 6355080"/>
              <a:gd name="connsiteY0" fmla="*/ 4135058 h 6865938"/>
              <a:gd name="connsiteX1" fmla="*/ 3531770 w 6355080"/>
              <a:gd name="connsiteY1" fmla="*/ 4140149 h 6865938"/>
              <a:gd name="connsiteX2" fmla="*/ 5002273 w 6355080"/>
              <a:gd name="connsiteY2" fmla="*/ 5610653 h 6865938"/>
              <a:gd name="connsiteX3" fmla="*/ 5007364 w 6355080"/>
              <a:gd name="connsiteY3" fmla="*/ 5605561 h 6865938"/>
              <a:gd name="connsiteX4" fmla="*/ 801713 w 6355080"/>
              <a:gd name="connsiteY4" fmla="*/ 2502185 h 6865938"/>
              <a:gd name="connsiteX5" fmla="*/ 796622 w 6355080"/>
              <a:gd name="connsiteY5" fmla="*/ 2507276 h 6865938"/>
              <a:gd name="connsiteX6" fmla="*/ 2267125 w 6355080"/>
              <a:gd name="connsiteY6" fmla="*/ 3977778 h 6865938"/>
              <a:gd name="connsiteX7" fmla="*/ 2272217 w 6355080"/>
              <a:gd name="connsiteY7" fmla="*/ 3972687 h 6865938"/>
              <a:gd name="connsiteX8" fmla="*/ 3741505 w 6355080"/>
              <a:gd name="connsiteY8" fmla="*/ 2378085 h 6865938"/>
              <a:gd name="connsiteX9" fmla="*/ 3736414 w 6355080"/>
              <a:gd name="connsiteY9" fmla="*/ 2383177 h 6865938"/>
              <a:gd name="connsiteX10" fmla="*/ 5777495 w 6355080"/>
              <a:gd name="connsiteY10" fmla="*/ 4424258 h 6865938"/>
              <a:gd name="connsiteX11" fmla="*/ 5782586 w 6355080"/>
              <a:gd name="connsiteY11" fmla="*/ 4419167 h 6865938"/>
              <a:gd name="connsiteX12" fmla="*/ 2176849 w 6355080"/>
              <a:gd name="connsiteY12" fmla="*/ 1579750 h 6865938"/>
              <a:gd name="connsiteX13" fmla="*/ 2171758 w 6355080"/>
              <a:gd name="connsiteY13" fmla="*/ 1584841 h 6865938"/>
              <a:gd name="connsiteX14" fmla="*/ 2810231 w 6355080"/>
              <a:gd name="connsiteY14" fmla="*/ 2223315 h 6865938"/>
              <a:gd name="connsiteX15" fmla="*/ 2815322 w 6355080"/>
              <a:gd name="connsiteY15" fmla="*/ 2218222 h 6865938"/>
              <a:gd name="connsiteX16" fmla="*/ 5320390 w 6355080"/>
              <a:gd name="connsiteY16" fmla="*/ 1521690 h 6865938"/>
              <a:gd name="connsiteX17" fmla="*/ 5315299 w 6355080"/>
              <a:gd name="connsiteY17" fmla="*/ 1526781 h 6865938"/>
              <a:gd name="connsiteX18" fmla="*/ 5953772 w 6355080"/>
              <a:gd name="connsiteY18" fmla="*/ 2165255 h 6865938"/>
              <a:gd name="connsiteX19" fmla="*/ 5958863 w 6355080"/>
              <a:gd name="connsiteY19" fmla="*/ 2160163 h 6865938"/>
              <a:gd name="connsiteX20" fmla="*/ 2132000 w 6355080"/>
              <a:gd name="connsiteY20" fmla="*/ 646516 h 6865938"/>
              <a:gd name="connsiteX21" fmla="*/ 2126909 w 6355080"/>
              <a:gd name="connsiteY21" fmla="*/ 651607 h 6865938"/>
              <a:gd name="connsiteX22" fmla="*/ 2765382 w 6355080"/>
              <a:gd name="connsiteY22" fmla="*/ 1290081 h 6865938"/>
              <a:gd name="connsiteX23" fmla="*/ 2770473 w 6355080"/>
              <a:gd name="connsiteY23" fmla="*/ 1284990 h 6865938"/>
              <a:gd name="connsiteX24" fmla="*/ 3386218 w 6355080"/>
              <a:gd name="connsiteY24" fmla="*/ 230501 h 6865938"/>
              <a:gd name="connsiteX25" fmla="*/ 3381127 w 6355080"/>
              <a:gd name="connsiteY25" fmla="*/ 235592 h 6865938"/>
              <a:gd name="connsiteX26" fmla="*/ 4851630 w 6355080"/>
              <a:gd name="connsiteY26" fmla="*/ 1706096 h 6865938"/>
              <a:gd name="connsiteX27" fmla="*/ 4856721 w 6355080"/>
              <a:gd name="connsiteY27" fmla="*/ 1701005 h 6865938"/>
              <a:gd name="connsiteX28" fmla="*/ 2199547 w 6355080"/>
              <a:gd name="connsiteY28" fmla="*/ 0 h 6865938"/>
              <a:gd name="connsiteX29" fmla="*/ 6355080 w 6355080"/>
              <a:gd name="connsiteY29" fmla="*/ 0 h 6865938"/>
              <a:gd name="connsiteX30" fmla="*/ 6355080 w 6355080"/>
              <a:gd name="connsiteY30" fmla="*/ 6865938 h 6865938"/>
              <a:gd name="connsiteX31" fmla="*/ 4741965 w 6355080"/>
              <a:gd name="connsiteY31" fmla="*/ 6865938 h 6865938"/>
              <a:gd name="connsiteX32" fmla="*/ 0 w 6355080"/>
              <a:gd name="connsiteY32" fmla="*/ 2175600 h 6865938"/>
            </a:gdLst>
            <a:ahLst/>
            <a:cxnLst/>
            <a:rect l="l" t="t" r="r" b="b"/>
            <a:pathLst>
              <a:path w="6355080" h="6865938">
                <a:moveTo>
                  <a:pt x="3536861" y="4135058"/>
                </a:moveTo>
                <a:lnTo>
                  <a:pt x="3531770" y="4140149"/>
                </a:lnTo>
                <a:lnTo>
                  <a:pt x="5002273" y="5610653"/>
                </a:lnTo>
                <a:lnTo>
                  <a:pt x="5007364" y="5605561"/>
                </a:lnTo>
                <a:close/>
                <a:moveTo>
                  <a:pt x="801713" y="2502185"/>
                </a:moveTo>
                <a:lnTo>
                  <a:pt x="796622" y="2507276"/>
                </a:lnTo>
                <a:lnTo>
                  <a:pt x="2267125" y="3977778"/>
                </a:lnTo>
                <a:lnTo>
                  <a:pt x="2272217" y="3972687"/>
                </a:lnTo>
                <a:close/>
                <a:moveTo>
                  <a:pt x="3741505" y="2378085"/>
                </a:moveTo>
                <a:lnTo>
                  <a:pt x="3736414" y="2383177"/>
                </a:lnTo>
                <a:lnTo>
                  <a:pt x="5777495" y="4424258"/>
                </a:lnTo>
                <a:lnTo>
                  <a:pt x="5782586" y="4419167"/>
                </a:lnTo>
                <a:close/>
                <a:moveTo>
                  <a:pt x="2176849" y="1579750"/>
                </a:moveTo>
                <a:lnTo>
                  <a:pt x="2171758" y="1584841"/>
                </a:lnTo>
                <a:lnTo>
                  <a:pt x="2810231" y="2223315"/>
                </a:lnTo>
                <a:lnTo>
                  <a:pt x="2815322" y="2218222"/>
                </a:lnTo>
                <a:close/>
                <a:moveTo>
                  <a:pt x="5320390" y="1521690"/>
                </a:moveTo>
                <a:lnTo>
                  <a:pt x="5315299" y="1526781"/>
                </a:lnTo>
                <a:lnTo>
                  <a:pt x="5953772" y="2165255"/>
                </a:lnTo>
                <a:lnTo>
                  <a:pt x="5958863" y="2160163"/>
                </a:lnTo>
                <a:close/>
                <a:moveTo>
                  <a:pt x="2132000" y="646516"/>
                </a:moveTo>
                <a:lnTo>
                  <a:pt x="2126909" y="651607"/>
                </a:lnTo>
                <a:lnTo>
                  <a:pt x="2765382" y="1290081"/>
                </a:lnTo>
                <a:lnTo>
                  <a:pt x="2770473" y="1284990"/>
                </a:lnTo>
                <a:close/>
                <a:moveTo>
                  <a:pt x="3386218" y="230501"/>
                </a:moveTo>
                <a:lnTo>
                  <a:pt x="3381127" y="235592"/>
                </a:lnTo>
                <a:lnTo>
                  <a:pt x="4851630" y="1706096"/>
                </a:lnTo>
                <a:lnTo>
                  <a:pt x="4856721" y="1701005"/>
                </a:lnTo>
                <a:close/>
                <a:moveTo>
                  <a:pt x="2199547" y="0"/>
                </a:moveTo>
                <a:lnTo>
                  <a:pt x="6355080" y="0"/>
                </a:lnTo>
                <a:lnTo>
                  <a:pt x="6355080" y="6865938"/>
                </a:lnTo>
                <a:lnTo>
                  <a:pt x="4741965" y="6865938"/>
                </a:lnTo>
                <a:lnTo>
                  <a:pt x="0" y="2175600"/>
                </a:lnTo>
                <a:close/>
              </a:path>
            </a:pathLst>
          </a:custGeom>
        </p:spPr>
        <p:txBody>
          <a:bodyPr wrap="square" tIns="2808000">
            <a:noAutofit/>
          </a:bodyPr>
          <a:lstStyle>
            <a:lvl1pPr marL="0" indent="0" algn="ctr">
              <a:buNone/>
              <a:defRPr sz="1100">
                <a:solidFill>
                  <a:srgbClr val="CDD1DA"/>
                </a:solidFill>
              </a:defRPr>
            </a:lvl1pPr>
          </a:lstStyle>
          <a:p>
            <a:endParaRPr/>
          </a:p>
        </p:txBody>
      </p:sp>
      <p:sp>
        <p:nvSpPr>
          <p:cNvPr id="20" name="Forma Livre: Forma 19">
            <a:extLst>
              <a:ext uri="{FF2B5EF4-FFF2-40B4-BE49-F238E27FC236}">
                <a16:creationId xmlns:a16="http://schemas.microsoft.com/office/drawing/2014/main" id="{A695A316-D76F-105F-1B34-01CFB1D86ED6}"/>
              </a:ext>
            </a:extLst>
          </p:cNvPr>
          <p:cNvSpPr>
            <a:spLocks noGrp="1"/>
          </p:cNvSpPr>
          <p:nvPr/>
        </p:nvSpPr>
        <p:spPr>
          <a:xfrm>
            <a:off x="5836920" y="3276815"/>
            <a:ext cx="4749539" cy="3581186"/>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0"/>
                </a:schemeClr>
              </a:gs>
              <a:gs pos="100000">
                <a:schemeClr val="accent5">
                  <a:lumMod val="75000"/>
                  <a:alpha val="28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21" name="Forma Livre: Forma 20">
            <a:extLst>
              <a:ext uri="{FF2B5EF4-FFF2-40B4-BE49-F238E27FC236}">
                <a16:creationId xmlns:a16="http://schemas.microsoft.com/office/drawing/2014/main" id="{2A316B86-901B-DD6C-190F-4EC4F6104CF4}"/>
              </a:ext>
            </a:extLst>
          </p:cNvPr>
          <p:cNvSpPr>
            <a:spLocks noGrp="1"/>
          </p:cNvSpPr>
          <p:nvPr/>
        </p:nvSpPr>
        <p:spPr>
          <a:xfrm>
            <a:off x="6680550" y="392429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0"/>
                </a:schemeClr>
              </a:gs>
              <a:gs pos="100000">
                <a:schemeClr val="accent5">
                  <a:lumMod val="75000"/>
                  <a:alpha val="28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27" name="Conector reto 26">
            <a:extLst>
              <a:ext uri="{FF2B5EF4-FFF2-40B4-BE49-F238E27FC236}">
                <a16:creationId xmlns:a16="http://schemas.microsoft.com/office/drawing/2014/main" id="{B0B0B08F-F27A-4BE3-B924-BA5D8AE91562}"/>
              </a:ext>
            </a:extLst>
          </p:cNvPr>
          <p:cNvSpPr>
            <a:spLocks noGrp="1"/>
          </p:cNvSpPr>
          <p:nvPr/>
        </p:nvSpPr>
        <p:spPr>
          <a:xfrm flipH="1" flipV="1">
            <a:off x="7315620" y="4876800"/>
            <a:ext cx="1664969" cy="1664969"/>
          </a:xfrm>
          <a:prstGeom prst="line">
            <a:avLst/>
          </a:prstGeom>
          <a:ln>
            <a:solidFill>
              <a:schemeClr val="accent5">
                <a:lumMod val="40000"/>
                <a:lumOff val="60000"/>
              </a:schemeClr>
            </a:solidFill>
          </a:ln>
        </p:spPr>
        <p:style>
          <a:lnRef idx="1">
            <a:schemeClr val="accent1"/>
          </a:lnRef>
          <a:fillRef idx="0">
            <a:schemeClr val="accent1"/>
          </a:fillRef>
          <a:effectRef idx="0">
            <a:schemeClr val="accent1"/>
          </a:effectRef>
          <a:fontRef idx="minor">
            <a:schemeClr val="tx1"/>
          </a:fontRef>
        </p:style>
      </p:sp>
      <p:sp>
        <p:nvSpPr>
          <p:cNvPr id="30" name="Espaço Reservado para Texto 29">
            <a:extLst>
              <a:ext uri="{FF2B5EF4-FFF2-40B4-BE49-F238E27FC236}">
                <a16:creationId xmlns:a16="http://schemas.microsoft.com/office/drawing/2014/main" id="{33B682AE-B59C-7EED-A011-A111F8FCD691}"/>
              </a:ext>
            </a:extLst>
          </p:cNvPr>
          <p:cNvSpPr>
            <a:spLocks noGrp="1"/>
          </p:cNvSpPr>
          <p:nvPr>
            <p:ph type="body" idx="11"/>
          </p:nvPr>
        </p:nvSpPr>
        <p:spPr>
          <a:xfrm>
            <a:off x="355600" y="2855308"/>
            <a:ext cx="4970463" cy="861774"/>
          </a:xfrm>
        </p:spPr>
        <p:txBody>
          <a:bodyPr lIns="0" tIns="0" rIns="0" bIns="0" anchor="b">
            <a:spAutoFit/>
          </a:bodyPr>
          <a:lstStyle>
            <a:lvl1pPr marL="0" indent="0">
              <a:lnSpc>
                <a:spcPct val="100000"/>
              </a:lnSpc>
              <a:spcBef>
                <a:spcPts val="0"/>
              </a:spcBef>
              <a:buNone/>
              <a:defRPr cap="all" baseline="0"/>
            </a:lvl1pPr>
            <a:lvl2pPr marL="457200" indent="0">
              <a:buNone/>
              <a:defRPr/>
            </a:lvl2pPr>
          </a:lstStyle>
          <a:p>
            <a:pPr>
              <a:buNone/>
            </a:pPr>
            <a:r>
              <a:t>Clique para editar os estilos de texto Mestres</a:t>
            </a:r>
          </a:p>
        </p:txBody>
      </p:sp>
      <p:sp>
        <p:nvSpPr>
          <p:cNvPr id="51" name="Conector reto 50">
            <a:extLst>
              <a:ext uri="{FF2B5EF4-FFF2-40B4-BE49-F238E27FC236}">
                <a16:creationId xmlns:a16="http://schemas.microsoft.com/office/drawing/2014/main" id="{4F821EC9-B074-4299-A174-DD115E0420C0}"/>
              </a:ext>
            </a:extLst>
          </p:cNvPr>
          <p:cNvSpPr>
            <a:spLocks noGrp="1"/>
          </p:cNvSpPr>
          <p:nvPr/>
        </p:nvSpPr>
        <p:spPr>
          <a:xfrm flipH="1" flipV="1">
            <a:off x="6368818" y="4409970"/>
            <a:ext cx="933659" cy="933659"/>
          </a:xfrm>
          <a:prstGeom prst="line">
            <a:avLst/>
          </a:prstGeom>
          <a:ln>
            <a:solidFill>
              <a:schemeClr val="accent5">
                <a:lumMod val="40000"/>
                <a:lumOff val="60000"/>
              </a:schemeClr>
            </a:solidFill>
          </a:ln>
        </p:spPr>
        <p:style>
          <a:lnRef idx="1">
            <a:schemeClr val="accent1"/>
          </a:lnRef>
          <a:fillRef idx="0">
            <a:schemeClr val="accent1"/>
          </a:fillRef>
          <a:effectRef idx="0">
            <a:schemeClr val="accent1"/>
          </a:effectRef>
          <a:fontRef idx="minor">
            <a:schemeClr val="tx1"/>
          </a:fontRef>
        </p:style>
      </p:sp>
      <p:sp>
        <p:nvSpPr>
          <p:cNvPr id="53" name="Espaço Reservado para Texto 29">
            <a:extLst>
              <a:ext uri="{FF2B5EF4-FFF2-40B4-BE49-F238E27FC236}">
                <a16:creationId xmlns:a16="http://schemas.microsoft.com/office/drawing/2014/main" id="{57EC0EC8-C415-12A2-DFB1-D87EC3881C17}"/>
              </a:ext>
            </a:extLst>
          </p:cNvPr>
          <p:cNvSpPr>
            <a:spLocks noGrp="1"/>
          </p:cNvSpPr>
          <p:nvPr>
            <p:ph type="body" idx="12"/>
          </p:nvPr>
        </p:nvSpPr>
        <p:spPr>
          <a:xfrm>
            <a:off x="355600" y="3831035"/>
            <a:ext cx="4970463" cy="307777"/>
          </a:xfrm>
        </p:spPr>
        <p:txBody>
          <a:bodyPr lIns="0" tIns="0" rIns="0" bIns="0" anchor="t">
            <a:spAutoFit/>
          </a:bodyPr>
          <a:lstStyle>
            <a:lvl1pPr marL="0" indent="0">
              <a:lnSpc>
                <a:spcPct val="100000"/>
              </a:lnSpc>
              <a:spcBef>
                <a:spcPts val="0"/>
              </a:spcBef>
              <a:buNone/>
              <a:defRPr sz="2000" cap="none" baseline="0">
                <a:solidFill>
                  <a:srgbClr val="69758F"/>
                </a:solidFill>
              </a:defRPr>
            </a:lvl1pPr>
            <a:lvl2pPr marL="457200" indent="0">
              <a:buNone/>
              <a:defRPr/>
            </a:lvl2pPr>
          </a:lstStyle>
          <a:p>
            <a:pPr>
              <a:buNone/>
            </a:pPr>
            <a:r>
              <a:t>Clique para editar os estilos de texto Mestres</a:t>
            </a:r>
          </a:p>
        </p:txBody>
      </p:sp>
      <p:sp>
        <p:nvSpPr>
          <p:cNvPr id="54" name="Retângulo 53">
            <a:extLst>
              <a:ext uri="{FF2B5EF4-FFF2-40B4-BE49-F238E27FC236}">
                <a16:creationId xmlns:a16="http://schemas.microsoft.com/office/drawing/2014/main" id="{710B3518-D4AF-78C1-23D5-55E53F14B173}"/>
              </a:ext>
            </a:extLst>
          </p:cNvPr>
          <p:cNvSpPr>
            <a:spLocks noGrp="1"/>
          </p:cNvSpPr>
          <p:nvPr/>
        </p:nvSpPr>
        <p:spPr>
          <a:xfrm>
            <a:off x="355600" y="3717082"/>
            <a:ext cx="1346868" cy="45719"/>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5" name="Forma Livre: Forma 54">
            <a:extLst>
              <a:ext uri="{FF2B5EF4-FFF2-40B4-BE49-F238E27FC236}">
                <a16:creationId xmlns:a16="http://schemas.microsoft.com/office/drawing/2014/main" id="{F123732E-376F-BDDA-C444-2AC988B74A12}"/>
              </a:ext>
            </a:extLst>
          </p:cNvPr>
          <p:cNvSpPr>
            <a:spLocks noGrp="1"/>
          </p:cNvSpPr>
          <p:nvPr/>
        </p:nvSpPr>
        <p:spPr>
          <a:xfrm>
            <a:off x="4920573" y="427481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0"/>
                </a:schemeClr>
              </a:gs>
              <a:gs pos="100000">
                <a:schemeClr val="accent5">
                  <a:lumMod val="75000"/>
                  <a:alpha val="28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56" name="Forma Livre: Forma 55">
            <a:extLst>
              <a:ext uri="{FF2B5EF4-FFF2-40B4-BE49-F238E27FC236}">
                <a16:creationId xmlns:a16="http://schemas.microsoft.com/office/drawing/2014/main" id="{ED9F62ED-C357-8E1B-7286-5410679E7073}"/>
              </a:ext>
            </a:extLst>
          </p:cNvPr>
          <p:cNvSpPr>
            <a:spLocks noGrp="1"/>
          </p:cNvSpPr>
          <p:nvPr/>
        </p:nvSpPr>
        <p:spPr>
          <a:xfrm>
            <a:off x="4942249" y="4770521"/>
            <a:ext cx="2768514" cy="2087479"/>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0"/>
                </a:schemeClr>
              </a:gs>
              <a:gs pos="100000">
                <a:schemeClr val="accent5">
                  <a:lumMod val="75000"/>
                  <a:alpha val="28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57" name="Conector reto 56">
            <a:extLst>
              <a:ext uri="{FF2B5EF4-FFF2-40B4-BE49-F238E27FC236}">
                <a16:creationId xmlns:a16="http://schemas.microsoft.com/office/drawing/2014/main" id="{3ACA170C-4CCD-4969-B648-22DBB2E48752}"/>
              </a:ext>
            </a:extLst>
          </p:cNvPr>
          <p:cNvSpPr>
            <a:spLocks noGrp="1"/>
          </p:cNvSpPr>
          <p:nvPr/>
        </p:nvSpPr>
        <p:spPr>
          <a:xfrm flipH="1" flipV="1">
            <a:off x="148697" y="5709145"/>
            <a:ext cx="933659" cy="933659"/>
          </a:xfrm>
          <a:prstGeom prst="line">
            <a:avLst/>
          </a:prstGeom>
          <a:ln>
            <a:solidFill>
              <a:schemeClr val="accent5">
                <a:lumMod val="40000"/>
                <a:lumOff val="60000"/>
              </a:schemeClr>
            </a:solidFill>
          </a:ln>
        </p:spPr>
        <p:style>
          <a:lnRef idx="1">
            <a:schemeClr val="accent1"/>
          </a:lnRef>
          <a:fillRef idx="0">
            <a:schemeClr val="accent1"/>
          </a:fillRef>
          <a:effectRef idx="0">
            <a:schemeClr val="accent1"/>
          </a:effectRef>
          <a:fontRef idx="minor">
            <a:schemeClr val="tx1"/>
          </a:fontRef>
        </p:style>
      </p:sp>
      <p:sp>
        <p:nvSpPr>
          <p:cNvPr id="58" name="Conector reto 57">
            <a:extLst>
              <a:ext uri="{FF2B5EF4-FFF2-40B4-BE49-F238E27FC236}">
                <a16:creationId xmlns:a16="http://schemas.microsoft.com/office/drawing/2014/main" id="{2D836750-57F4-4B2C-B157-E70061C65214}"/>
              </a:ext>
            </a:extLst>
          </p:cNvPr>
          <p:cNvSpPr>
            <a:spLocks noGrp="1"/>
          </p:cNvSpPr>
          <p:nvPr/>
        </p:nvSpPr>
        <p:spPr>
          <a:xfrm flipH="1" flipV="1">
            <a:off x="1048211" y="5011153"/>
            <a:ext cx="1496327" cy="1496327"/>
          </a:xfrm>
          <a:prstGeom prst="line">
            <a:avLst/>
          </a:prstGeom>
          <a:ln>
            <a:solidFill>
              <a:schemeClr val="accent5">
                <a:lumMod val="40000"/>
                <a:lumOff val="60000"/>
              </a:schemeClr>
            </a:solidFill>
          </a:ln>
        </p:spPr>
        <p:style>
          <a:lnRef idx="1">
            <a:schemeClr val="accent1"/>
          </a:lnRef>
          <a:fillRef idx="0">
            <a:schemeClr val="accent1"/>
          </a:fillRef>
          <a:effectRef idx="0">
            <a:schemeClr val="accent1"/>
          </a:effectRef>
          <a:fontRef idx="minor">
            <a:schemeClr val="tx1"/>
          </a:fontRef>
        </p:style>
      </p:sp>
      <p:sp>
        <p:nvSpPr>
          <p:cNvPr id="62" name="Forma Livre: Forma 61">
            <a:extLst>
              <a:ext uri="{FF2B5EF4-FFF2-40B4-BE49-F238E27FC236}">
                <a16:creationId xmlns:a16="http://schemas.microsoft.com/office/drawing/2014/main" id="{FDE7083E-77F3-910B-592C-868ADCAE10B8}"/>
              </a:ext>
            </a:extLst>
          </p:cNvPr>
          <p:cNvSpPr>
            <a:spLocks noGrp="1"/>
          </p:cNvSpPr>
          <p:nvPr/>
        </p:nvSpPr>
        <p:spPr>
          <a:xfrm flipH="1">
            <a:off x="5735353" y="115578"/>
            <a:ext cx="2171757" cy="163752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0"/>
                </a:schemeClr>
              </a:gs>
              <a:gs pos="100000">
                <a:schemeClr val="accent5">
                  <a:lumMod val="75000"/>
                  <a:alpha val="28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63" name="Forma Livre: Forma 62">
            <a:extLst>
              <a:ext uri="{FF2B5EF4-FFF2-40B4-BE49-F238E27FC236}">
                <a16:creationId xmlns:a16="http://schemas.microsoft.com/office/drawing/2014/main" id="{891293D5-F76E-27B6-4DB3-5F58ACBA88A6}"/>
              </a:ext>
            </a:extLst>
          </p:cNvPr>
          <p:cNvSpPr>
            <a:spLocks noGrp="1"/>
          </p:cNvSpPr>
          <p:nvPr/>
        </p:nvSpPr>
        <p:spPr>
          <a:xfrm flipH="1">
            <a:off x="5943224" y="-121372"/>
            <a:ext cx="1963886" cy="1480784"/>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0"/>
                </a:schemeClr>
              </a:gs>
              <a:gs pos="100000">
                <a:schemeClr val="accent5">
                  <a:lumMod val="75000"/>
                  <a:alpha val="28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65" name="Forma Livre: Forma 64">
            <a:extLst>
              <a:ext uri="{FF2B5EF4-FFF2-40B4-BE49-F238E27FC236}">
                <a16:creationId xmlns:a16="http://schemas.microsoft.com/office/drawing/2014/main" id="{D307ABE8-2253-FDCC-8A16-6A8F3F9D6616}"/>
              </a:ext>
            </a:extLst>
          </p:cNvPr>
          <p:cNvSpPr>
            <a:spLocks noGrp="1"/>
          </p:cNvSpPr>
          <p:nvPr/>
        </p:nvSpPr>
        <p:spPr>
          <a:xfrm flipH="1">
            <a:off x="3946764" y="-45931"/>
            <a:ext cx="2937715" cy="2215058"/>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0"/>
                </a:schemeClr>
              </a:gs>
              <a:gs pos="100000">
                <a:schemeClr val="accent5">
                  <a:lumMod val="75000"/>
                  <a:alpha val="28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66" name="Forma Livre: Forma 65">
            <a:extLst>
              <a:ext uri="{FF2B5EF4-FFF2-40B4-BE49-F238E27FC236}">
                <a16:creationId xmlns:a16="http://schemas.microsoft.com/office/drawing/2014/main" id="{1BA9BA2F-BA68-93B2-6BF8-FAB13C2AACD0}"/>
              </a:ext>
            </a:extLst>
          </p:cNvPr>
          <p:cNvSpPr>
            <a:spLocks noGrp="1"/>
          </p:cNvSpPr>
          <p:nvPr/>
        </p:nvSpPr>
        <p:spPr>
          <a:xfrm flipH="1">
            <a:off x="4130219" y="129158"/>
            <a:ext cx="3007133" cy="226740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0"/>
                </a:schemeClr>
              </a:gs>
              <a:gs pos="100000">
                <a:schemeClr val="accent5">
                  <a:lumMod val="75000"/>
                  <a:alpha val="28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pic>
        <p:nvPicPr>
          <p:cNvPr id="126" name="Imagem 66"/>
          <p:cNvPicPr>
            <a:picLocks noChangeAspect="1"/>
          </p:cNvPicPr>
          <p:nvPr/>
        </p:nvPicPr>
        <p:blipFill>
          <a:blip r:embed="rId2">
            <a:alphaModFix amt="45000"/>
          </a:blip>
          <a:stretch>
            <a:fillRect/>
          </a:stretch>
        </p:blipFill>
        <p:spPr>
          <a:xfrm rot="2699617">
            <a:off x="5138825" y="4258455"/>
            <a:ext cx="5580000" cy="108000"/>
          </a:xfrm>
          <a:prstGeom prst="rect">
            <a:avLst/>
          </a:prstGeom>
        </p:spPr>
      </p:pic>
      <p:pic>
        <p:nvPicPr>
          <p:cNvPr id="127" name="Imagem 67"/>
          <p:cNvPicPr>
            <a:picLocks noChangeAspect="1"/>
          </p:cNvPicPr>
          <p:nvPr/>
        </p:nvPicPr>
        <p:blipFill>
          <a:blip r:embed="rId2">
            <a:alphaModFix amt="45000"/>
          </a:blip>
          <a:stretch>
            <a:fillRect/>
          </a:stretch>
        </p:blipFill>
        <p:spPr>
          <a:xfrm rot="18900383" flipV="1">
            <a:off x="5203546" y="932963"/>
            <a:ext cx="3498233" cy="108000"/>
          </a:xfrm>
          <a:prstGeom prst="rect">
            <a:avLst/>
          </a:prstGeom>
        </p:spPr>
      </p:pic>
      <p:pic>
        <p:nvPicPr>
          <p:cNvPr id="128" name="Imagem 2"/>
          <p:cNvPicPr>
            <a:picLocks noChangeAspect="1"/>
          </p:cNvPicPr>
          <p:nvPr/>
        </p:nvPicPr>
        <p:blipFill>
          <a:blip r:embed="rId3"/>
          <a:stretch>
            <a:fillRect/>
          </a:stretch>
        </p:blipFill>
        <p:spPr>
          <a:xfrm>
            <a:off x="511782" y="394936"/>
            <a:ext cx="1461600" cy="666662"/>
          </a:xfrm>
          <a:prstGeom prst="rect">
            <a:avLst/>
          </a:prstGeom>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7_Layout Personalizado">
    <p:spTree>
      <p:nvGrpSpPr>
        <p:cNvPr id="1" name=""/>
        <p:cNvGrpSpPr/>
        <p:nvPr/>
      </p:nvGrpSpPr>
      <p:grpSpPr>
        <a:xfrm>
          <a:off x="0" y="0"/>
          <a:ext cx="0" cy="0"/>
          <a:chOff x="0" y="0"/>
          <a:chExt cx="0" cy="0"/>
        </a:xfrm>
      </p:grpSpPr>
      <p:sp>
        <p:nvSpPr>
          <p:cNvPr id="92" name="Retângulo 91">
            <a:extLst>
              <a:ext uri="{FF2B5EF4-FFF2-40B4-BE49-F238E27FC236}">
                <a16:creationId xmlns:a16="http://schemas.microsoft.com/office/drawing/2014/main" id="{6D02AABB-BBEC-16AA-E325-687DB17C4F56}"/>
              </a:ext>
            </a:extLst>
          </p:cNvPr>
          <p:cNvSpPr>
            <a:spLocks noGrp="1"/>
          </p:cNvSpPr>
          <p:nvPr/>
        </p:nvSpPr>
        <p:spPr>
          <a:xfrm rot="18900000">
            <a:off x="7351614" y="2191582"/>
            <a:ext cx="36000" cy="2079606"/>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3" name="Retângulo 92">
            <a:extLst>
              <a:ext uri="{FF2B5EF4-FFF2-40B4-BE49-F238E27FC236}">
                <a16:creationId xmlns:a16="http://schemas.microsoft.com/office/drawing/2014/main" id="{2A4AF966-040B-3FA1-8DE0-EF94E1469688}"/>
              </a:ext>
            </a:extLst>
          </p:cNvPr>
          <p:cNvSpPr>
            <a:spLocks noGrp="1"/>
          </p:cNvSpPr>
          <p:nvPr/>
        </p:nvSpPr>
        <p:spPr>
          <a:xfrm rot="18900000" flipH="1">
            <a:off x="8310735" y="1441466"/>
            <a:ext cx="36000" cy="902938"/>
          </a:xfrm>
          <a:prstGeom prst="rect">
            <a:avLst/>
          </a:prstGeom>
          <a:solidFill>
            <a:srgbClr val="4BA3C7"/>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4" name="Retângulo 93">
            <a:extLst>
              <a:ext uri="{FF2B5EF4-FFF2-40B4-BE49-F238E27FC236}">
                <a16:creationId xmlns:a16="http://schemas.microsoft.com/office/drawing/2014/main" id="{1B62C94B-5D35-07FB-F5E0-7F851C93A7D9}"/>
              </a:ext>
            </a:extLst>
          </p:cNvPr>
          <p:cNvSpPr>
            <a:spLocks noGrp="1"/>
          </p:cNvSpPr>
          <p:nvPr/>
        </p:nvSpPr>
        <p:spPr>
          <a:xfrm rot="18900000" flipH="1">
            <a:off x="8265886" y="508233"/>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5" name="Retângulo 94">
            <a:extLst>
              <a:ext uri="{FF2B5EF4-FFF2-40B4-BE49-F238E27FC236}">
                <a16:creationId xmlns:a16="http://schemas.microsoft.com/office/drawing/2014/main" id="{7DC6C5AD-43E6-EF6F-6E01-250D5C3E563D}"/>
              </a:ext>
            </a:extLst>
          </p:cNvPr>
          <p:cNvSpPr>
            <a:spLocks noGrp="1"/>
          </p:cNvSpPr>
          <p:nvPr/>
        </p:nvSpPr>
        <p:spPr>
          <a:xfrm rot="18900000">
            <a:off x="10086762" y="3824456"/>
            <a:ext cx="36000" cy="2079606"/>
          </a:xfrm>
          <a:prstGeom prst="rect">
            <a:avLst/>
          </a:prstGeom>
          <a:solidFill>
            <a:srgbClr val="F5F1E6"/>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6" name="Retângulo 95">
            <a:extLst>
              <a:ext uri="{FF2B5EF4-FFF2-40B4-BE49-F238E27FC236}">
                <a16:creationId xmlns:a16="http://schemas.microsoft.com/office/drawing/2014/main" id="{CE140B4A-51E9-0CC1-749A-710E99756E65}"/>
              </a:ext>
            </a:extLst>
          </p:cNvPr>
          <p:cNvSpPr>
            <a:spLocks noGrp="1"/>
          </p:cNvSpPr>
          <p:nvPr/>
        </p:nvSpPr>
        <p:spPr>
          <a:xfrm rot="18900000">
            <a:off x="9936119" y="-80101"/>
            <a:ext cx="36000" cy="2079606"/>
          </a:xfrm>
          <a:prstGeom prst="rect">
            <a:avLst/>
          </a:prstGeom>
          <a:solidFill>
            <a:srgbClr val="9BA3B4"/>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7" name="Retângulo 96">
            <a:extLst>
              <a:ext uri="{FF2B5EF4-FFF2-40B4-BE49-F238E27FC236}">
                <a16:creationId xmlns:a16="http://schemas.microsoft.com/office/drawing/2014/main" id="{5DD3FEFD-B983-DA43-2B1D-DB069B95DFC2}"/>
              </a:ext>
            </a:extLst>
          </p:cNvPr>
          <p:cNvSpPr>
            <a:spLocks noGrp="1"/>
          </p:cNvSpPr>
          <p:nvPr/>
        </p:nvSpPr>
        <p:spPr>
          <a:xfrm rot="18900000">
            <a:off x="10576695" y="1949313"/>
            <a:ext cx="36000" cy="2886525"/>
          </a:xfrm>
          <a:prstGeom prst="rect">
            <a:avLst/>
          </a:prstGeom>
          <a:solidFill>
            <a:srgbClr val="B7DAE9"/>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8" name="Retângulo 97">
            <a:extLst>
              <a:ext uri="{FF2B5EF4-FFF2-40B4-BE49-F238E27FC236}">
                <a16:creationId xmlns:a16="http://schemas.microsoft.com/office/drawing/2014/main" id="{FCD43023-08BB-9665-B6C3-0BA0897EAB3B}"/>
              </a:ext>
            </a:extLst>
          </p:cNvPr>
          <p:cNvSpPr>
            <a:spLocks noGrp="1"/>
          </p:cNvSpPr>
          <p:nvPr/>
        </p:nvSpPr>
        <p:spPr>
          <a:xfrm rot="18900000" flipH="1">
            <a:off x="11454276" y="1383407"/>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Retângulo 5">
            <a:extLst>
              <a:ext uri="{FF2B5EF4-FFF2-40B4-BE49-F238E27FC236}">
                <a16:creationId xmlns:a16="http://schemas.microsoft.com/office/drawing/2014/main" id="{FACC30BE-9D83-7283-730A-F49E9BBAAB27}"/>
              </a:ext>
            </a:extLst>
          </p:cNvPr>
          <p:cNvSpPr>
            <a:spLocks noGrp="1"/>
          </p:cNvSpPr>
          <p:nvPr/>
        </p:nvSpPr>
        <p:spPr>
          <a:xfrm>
            <a:off x="0" y="-7620"/>
            <a:ext cx="12192000" cy="686562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4" name="Espaço Reservado para Imagem 83">
            <a:extLst>
              <a:ext uri="{FF2B5EF4-FFF2-40B4-BE49-F238E27FC236}">
                <a16:creationId xmlns:a16="http://schemas.microsoft.com/office/drawing/2014/main" id="{5BA63DD7-E64B-52DF-1671-0D97DF35B257}"/>
              </a:ext>
            </a:extLst>
          </p:cNvPr>
          <p:cNvSpPr>
            <a:spLocks noGrp="1"/>
          </p:cNvSpPr>
          <p:nvPr>
            <p:ph type="pic" idx="10"/>
          </p:nvPr>
        </p:nvSpPr>
        <p:spPr>
          <a:xfrm>
            <a:off x="5836920" y="-7938"/>
            <a:ext cx="6355080" cy="6865938"/>
          </a:xfrm>
          <a:custGeom>
            <a:avLst/>
            <a:gdLst>
              <a:gd name="connsiteX0" fmla="*/ 3536861 w 6355080"/>
              <a:gd name="connsiteY0" fmla="*/ 4135058 h 6865938"/>
              <a:gd name="connsiteX1" fmla="*/ 3531770 w 6355080"/>
              <a:gd name="connsiteY1" fmla="*/ 4140149 h 6865938"/>
              <a:gd name="connsiteX2" fmla="*/ 5002273 w 6355080"/>
              <a:gd name="connsiteY2" fmla="*/ 5610653 h 6865938"/>
              <a:gd name="connsiteX3" fmla="*/ 5007364 w 6355080"/>
              <a:gd name="connsiteY3" fmla="*/ 5605561 h 6865938"/>
              <a:gd name="connsiteX4" fmla="*/ 801713 w 6355080"/>
              <a:gd name="connsiteY4" fmla="*/ 2502185 h 6865938"/>
              <a:gd name="connsiteX5" fmla="*/ 796622 w 6355080"/>
              <a:gd name="connsiteY5" fmla="*/ 2507276 h 6865938"/>
              <a:gd name="connsiteX6" fmla="*/ 2267125 w 6355080"/>
              <a:gd name="connsiteY6" fmla="*/ 3977778 h 6865938"/>
              <a:gd name="connsiteX7" fmla="*/ 2272217 w 6355080"/>
              <a:gd name="connsiteY7" fmla="*/ 3972687 h 6865938"/>
              <a:gd name="connsiteX8" fmla="*/ 3741505 w 6355080"/>
              <a:gd name="connsiteY8" fmla="*/ 2378085 h 6865938"/>
              <a:gd name="connsiteX9" fmla="*/ 3736414 w 6355080"/>
              <a:gd name="connsiteY9" fmla="*/ 2383177 h 6865938"/>
              <a:gd name="connsiteX10" fmla="*/ 5777495 w 6355080"/>
              <a:gd name="connsiteY10" fmla="*/ 4424258 h 6865938"/>
              <a:gd name="connsiteX11" fmla="*/ 5782586 w 6355080"/>
              <a:gd name="connsiteY11" fmla="*/ 4419167 h 6865938"/>
              <a:gd name="connsiteX12" fmla="*/ 2176849 w 6355080"/>
              <a:gd name="connsiteY12" fmla="*/ 1579750 h 6865938"/>
              <a:gd name="connsiteX13" fmla="*/ 2171758 w 6355080"/>
              <a:gd name="connsiteY13" fmla="*/ 1584841 h 6865938"/>
              <a:gd name="connsiteX14" fmla="*/ 2810231 w 6355080"/>
              <a:gd name="connsiteY14" fmla="*/ 2223315 h 6865938"/>
              <a:gd name="connsiteX15" fmla="*/ 2815322 w 6355080"/>
              <a:gd name="connsiteY15" fmla="*/ 2218222 h 6865938"/>
              <a:gd name="connsiteX16" fmla="*/ 5320390 w 6355080"/>
              <a:gd name="connsiteY16" fmla="*/ 1521690 h 6865938"/>
              <a:gd name="connsiteX17" fmla="*/ 5315299 w 6355080"/>
              <a:gd name="connsiteY17" fmla="*/ 1526781 h 6865938"/>
              <a:gd name="connsiteX18" fmla="*/ 5953772 w 6355080"/>
              <a:gd name="connsiteY18" fmla="*/ 2165255 h 6865938"/>
              <a:gd name="connsiteX19" fmla="*/ 5958863 w 6355080"/>
              <a:gd name="connsiteY19" fmla="*/ 2160163 h 6865938"/>
              <a:gd name="connsiteX20" fmla="*/ 2132000 w 6355080"/>
              <a:gd name="connsiteY20" fmla="*/ 646516 h 6865938"/>
              <a:gd name="connsiteX21" fmla="*/ 2126909 w 6355080"/>
              <a:gd name="connsiteY21" fmla="*/ 651607 h 6865938"/>
              <a:gd name="connsiteX22" fmla="*/ 2765382 w 6355080"/>
              <a:gd name="connsiteY22" fmla="*/ 1290081 h 6865938"/>
              <a:gd name="connsiteX23" fmla="*/ 2770473 w 6355080"/>
              <a:gd name="connsiteY23" fmla="*/ 1284990 h 6865938"/>
              <a:gd name="connsiteX24" fmla="*/ 3386218 w 6355080"/>
              <a:gd name="connsiteY24" fmla="*/ 230501 h 6865938"/>
              <a:gd name="connsiteX25" fmla="*/ 3381127 w 6355080"/>
              <a:gd name="connsiteY25" fmla="*/ 235592 h 6865938"/>
              <a:gd name="connsiteX26" fmla="*/ 4851630 w 6355080"/>
              <a:gd name="connsiteY26" fmla="*/ 1706096 h 6865938"/>
              <a:gd name="connsiteX27" fmla="*/ 4856721 w 6355080"/>
              <a:gd name="connsiteY27" fmla="*/ 1701005 h 6865938"/>
              <a:gd name="connsiteX28" fmla="*/ 2199547 w 6355080"/>
              <a:gd name="connsiteY28" fmla="*/ 0 h 6865938"/>
              <a:gd name="connsiteX29" fmla="*/ 6355080 w 6355080"/>
              <a:gd name="connsiteY29" fmla="*/ 0 h 6865938"/>
              <a:gd name="connsiteX30" fmla="*/ 6355080 w 6355080"/>
              <a:gd name="connsiteY30" fmla="*/ 6865938 h 6865938"/>
              <a:gd name="connsiteX31" fmla="*/ 4741965 w 6355080"/>
              <a:gd name="connsiteY31" fmla="*/ 6865938 h 6865938"/>
              <a:gd name="connsiteX32" fmla="*/ 0 w 6355080"/>
              <a:gd name="connsiteY32" fmla="*/ 2175600 h 6865938"/>
            </a:gdLst>
            <a:ahLst/>
            <a:cxnLst/>
            <a:rect l="l" t="t" r="r" b="b"/>
            <a:pathLst>
              <a:path w="6355080" h="6865938">
                <a:moveTo>
                  <a:pt x="3536861" y="4135058"/>
                </a:moveTo>
                <a:lnTo>
                  <a:pt x="3531770" y="4140149"/>
                </a:lnTo>
                <a:lnTo>
                  <a:pt x="5002273" y="5610653"/>
                </a:lnTo>
                <a:lnTo>
                  <a:pt x="5007364" y="5605561"/>
                </a:lnTo>
                <a:close/>
                <a:moveTo>
                  <a:pt x="801713" y="2502185"/>
                </a:moveTo>
                <a:lnTo>
                  <a:pt x="796622" y="2507276"/>
                </a:lnTo>
                <a:lnTo>
                  <a:pt x="2267125" y="3977778"/>
                </a:lnTo>
                <a:lnTo>
                  <a:pt x="2272217" y="3972687"/>
                </a:lnTo>
                <a:close/>
                <a:moveTo>
                  <a:pt x="3741505" y="2378085"/>
                </a:moveTo>
                <a:lnTo>
                  <a:pt x="3736414" y="2383177"/>
                </a:lnTo>
                <a:lnTo>
                  <a:pt x="5777495" y="4424258"/>
                </a:lnTo>
                <a:lnTo>
                  <a:pt x="5782586" y="4419167"/>
                </a:lnTo>
                <a:close/>
                <a:moveTo>
                  <a:pt x="2176849" y="1579750"/>
                </a:moveTo>
                <a:lnTo>
                  <a:pt x="2171758" y="1584841"/>
                </a:lnTo>
                <a:lnTo>
                  <a:pt x="2810231" y="2223315"/>
                </a:lnTo>
                <a:lnTo>
                  <a:pt x="2815322" y="2218222"/>
                </a:lnTo>
                <a:close/>
                <a:moveTo>
                  <a:pt x="5320390" y="1521690"/>
                </a:moveTo>
                <a:lnTo>
                  <a:pt x="5315299" y="1526781"/>
                </a:lnTo>
                <a:lnTo>
                  <a:pt x="5953772" y="2165255"/>
                </a:lnTo>
                <a:lnTo>
                  <a:pt x="5958863" y="2160163"/>
                </a:lnTo>
                <a:close/>
                <a:moveTo>
                  <a:pt x="2132000" y="646516"/>
                </a:moveTo>
                <a:lnTo>
                  <a:pt x="2126909" y="651607"/>
                </a:lnTo>
                <a:lnTo>
                  <a:pt x="2765382" y="1290081"/>
                </a:lnTo>
                <a:lnTo>
                  <a:pt x="2770473" y="1284990"/>
                </a:lnTo>
                <a:close/>
                <a:moveTo>
                  <a:pt x="3386218" y="230501"/>
                </a:moveTo>
                <a:lnTo>
                  <a:pt x="3381127" y="235592"/>
                </a:lnTo>
                <a:lnTo>
                  <a:pt x="4851630" y="1706096"/>
                </a:lnTo>
                <a:lnTo>
                  <a:pt x="4856721" y="1701005"/>
                </a:lnTo>
                <a:close/>
                <a:moveTo>
                  <a:pt x="2199547" y="0"/>
                </a:moveTo>
                <a:lnTo>
                  <a:pt x="6355080" y="0"/>
                </a:lnTo>
                <a:lnTo>
                  <a:pt x="6355080" y="6865938"/>
                </a:lnTo>
                <a:lnTo>
                  <a:pt x="4741965" y="6865938"/>
                </a:lnTo>
                <a:lnTo>
                  <a:pt x="0" y="2175600"/>
                </a:lnTo>
                <a:close/>
              </a:path>
            </a:pathLst>
          </a:custGeom>
        </p:spPr>
        <p:txBody>
          <a:bodyPr wrap="square" tIns="2808000">
            <a:noAutofit/>
          </a:bodyPr>
          <a:lstStyle>
            <a:lvl1pPr marL="0" indent="0" algn="ctr">
              <a:buNone/>
              <a:defRPr sz="1100">
                <a:solidFill>
                  <a:srgbClr val="CDD1DA"/>
                </a:solidFill>
              </a:defRPr>
            </a:lvl1pPr>
          </a:lstStyle>
          <a:p>
            <a:endParaRPr/>
          </a:p>
        </p:txBody>
      </p:sp>
      <p:sp>
        <p:nvSpPr>
          <p:cNvPr id="20" name="Forma Livre: Forma 19">
            <a:extLst>
              <a:ext uri="{FF2B5EF4-FFF2-40B4-BE49-F238E27FC236}">
                <a16:creationId xmlns:a16="http://schemas.microsoft.com/office/drawing/2014/main" id="{A695A316-D76F-105F-1B34-01CFB1D86ED6}"/>
              </a:ext>
            </a:extLst>
          </p:cNvPr>
          <p:cNvSpPr>
            <a:spLocks noGrp="1"/>
          </p:cNvSpPr>
          <p:nvPr/>
        </p:nvSpPr>
        <p:spPr>
          <a:xfrm>
            <a:off x="5836920" y="3276815"/>
            <a:ext cx="4749539" cy="3581186"/>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18000"/>
                </a:schemeClr>
              </a:gs>
              <a:gs pos="75000">
                <a:srgbClr val="4BA3C7">
                  <a:alpha val="1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21" name="Forma Livre: Forma 20">
            <a:extLst>
              <a:ext uri="{FF2B5EF4-FFF2-40B4-BE49-F238E27FC236}">
                <a16:creationId xmlns:a16="http://schemas.microsoft.com/office/drawing/2014/main" id="{2A316B86-901B-DD6C-190F-4EC4F6104CF4}"/>
              </a:ext>
            </a:extLst>
          </p:cNvPr>
          <p:cNvSpPr>
            <a:spLocks noGrp="1"/>
          </p:cNvSpPr>
          <p:nvPr/>
        </p:nvSpPr>
        <p:spPr>
          <a:xfrm>
            <a:off x="6680550" y="392429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18000"/>
                </a:schemeClr>
              </a:gs>
              <a:gs pos="75000">
                <a:srgbClr val="4BA3C7">
                  <a:alpha val="1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27" name="Conector reto 26">
            <a:extLst>
              <a:ext uri="{FF2B5EF4-FFF2-40B4-BE49-F238E27FC236}">
                <a16:creationId xmlns:a16="http://schemas.microsoft.com/office/drawing/2014/main" id="{3F1350EC-DBB2-4A07-9129-F61ED86F6AB7}"/>
              </a:ext>
            </a:extLst>
          </p:cNvPr>
          <p:cNvSpPr>
            <a:spLocks noGrp="1"/>
          </p:cNvSpPr>
          <p:nvPr/>
        </p:nvSpPr>
        <p:spPr>
          <a:xfrm flipH="1" flipV="1">
            <a:off x="7315620" y="4876800"/>
            <a:ext cx="1664969" cy="1664969"/>
          </a:xfrm>
          <a:prstGeom prst="line">
            <a:avLst/>
          </a:prstGeom>
          <a:ln>
            <a:solidFill>
              <a:srgbClr val="9BA3B4"/>
            </a:solidFill>
          </a:ln>
        </p:spPr>
        <p:style>
          <a:lnRef idx="1">
            <a:schemeClr val="accent1"/>
          </a:lnRef>
          <a:fillRef idx="0">
            <a:schemeClr val="accent1"/>
          </a:fillRef>
          <a:effectRef idx="0">
            <a:schemeClr val="accent1"/>
          </a:effectRef>
          <a:fontRef idx="minor">
            <a:schemeClr val="tx1"/>
          </a:fontRef>
        </p:style>
      </p:sp>
      <p:sp>
        <p:nvSpPr>
          <p:cNvPr id="30" name="Espaço Reservado para Texto 29">
            <a:extLst>
              <a:ext uri="{FF2B5EF4-FFF2-40B4-BE49-F238E27FC236}">
                <a16:creationId xmlns:a16="http://schemas.microsoft.com/office/drawing/2014/main" id="{33B682AE-B59C-7EED-A011-A111F8FCD691}"/>
              </a:ext>
            </a:extLst>
          </p:cNvPr>
          <p:cNvSpPr>
            <a:spLocks noGrp="1"/>
          </p:cNvSpPr>
          <p:nvPr>
            <p:ph type="body" idx="11"/>
          </p:nvPr>
        </p:nvSpPr>
        <p:spPr>
          <a:xfrm>
            <a:off x="355600" y="2855308"/>
            <a:ext cx="4970463" cy="861774"/>
          </a:xfrm>
        </p:spPr>
        <p:txBody>
          <a:bodyPr lIns="0" tIns="0" rIns="0" bIns="0" anchor="b">
            <a:spAutoFit/>
          </a:bodyPr>
          <a:lstStyle>
            <a:lvl1pPr marL="0" indent="0">
              <a:lnSpc>
                <a:spcPct val="100000"/>
              </a:lnSpc>
              <a:spcBef>
                <a:spcPts val="0"/>
              </a:spcBef>
              <a:buNone/>
              <a:defRPr cap="all" baseline="0">
                <a:solidFill>
                  <a:srgbClr val="4BA3C7"/>
                </a:solidFill>
              </a:defRPr>
            </a:lvl1pPr>
            <a:lvl2pPr marL="457200" indent="0">
              <a:buNone/>
              <a:defRPr/>
            </a:lvl2pPr>
          </a:lstStyle>
          <a:p>
            <a:pPr>
              <a:buNone/>
            </a:pPr>
            <a:r>
              <a:t>Clique para editar os estilos de texto Mestres</a:t>
            </a:r>
          </a:p>
        </p:txBody>
      </p:sp>
      <p:sp>
        <p:nvSpPr>
          <p:cNvPr id="51" name="Conector reto 50">
            <a:extLst>
              <a:ext uri="{FF2B5EF4-FFF2-40B4-BE49-F238E27FC236}">
                <a16:creationId xmlns:a16="http://schemas.microsoft.com/office/drawing/2014/main" id="{4089761B-49CD-48B6-ABE3-54D7D296BEBB}"/>
              </a:ext>
            </a:extLst>
          </p:cNvPr>
          <p:cNvSpPr>
            <a:spLocks noGrp="1"/>
          </p:cNvSpPr>
          <p:nvPr/>
        </p:nvSpPr>
        <p:spPr>
          <a:xfrm flipH="1" flipV="1">
            <a:off x="6368818" y="4409970"/>
            <a:ext cx="933659" cy="933659"/>
          </a:xfrm>
          <a:prstGeom prst="line">
            <a:avLst/>
          </a:prstGeom>
          <a:ln>
            <a:solidFill>
              <a:srgbClr val="9BA3B4"/>
            </a:solidFill>
          </a:ln>
        </p:spPr>
        <p:style>
          <a:lnRef idx="1">
            <a:schemeClr val="accent1"/>
          </a:lnRef>
          <a:fillRef idx="0">
            <a:schemeClr val="accent1"/>
          </a:fillRef>
          <a:effectRef idx="0">
            <a:schemeClr val="accent1"/>
          </a:effectRef>
          <a:fontRef idx="minor">
            <a:schemeClr val="tx1"/>
          </a:fontRef>
        </p:style>
      </p:sp>
      <p:sp>
        <p:nvSpPr>
          <p:cNvPr id="53" name="Espaço Reservado para Texto 29">
            <a:extLst>
              <a:ext uri="{FF2B5EF4-FFF2-40B4-BE49-F238E27FC236}">
                <a16:creationId xmlns:a16="http://schemas.microsoft.com/office/drawing/2014/main" id="{57EC0EC8-C415-12A2-DFB1-D87EC3881C17}"/>
              </a:ext>
            </a:extLst>
          </p:cNvPr>
          <p:cNvSpPr>
            <a:spLocks noGrp="1"/>
          </p:cNvSpPr>
          <p:nvPr>
            <p:ph type="body" idx="12"/>
          </p:nvPr>
        </p:nvSpPr>
        <p:spPr>
          <a:xfrm>
            <a:off x="355600" y="3831035"/>
            <a:ext cx="4970463" cy="307777"/>
          </a:xfrm>
        </p:spPr>
        <p:txBody>
          <a:bodyPr lIns="0" tIns="0" rIns="0" bIns="0" anchor="t">
            <a:spAutoFit/>
          </a:bodyPr>
          <a:lstStyle>
            <a:lvl1pPr marL="0" indent="0">
              <a:lnSpc>
                <a:spcPct val="100000"/>
              </a:lnSpc>
              <a:spcBef>
                <a:spcPts val="0"/>
              </a:spcBef>
              <a:buNone/>
              <a:defRPr sz="2000" cap="none" baseline="0">
                <a:solidFill>
                  <a:srgbClr val="69758F"/>
                </a:solidFill>
              </a:defRPr>
            </a:lvl1pPr>
            <a:lvl2pPr marL="457200" indent="0">
              <a:buNone/>
              <a:defRPr/>
            </a:lvl2pPr>
          </a:lstStyle>
          <a:p>
            <a:pPr>
              <a:buNone/>
            </a:pPr>
            <a:r>
              <a:t>Clique para editar os estilos de texto Mestres</a:t>
            </a:r>
          </a:p>
        </p:txBody>
      </p:sp>
      <p:sp>
        <p:nvSpPr>
          <p:cNvPr id="54" name="Retângulo 53">
            <a:extLst>
              <a:ext uri="{FF2B5EF4-FFF2-40B4-BE49-F238E27FC236}">
                <a16:creationId xmlns:a16="http://schemas.microsoft.com/office/drawing/2014/main" id="{710B3518-D4AF-78C1-23D5-55E53F14B173}"/>
              </a:ext>
            </a:extLst>
          </p:cNvPr>
          <p:cNvSpPr>
            <a:spLocks noGrp="1"/>
          </p:cNvSpPr>
          <p:nvPr/>
        </p:nvSpPr>
        <p:spPr>
          <a:xfrm>
            <a:off x="355600" y="3717082"/>
            <a:ext cx="1346868" cy="45719"/>
          </a:xfrm>
          <a:prstGeom prst="rect">
            <a:avLst/>
          </a:prstGeom>
          <a:solidFill>
            <a:srgbClr val="4BA3C7"/>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5" name="Forma Livre: Forma 54">
            <a:extLst>
              <a:ext uri="{FF2B5EF4-FFF2-40B4-BE49-F238E27FC236}">
                <a16:creationId xmlns:a16="http://schemas.microsoft.com/office/drawing/2014/main" id="{F123732E-376F-BDDA-C444-2AC988B74A12}"/>
              </a:ext>
            </a:extLst>
          </p:cNvPr>
          <p:cNvSpPr>
            <a:spLocks noGrp="1"/>
          </p:cNvSpPr>
          <p:nvPr/>
        </p:nvSpPr>
        <p:spPr>
          <a:xfrm>
            <a:off x="4920573" y="427481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18000"/>
                </a:schemeClr>
              </a:gs>
              <a:gs pos="75000">
                <a:srgbClr val="4BA3C7">
                  <a:alpha val="1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56" name="Forma Livre: Forma 55">
            <a:extLst>
              <a:ext uri="{FF2B5EF4-FFF2-40B4-BE49-F238E27FC236}">
                <a16:creationId xmlns:a16="http://schemas.microsoft.com/office/drawing/2014/main" id="{ED9F62ED-C357-8E1B-7286-5410679E7073}"/>
              </a:ext>
            </a:extLst>
          </p:cNvPr>
          <p:cNvSpPr>
            <a:spLocks noGrp="1"/>
          </p:cNvSpPr>
          <p:nvPr/>
        </p:nvSpPr>
        <p:spPr>
          <a:xfrm>
            <a:off x="4942249" y="4770521"/>
            <a:ext cx="2768514" cy="2087479"/>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18000"/>
                </a:schemeClr>
              </a:gs>
              <a:gs pos="75000">
                <a:srgbClr val="4BA3C7">
                  <a:alpha val="1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57" name="Conector reto 56">
            <a:extLst>
              <a:ext uri="{FF2B5EF4-FFF2-40B4-BE49-F238E27FC236}">
                <a16:creationId xmlns:a16="http://schemas.microsoft.com/office/drawing/2014/main" id="{A6D6EBBE-C2CC-423E-86B9-2F48F054123C}"/>
              </a:ext>
            </a:extLst>
          </p:cNvPr>
          <p:cNvSpPr>
            <a:spLocks noGrp="1"/>
          </p:cNvSpPr>
          <p:nvPr/>
        </p:nvSpPr>
        <p:spPr>
          <a:xfrm flipH="1" flipV="1">
            <a:off x="148697" y="5709145"/>
            <a:ext cx="933659" cy="933659"/>
          </a:xfrm>
          <a:prstGeom prst="line">
            <a:avLst/>
          </a:prstGeom>
          <a:ln>
            <a:solidFill>
              <a:srgbClr val="9BA3B4"/>
            </a:solidFill>
          </a:ln>
        </p:spPr>
        <p:style>
          <a:lnRef idx="1">
            <a:schemeClr val="accent1"/>
          </a:lnRef>
          <a:fillRef idx="0">
            <a:schemeClr val="accent1"/>
          </a:fillRef>
          <a:effectRef idx="0">
            <a:schemeClr val="accent1"/>
          </a:effectRef>
          <a:fontRef idx="minor">
            <a:schemeClr val="tx1"/>
          </a:fontRef>
        </p:style>
      </p:sp>
      <p:sp>
        <p:nvSpPr>
          <p:cNvPr id="58" name="Conector reto 57">
            <a:extLst>
              <a:ext uri="{FF2B5EF4-FFF2-40B4-BE49-F238E27FC236}">
                <a16:creationId xmlns:a16="http://schemas.microsoft.com/office/drawing/2014/main" id="{DF65E799-8A91-475A-8067-6107230C26D5}"/>
              </a:ext>
            </a:extLst>
          </p:cNvPr>
          <p:cNvSpPr>
            <a:spLocks noGrp="1"/>
          </p:cNvSpPr>
          <p:nvPr/>
        </p:nvSpPr>
        <p:spPr>
          <a:xfrm flipH="1" flipV="1">
            <a:off x="1048211" y="5011153"/>
            <a:ext cx="1496327" cy="1496327"/>
          </a:xfrm>
          <a:prstGeom prst="line">
            <a:avLst/>
          </a:prstGeom>
          <a:ln>
            <a:solidFill>
              <a:srgbClr val="9BA3B4"/>
            </a:solidFill>
          </a:ln>
        </p:spPr>
        <p:style>
          <a:lnRef idx="1">
            <a:schemeClr val="accent1"/>
          </a:lnRef>
          <a:fillRef idx="0">
            <a:schemeClr val="accent1"/>
          </a:fillRef>
          <a:effectRef idx="0">
            <a:schemeClr val="accent1"/>
          </a:effectRef>
          <a:fontRef idx="minor">
            <a:schemeClr val="tx1"/>
          </a:fontRef>
        </p:style>
      </p:sp>
      <p:sp>
        <p:nvSpPr>
          <p:cNvPr id="62" name="Forma Livre: Forma 61">
            <a:extLst>
              <a:ext uri="{FF2B5EF4-FFF2-40B4-BE49-F238E27FC236}">
                <a16:creationId xmlns:a16="http://schemas.microsoft.com/office/drawing/2014/main" id="{FDE7083E-77F3-910B-592C-868ADCAE10B8}"/>
              </a:ext>
            </a:extLst>
          </p:cNvPr>
          <p:cNvSpPr>
            <a:spLocks noGrp="1"/>
          </p:cNvSpPr>
          <p:nvPr/>
        </p:nvSpPr>
        <p:spPr>
          <a:xfrm flipH="1">
            <a:off x="5735353" y="115578"/>
            <a:ext cx="2171757" cy="163752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18000"/>
                </a:schemeClr>
              </a:gs>
              <a:gs pos="75000">
                <a:srgbClr val="4BA3C7">
                  <a:alpha val="1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63" name="Forma Livre: Forma 62">
            <a:extLst>
              <a:ext uri="{FF2B5EF4-FFF2-40B4-BE49-F238E27FC236}">
                <a16:creationId xmlns:a16="http://schemas.microsoft.com/office/drawing/2014/main" id="{891293D5-F76E-27B6-4DB3-5F58ACBA88A6}"/>
              </a:ext>
            </a:extLst>
          </p:cNvPr>
          <p:cNvSpPr>
            <a:spLocks noGrp="1"/>
          </p:cNvSpPr>
          <p:nvPr/>
        </p:nvSpPr>
        <p:spPr>
          <a:xfrm flipH="1">
            <a:off x="5943224" y="-121372"/>
            <a:ext cx="1963886" cy="1480784"/>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18000"/>
                </a:schemeClr>
              </a:gs>
              <a:gs pos="75000">
                <a:srgbClr val="4BA3C7">
                  <a:alpha val="1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65" name="Forma Livre: Forma 64">
            <a:extLst>
              <a:ext uri="{FF2B5EF4-FFF2-40B4-BE49-F238E27FC236}">
                <a16:creationId xmlns:a16="http://schemas.microsoft.com/office/drawing/2014/main" id="{D307ABE8-2253-FDCC-8A16-6A8F3F9D6616}"/>
              </a:ext>
            </a:extLst>
          </p:cNvPr>
          <p:cNvSpPr>
            <a:spLocks noGrp="1"/>
          </p:cNvSpPr>
          <p:nvPr/>
        </p:nvSpPr>
        <p:spPr>
          <a:xfrm flipH="1">
            <a:off x="3946764" y="-45931"/>
            <a:ext cx="2937715" cy="2215058"/>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18000"/>
                </a:schemeClr>
              </a:gs>
              <a:gs pos="75000">
                <a:srgbClr val="4BA3C7">
                  <a:alpha val="1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66" name="Forma Livre: Forma 65">
            <a:extLst>
              <a:ext uri="{FF2B5EF4-FFF2-40B4-BE49-F238E27FC236}">
                <a16:creationId xmlns:a16="http://schemas.microsoft.com/office/drawing/2014/main" id="{1BA9BA2F-BA68-93B2-6BF8-FAB13C2AACD0}"/>
              </a:ext>
            </a:extLst>
          </p:cNvPr>
          <p:cNvSpPr>
            <a:spLocks noGrp="1"/>
          </p:cNvSpPr>
          <p:nvPr/>
        </p:nvSpPr>
        <p:spPr>
          <a:xfrm flipH="1">
            <a:off x="4130219" y="129158"/>
            <a:ext cx="3007133" cy="226740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18000"/>
                </a:schemeClr>
              </a:gs>
              <a:gs pos="75000">
                <a:srgbClr val="4BA3C7">
                  <a:alpha val="1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pic>
        <p:nvPicPr>
          <p:cNvPr id="126" name="Imagem 66"/>
          <p:cNvPicPr>
            <a:picLocks noChangeAspect="1"/>
          </p:cNvPicPr>
          <p:nvPr/>
        </p:nvPicPr>
        <p:blipFill>
          <a:blip r:embed="rId2">
            <a:alphaModFix amt="45000"/>
          </a:blip>
          <a:stretch>
            <a:fillRect/>
          </a:stretch>
        </p:blipFill>
        <p:spPr>
          <a:xfrm rot="2699617">
            <a:off x="5138825" y="4258455"/>
            <a:ext cx="5580000" cy="108000"/>
          </a:xfrm>
          <a:prstGeom prst="rect">
            <a:avLst/>
          </a:prstGeom>
        </p:spPr>
      </p:pic>
      <p:pic>
        <p:nvPicPr>
          <p:cNvPr id="127" name="Imagem 67"/>
          <p:cNvPicPr>
            <a:picLocks noChangeAspect="1"/>
          </p:cNvPicPr>
          <p:nvPr/>
        </p:nvPicPr>
        <p:blipFill>
          <a:blip r:embed="rId2">
            <a:alphaModFix amt="45000"/>
          </a:blip>
          <a:stretch>
            <a:fillRect/>
          </a:stretch>
        </p:blipFill>
        <p:spPr>
          <a:xfrm rot="18900383" flipV="1">
            <a:off x="5203546" y="932963"/>
            <a:ext cx="3498233" cy="108000"/>
          </a:xfrm>
          <a:prstGeom prst="rect">
            <a:avLst/>
          </a:prstGeom>
        </p:spPr>
      </p:pic>
      <p:pic>
        <p:nvPicPr>
          <p:cNvPr id="128" name="Imagem 1"/>
          <p:cNvPicPr>
            <a:picLocks noChangeAspect="1"/>
          </p:cNvPicPr>
          <p:nvPr/>
        </p:nvPicPr>
        <p:blipFill>
          <a:blip r:embed="rId3"/>
          <a:stretch>
            <a:fillRect/>
          </a:stretch>
        </p:blipFill>
        <p:spPr>
          <a:xfrm>
            <a:off x="511782" y="394936"/>
            <a:ext cx="1461600" cy="666662"/>
          </a:xfrm>
          <a:prstGeom prst="rect">
            <a:avLst/>
          </a:prstGeom>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6_Layout Personalizado">
    <p:spTree>
      <p:nvGrpSpPr>
        <p:cNvPr id="1" name=""/>
        <p:cNvGrpSpPr/>
        <p:nvPr/>
      </p:nvGrpSpPr>
      <p:grpSpPr>
        <a:xfrm>
          <a:off x="0" y="0"/>
          <a:ext cx="0" cy="0"/>
          <a:chOff x="0" y="0"/>
          <a:chExt cx="0" cy="0"/>
        </a:xfrm>
      </p:grpSpPr>
      <p:sp>
        <p:nvSpPr>
          <p:cNvPr id="92" name="Retângulo 91">
            <a:extLst>
              <a:ext uri="{FF2B5EF4-FFF2-40B4-BE49-F238E27FC236}">
                <a16:creationId xmlns:a16="http://schemas.microsoft.com/office/drawing/2014/main" id="{6D02AABB-BBEC-16AA-E325-687DB17C4F56}"/>
              </a:ext>
            </a:extLst>
          </p:cNvPr>
          <p:cNvSpPr>
            <a:spLocks noGrp="1"/>
          </p:cNvSpPr>
          <p:nvPr/>
        </p:nvSpPr>
        <p:spPr>
          <a:xfrm rot="18900000">
            <a:off x="7351614" y="2191582"/>
            <a:ext cx="36000" cy="2079606"/>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3" name="Retângulo 92">
            <a:extLst>
              <a:ext uri="{FF2B5EF4-FFF2-40B4-BE49-F238E27FC236}">
                <a16:creationId xmlns:a16="http://schemas.microsoft.com/office/drawing/2014/main" id="{2A4AF966-040B-3FA1-8DE0-EF94E1469688}"/>
              </a:ext>
            </a:extLst>
          </p:cNvPr>
          <p:cNvSpPr>
            <a:spLocks noGrp="1"/>
          </p:cNvSpPr>
          <p:nvPr/>
        </p:nvSpPr>
        <p:spPr>
          <a:xfrm rot="18900000" flipH="1">
            <a:off x="8310735" y="1441466"/>
            <a:ext cx="36000" cy="902938"/>
          </a:xfrm>
          <a:prstGeom prst="rect">
            <a:avLst/>
          </a:prstGeom>
          <a:solidFill>
            <a:srgbClr val="4BA3C7"/>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4" name="Retângulo 93">
            <a:extLst>
              <a:ext uri="{FF2B5EF4-FFF2-40B4-BE49-F238E27FC236}">
                <a16:creationId xmlns:a16="http://schemas.microsoft.com/office/drawing/2014/main" id="{1B62C94B-5D35-07FB-F5E0-7F851C93A7D9}"/>
              </a:ext>
            </a:extLst>
          </p:cNvPr>
          <p:cNvSpPr>
            <a:spLocks noGrp="1"/>
          </p:cNvSpPr>
          <p:nvPr/>
        </p:nvSpPr>
        <p:spPr>
          <a:xfrm rot="18900000" flipH="1">
            <a:off x="8265886" y="508233"/>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5" name="Retângulo 94">
            <a:extLst>
              <a:ext uri="{FF2B5EF4-FFF2-40B4-BE49-F238E27FC236}">
                <a16:creationId xmlns:a16="http://schemas.microsoft.com/office/drawing/2014/main" id="{7DC6C5AD-43E6-EF6F-6E01-250D5C3E563D}"/>
              </a:ext>
            </a:extLst>
          </p:cNvPr>
          <p:cNvSpPr>
            <a:spLocks noGrp="1"/>
          </p:cNvSpPr>
          <p:nvPr/>
        </p:nvSpPr>
        <p:spPr>
          <a:xfrm rot="18900000">
            <a:off x="10086762" y="3824456"/>
            <a:ext cx="36000" cy="2079606"/>
          </a:xfrm>
          <a:prstGeom prst="rect">
            <a:avLst/>
          </a:prstGeom>
          <a:solidFill>
            <a:srgbClr val="F5F1E6"/>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6" name="Retângulo 95">
            <a:extLst>
              <a:ext uri="{FF2B5EF4-FFF2-40B4-BE49-F238E27FC236}">
                <a16:creationId xmlns:a16="http://schemas.microsoft.com/office/drawing/2014/main" id="{CE140B4A-51E9-0CC1-749A-710E99756E65}"/>
              </a:ext>
            </a:extLst>
          </p:cNvPr>
          <p:cNvSpPr>
            <a:spLocks noGrp="1"/>
          </p:cNvSpPr>
          <p:nvPr/>
        </p:nvSpPr>
        <p:spPr>
          <a:xfrm rot="18900000">
            <a:off x="9936119" y="-80101"/>
            <a:ext cx="36000" cy="2079606"/>
          </a:xfrm>
          <a:prstGeom prst="rect">
            <a:avLst/>
          </a:prstGeom>
          <a:solidFill>
            <a:srgbClr val="9BA3B4"/>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7" name="Retângulo 96">
            <a:extLst>
              <a:ext uri="{FF2B5EF4-FFF2-40B4-BE49-F238E27FC236}">
                <a16:creationId xmlns:a16="http://schemas.microsoft.com/office/drawing/2014/main" id="{5DD3FEFD-B983-DA43-2B1D-DB069B95DFC2}"/>
              </a:ext>
            </a:extLst>
          </p:cNvPr>
          <p:cNvSpPr>
            <a:spLocks noGrp="1"/>
          </p:cNvSpPr>
          <p:nvPr/>
        </p:nvSpPr>
        <p:spPr>
          <a:xfrm rot="18900000">
            <a:off x="10576695" y="1949313"/>
            <a:ext cx="36000" cy="2886525"/>
          </a:xfrm>
          <a:prstGeom prst="rect">
            <a:avLst/>
          </a:prstGeom>
          <a:solidFill>
            <a:srgbClr val="B7DAE9"/>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8" name="Retângulo 97">
            <a:extLst>
              <a:ext uri="{FF2B5EF4-FFF2-40B4-BE49-F238E27FC236}">
                <a16:creationId xmlns:a16="http://schemas.microsoft.com/office/drawing/2014/main" id="{FCD43023-08BB-9665-B6C3-0BA0897EAB3B}"/>
              </a:ext>
            </a:extLst>
          </p:cNvPr>
          <p:cNvSpPr>
            <a:spLocks noGrp="1"/>
          </p:cNvSpPr>
          <p:nvPr/>
        </p:nvSpPr>
        <p:spPr>
          <a:xfrm rot="18900000" flipH="1">
            <a:off x="11454276" y="1383407"/>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Retângulo 5">
            <a:extLst>
              <a:ext uri="{FF2B5EF4-FFF2-40B4-BE49-F238E27FC236}">
                <a16:creationId xmlns:a16="http://schemas.microsoft.com/office/drawing/2014/main" id="{FACC30BE-9D83-7283-730A-F49E9BBAAB27}"/>
              </a:ext>
            </a:extLst>
          </p:cNvPr>
          <p:cNvSpPr>
            <a:spLocks noGrp="1"/>
          </p:cNvSpPr>
          <p:nvPr/>
        </p:nvSpPr>
        <p:spPr>
          <a:xfrm>
            <a:off x="0" y="-7620"/>
            <a:ext cx="12192000" cy="686562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4" name="Espaço Reservado para Imagem 83">
            <a:extLst>
              <a:ext uri="{FF2B5EF4-FFF2-40B4-BE49-F238E27FC236}">
                <a16:creationId xmlns:a16="http://schemas.microsoft.com/office/drawing/2014/main" id="{5BA63DD7-E64B-52DF-1671-0D97DF35B257}"/>
              </a:ext>
            </a:extLst>
          </p:cNvPr>
          <p:cNvSpPr>
            <a:spLocks noGrp="1"/>
          </p:cNvSpPr>
          <p:nvPr>
            <p:ph type="pic" idx="10"/>
          </p:nvPr>
        </p:nvSpPr>
        <p:spPr>
          <a:xfrm>
            <a:off x="5836920" y="-7938"/>
            <a:ext cx="6355080" cy="6865938"/>
          </a:xfrm>
          <a:custGeom>
            <a:avLst/>
            <a:gdLst>
              <a:gd name="connsiteX0" fmla="*/ 3536861 w 6355080"/>
              <a:gd name="connsiteY0" fmla="*/ 4135058 h 6865938"/>
              <a:gd name="connsiteX1" fmla="*/ 3531770 w 6355080"/>
              <a:gd name="connsiteY1" fmla="*/ 4140149 h 6865938"/>
              <a:gd name="connsiteX2" fmla="*/ 5002273 w 6355080"/>
              <a:gd name="connsiteY2" fmla="*/ 5610653 h 6865938"/>
              <a:gd name="connsiteX3" fmla="*/ 5007364 w 6355080"/>
              <a:gd name="connsiteY3" fmla="*/ 5605561 h 6865938"/>
              <a:gd name="connsiteX4" fmla="*/ 801713 w 6355080"/>
              <a:gd name="connsiteY4" fmla="*/ 2502185 h 6865938"/>
              <a:gd name="connsiteX5" fmla="*/ 796622 w 6355080"/>
              <a:gd name="connsiteY5" fmla="*/ 2507276 h 6865938"/>
              <a:gd name="connsiteX6" fmla="*/ 2267125 w 6355080"/>
              <a:gd name="connsiteY6" fmla="*/ 3977778 h 6865938"/>
              <a:gd name="connsiteX7" fmla="*/ 2272217 w 6355080"/>
              <a:gd name="connsiteY7" fmla="*/ 3972687 h 6865938"/>
              <a:gd name="connsiteX8" fmla="*/ 3741505 w 6355080"/>
              <a:gd name="connsiteY8" fmla="*/ 2378085 h 6865938"/>
              <a:gd name="connsiteX9" fmla="*/ 3736414 w 6355080"/>
              <a:gd name="connsiteY9" fmla="*/ 2383177 h 6865938"/>
              <a:gd name="connsiteX10" fmla="*/ 5777495 w 6355080"/>
              <a:gd name="connsiteY10" fmla="*/ 4424258 h 6865938"/>
              <a:gd name="connsiteX11" fmla="*/ 5782586 w 6355080"/>
              <a:gd name="connsiteY11" fmla="*/ 4419167 h 6865938"/>
              <a:gd name="connsiteX12" fmla="*/ 2176849 w 6355080"/>
              <a:gd name="connsiteY12" fmla="*/ 1579750 h 6865938"/>
              <a:gd name="connsiteX13" fmla="*/ 2171758 w 6355080"/>
              <a:gd name="connsiteY13" fmla="*/ 1584841 h 6865938"/>
              <a:gd name="connsiteX14" fmla="*/ 2810231 w 6355080"/>
              <a:gd name="connsiteY14" fmla="*/ 2223315 h 6865938"/>
              <a:gd name="connsiteX15" fmla="*/ 2815322 w 6355080"/>
              <a:gd name="connsiteY15" fmla="*/ 2218222 h 6865938"/>
              <a:gd name="connsiteX16" fmla="*/ 5320390 w 6355080"/>
              <a:gd name="connsiteY16" fmla="*/ 1521690 h 6865938"/>
              <a:gd name="connsiteX17" fmla="*/ 5315299 w 6355080"/>
              <a:gd name="connsiteY17" fmla="*/ 1526781 h 6865938"/>
              <a:gd name="connsiteX18" fmla="*/ 5953772 w 6355080"/>
              <a:gd name="connsiteY18" fmla="*/ 2165255 h 6865938"/>
              <a:gd name="connsiteX19" fmla="*/ 5958863 w 6355080"/>
              <a:gd name="connsiteY19" fmla="*/ 2160163 h 6865938"/>
              <a:gd name="connsiteX20" fmla="*/ 2132000 w 6355080"/>
              <a:gd name="connsiteY20" fmla="*/ 646516 h 6865938"/>
              <a:gd name="connsiteX21" fmla="*/ 2126909 w 6355080"/>
              <a:gd name="connsiteY21" fmla="*/ 651607 h 6865938"/>
              <a:gd name="connsiteX22" fmla="*/ 2765382 w 6355080"/>
              <a:gd name="connsiteY22" fmla="*/ 1290081 h 6865938"/>
              <a:gd name="connsiteX23" fmla="*/ 2770473 w 6355080"/>
              <a:gd name="connsiteY23" fmla="*/ 1284990 h 6865938"/>
              <a:gd name="connsiteX24" fmla="*/ 3386218 w 6355080"/>
              <a:gd name="connsiteY24" fmla="*/ 230501 h 6865938"/>
              <a:gd name="connsiteX25" fmla="*/ 3381127 w 6355080"/>
              <a:gd name="connsiteY25" fmla="*/ 235592 h 6865938"/>
              <a:gd name="connsiteX26" fmla="*/ 4851630 w 6355080"/>
              <a:gd name="connsiteY26" fmla="*/ 1706096 h 6865938"/>
              <a:gd name="connsiteX27" fmla="*/ 4856721 w 6355080"/>
              <a:gd name="connsiteY27" fmla="*/ 1701005 h 6865938"/>
              <a:gd name="connsiteX28" fmla="*/ 2199547 w 6355080"/>
              <a:gd name="connsiteY28" fmla="*/ 0 h 6865938"/>
              <a:gd name="connsiteX29" fmla="*/ 6355080 w 6355080"/>
              <a:gd name="connsiteY29" fmla="*/ 0 h 6865938"/>
              <a:gd name="connsiteX30" fmla="*/ 6355080 w 6355080"/>
              <a:gd name="connsiteY30" fmla="*/ 6865938 h 6865938"/>
              <a:gd name="connsiteX31" fmla="*/ 4741965 w 6355080"/>
              <a:gd name="connsiteY31" fmla="*/ 6865938 h 6865938"/>
              <a:gd name="connsiteX32" fmla="*/ 0 w 6355080"/>
              <a:gd name="connsiteY32" fmla="*/ 2175600 h 6865938"/>
            </a:gdLst>
            <a:ahLst/>
            <a:cxnLst/>
            <a:rect l="l" t="t" r="r" b="b"/>
            <a:pathLst>
              <a:path w="6355080" h="6865938">
                <a:moveTo>
                  <a:pt x="3536861" y="4135058"/>
                </a:moveTo>
                <a:lnTo>
                  <a:pt x="3531770" y="4140149"/>
                </a:lnTo>
                <a:lnTo>
                  <a:pt x="5002273" y="5610653"/>
                </a:lnTo>
                <a:lnTo>
                  <a:pt x="5007364" y="5605561"/>
                </a:lnTo>
                <a:close/>
                <a:moveTo>
                  <a:pt x="801713" y="2502185"/>
                </a:moveTo>
                <a:lnTo>
                  <a:pt x="796622" y="2507276"/>
                </a:lnTo>
                <a:lnTo>
                  <a:pt x="2267125" y="3977778"/>
                </a:lnTo>
                <a:lnTo>
                  <a:pt x="2272217" y="3972687"/>
                </a:lnTo>
                <a:close/>
                <a:moveTo>
                  <a:pt x="3741505" y="2378085"/>
                </a:moveTo>
                <a:lnTo>
                  <a:pt x="3736414" y="2383177"/>
                </a:lnTo>
                <a:lnTo>
                  <a:pt x="5777495" y="4424258"/>
                </a:lnTo>
                <a:lnTo>
                  <a:pt x="5782586" y="4419167"/>
                </a:lnTo>
                <a:close/>
                <a:moveTo>
                  <a:pt x="2176849" y="1579750"/>
                </a:moveTo>
                <a:lnTo>
                  <a:pt x="2171758" y="1584841"/>
                </a:lnTo>
                <a:lnTo>
                  <a:pt x="2810231" y="2223315"/>
                </a:lnTo>
                <a:lnTo>
                  <a:pt x="2815322" y="2218222"/>
                </a:lnTo>
                <a:close/>
                <a:moveTo>
                  <a:pt x="5320390" y="1521690"/>
                </a:moveTo>
                <a:lnTo>
                  <a:pt x="5315299" y="1526781"/>
                </a:lnTo>
                <a:lnTo>
                  <a:pt x="5953772" y="2165255"/>
                </a:lnTo>
                <a:lnTo>
                  <a:pt x="5958863" y="2160163"/>
                </a:lnTo>
                <a:close/>
                <a:moveTo>
                  <a:pt x="2132000" y="646516"/>
                </a:moveTo>
                <a:lnTo>
                  <a:pt x="2126909" y="651607"/>
                </a:lnTo>
                <a:lnTo>
                  <a:pt x="2765382" y="1290081"/>
                </a:lnTo>
                <a:lnTo>
                  <a:pt x="2770473" y="1284990"/>
                </a:lnTo>
                <a:close/>
                <a:moveTo>
                  <a:pt x="3386218" y="230501"/>
                </a:moveTo>
                <a:lnTo>
                  <a:pt x="3381127" y="235592"/>
                </a:lnTo>
                <a:lnTo>
                  <a:pt x="4851630" y="1706096"/>
                </a:lnTo>
                <a:lnTo>
                  <a:pt x="4856721" y="1701005"/>
                </a:lnTo>
                <a:close/>
                <a:moveTo>
                  <a:pt x="2199547" y="0"/>
                </a:moveTo>
                <a:lnTo>
                  <a:pt x="6355080" y="0"/>
                </a:lnTo>
                <a:lnTo>
                  <a:pt x="6355080" y="6865938"/>
                </a:lnTo>
                <a:lnTo>
                  <a:pt x="4741965" y="6865938"/>
                </a:lnTo>
                <a:lnTo>
                  <a:pt x="0" y="2175600"/>
                </a:lnTo>
                <a:close/>
              </a:path>
            </a:pathLst>
          </a:custGeom>
        </p:spPr>
        <p:txBody>
          <a:bodyPr wrap="square" tIns="2808000">
            <a:noAutofit/>
          </a:bodyPr>
          <a:lstStyle>
            <a:lvl1pPr marL="0" indent="0" algn="ctr">
              <a:buNone/>
              <a:defRPr sz="1100">
                <a:solidFill>
                  <a:srgbClr val="CDD1DA"/>
                </a:solidFill>
              </a:defRPr>
            </a:lvl1pPr>
          </a:lstStyle>
          <a:p>
            <a:endParaRPr/>
          </a:p>
        </p:txBody>
      </p:sp>
      <p:sp>
        <p:nvSpPr>
          <p:cNvPr id="20" name="Forma Livre: Forma 19">
            <a:extLst>
              <a:ext uri="{FF2B5EF4-FFF2-40B4-BE49-F238E27FC236}">
                <a16:creationId xmlns:a16="http://schemas.microsoft.com/office/drawing/2014/main" id="{A695A316-D76F-105F-1B34-01CFB1D86ED6}"/>
              </a:ext>
            </a:extLst>
          </p:cNvPr>
          <p:cNvSpPr>
            <a:spLocks noGrp="1"/>
          </p:cNvSpPr>
          <p:nvPr/>
        </p:nvSpPr>
        <p:spPr>
          <a:xfrm>
            <a:off x="5836920" y="3276815"/>
            <a:ext cx="4749539" cy="3581186"/>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rotWithShape="1">
            <a:gsLst>
              <a:gs pos="0">
                <a:schemeClr val="bg1">
                  <a:alpha val="33000"/>
                </a:schemeClr>
              </a:gs>
              <a:gs pos="75000">
                <a:srgbClr val="82ADA9">
                  <a:alpha val="31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21" name="Forma Livre: Forma 20">
            <a:extLst>
              <a:ext uri="{FF2B5EF4-FFF2-40B4-BE49-F238E27FC236}">
                <a16:creationId xmlns:a16="http://schemas.microsoft.com/office/drawing/2014/main" id="{2A316B86-901B-DD6C-190F-4EC4F6104CF4}"/>
              </a:ext>
            </a:extLst>
          </p:cNvPr>
          <p:cNvSpPr>
            <a:spLocks noGrp="1"/>
          </p:cNvSpPr>
          <p:nvPr/>
        </p:nvSpPr>
        <p:spPr>
          <a:xfrm>
            <a:off x="6680550" y="392429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82ADA9">
                  <a:alpha val="3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27" name="Conector reto 26">
            <a:extLst>
              <a:ext uri="{FF2B5EF4-FFF2-40B4-BE49-F238E27FC236}">
                <a16:creationId xmlns:a16="http://schemas.microsoft.com/office/drawing/2014/main" id="{97C0F7E4-0DB1-444E-8245-C477D68CFB59}"/>
              </a:ext>
            </a:extLst>
          </p:cNvPr>
          <p:cNvSpPr>
            <a:spLocks noGrp="1"/>
          </p:cNvSpPr>
          <p:nvPr/>
        </p:nvSpPr>
        <p:spPr>
          <a:xfrm flipH="1" flipV="1">
            <a:off x="7315620" y="4876800"/>
            <a:ext cx="1664969" cy="1664969"/>
          </a:xfrm>
          <a:prstGeom prst="line">
            <a:avLst/>
          </a:prstGeom>
          <a:ln>
            <a:solidFill>
              <a:srgbClr val="82ADA9"/>
            </a:solidFill>
          </a:ln>
        </p:spPr>
        <p:style>
          <a:lnRef idx="1">
            <a:schemeClr val="accent1"/>
          </a:lnRef>
          <a:fillRef idx="0">
            <a:schemeClr val="accent1"/>
          </a:fillRef>
          <a:effectRef idx="0">
            <a:schemeClr val="accent1"/>
          </a:effectRef>
          <a:fontRef idx="minor">
            <a:schemeClr val="tx1"/>
          </a:fontRef>
        </p:style>
      </p:sp>
      <p:sp>
        <p:nvSpPr>
          <p:cNvPr id="30" name="Espaço Reservado para Texto 29">
            <a:extLst>
              <a:ext uri="{FF2B5EF4-FFF2-40B4-BE49-F238E27FC236}">
                <a16:creationId xmlns:a16="http://schemas.microsoft.com/office/drawing/2014/main" id="{33B682AE-B59C-7EED-A011-A111F8FCD691}"/>
              </a:ext>
            </a:extLst>
          </p:cNvPr>
          <p:cNvSpPr>
            <a:spLocks noGrp="1"/>
          </p:cNvSpPr>
          <p:nvPr>
            <p:ph type="body" idx="11"/>
          </p:nvPr>
        </p:nvSpPr>
        <p:spPr>
          <a:xfrm>
            <a:off x="355600" y="2855308"/>
            <a:ext cx="4970463" cy="861774"/>
          </a:xfrm>
        </p:spPr>
        <p:txBody>
          <a:bodyPr lIns="0" tIns="0" rIns="0" bIns="0" anchor="b">
            <a:spAutoFit/>
          </a:bodyPr>
          <a:lstStyle>
            <a:lvl1pPr marL="0" indent="0">
              <a:lnSpc>
                <a:spcPct val="100000"/>
              </a:lnSpc>
              <a:spcBef>
                <a:spcPts val="0"/>
              </a:spcBef>
              <a:buNone/>
              <a:defRPr cap="all" baseline="0">
                <a:solidFill>
                  <a:srgbClr val="82ADA9"/>
                </a:solidFill>
              </a:defRPr>
            </a:lvl1pPr>
            <a:lvl2pPr marL="457200" indent="0">
              <a:buNone/>
              <a:defRPr/>
            </a:lvl2pPr>
          </a:lstStyle>
          <a:p>
            <a:pPr>
              <a:buNone/>
            </a:pPr>
            <a:r>
              <a:t>Clique para editar os estilos de texto Mestres</a:t>
            </a:r>
          </a:p>
        </p:txBody>
      </p:sp>
      <p:sp>
        <p:nvSpPr>
          <p:cNvPr id="51" name="Conector reto 50">
            <a:extLst>
              <a:ext uri="{FF2B5EF4-FFF2-40B4-BE49-F238E27FC236}">
                <a16:creationId xmlns:a16="http://schemas.microsoft.com/office/drawing/2014/main" id="{33325F04-0809-4933-B241-9A6E8380C953}"/>
              </a:ext>
            </a:extLst>
          </p:cNvPr>
          <p:cNvSpPr>
            <a:spLocks noGrp="1"/>
          </p:cNvSpPr>
          <p:nvPr/>
        </p:nvSpPr>
        <p:spPr>
          <a:xfrm flipH="1" flipV="1">
            <a:off x="6368818" y="4409970"/>
            <a:ext cx="933659" cy="933659"/>
          </a:xfrm>
          <a:prstGeom prst="line">
            <a:avLst/>
          </a:prstGeom>
          <a:ln>
            <a:solidFill>
              <a:srgbClr val="82ADA9"/>
            </a:solidFill>
          </a:ln>
        </p:spPr>
        <p:style>
          <a:lnRef idx="1">
            <a:schemeClr val="accent1"/>
          </a:lnRef>
          <a:fillRef idx="0">
            <a:schemeClr val="accent1"/>
          </a:fillRef>
          <a:effectRef idx="0">
            <a:schemeClr val="accent1"/>
          </a:effectRef>
          <a:fontRef idx="minor">
            <a:schemeClr val="tx1"/>
          </a:fontRef>
        </p:style>
      </p:sp>
      <p:sp>
        <p:nvSpPr>
          <p:cNvPr id="53" name="Espaço Reservado para Texto 29">
            <a:extLst>
              <a:ext uri="{FF2B5EF4-FFF2-40B4-BE49-F238E27FC236}">
                <a16:creationId xmlns:a16="http://schemas.microsoft.com/office/drawing/2014/main" id="{57EC0EC8-C415-12A2-DFB1-D87EC3881C17}"/>
              </a:ext>
            </a:extLst>
          </p:cNvPr>
          <p:cNvSpPr>
            <a:spLocks noGrp="1"/>
          </p:cNvSpPr>
          <p:nvPr>
            <p:ph type="body" idx="12"/>
          </p:nvPr>
        </p:nvSpPr>
        <p:spPr>
          <a:xfrm>
            <a:off x="355600" y="3831035"/>
            <a:ext cx="4970463" cy="307777"/>
          </a:xfrm>
        </p:spPr>
        <p:txBody>
          <a:bodyPr lIns="0" tIns="0" rIns="0" bIns="0" anchor="t">
            <a:spAutoFit/>
          </a:bodyPr>
          <a:lstStyle>
            <a:lvl1pPr marL="0" indent="0">
              <a:lnSpc>
                <a:spcPct val="100000"/>
              </a:lnSpc>
              <a:spcBef>
                <a:spcPts val="0"/>
              </a:spcBef>
              <a:buNone/>
              <a:defRPr sz="2000" cap="none" baseline="0">
                <a:solidFill>
                  <a:srgbClr val="69758F"/>
                </a:solidFill>
              </a:defRPr>
            </a:lvl1pPr>
            <a:lvl2pPr marL="457200" indent="0">
              <a:buNone/>
              <a:defRPr/>
            </a:lvl2pPr>
          </a:lstStyle>
          <a:p>
            <a:pPr>
              <a:buNone/>
            </a:pPr>
            <a:r>
              <a:t>Clique para editar os estilos de texto Mestres</a:t>
            </a:r>
          </a:p>
        </p:txBody>
      </p:sp>
      <p:sp>
        <p:nvSpPr>
          <p:cNvPr id="54" name="Retângulo 53">
            <a:extLst>
              <a:ext uri="{FF2B5EF4-FFF2-40B4-BE49-F238E27FC236}">
                <a16:creationId xmlns:a16="http://schemas.microsoft.com/office/drawing/2014/main" id="{710B3518-D4AF-78C1-23D5-55E53F14B173}"/>
              </a:ext>
            </a:extLst>
          </p:cNvPr>
          <p:cNvSpPr>
            <a:spLocks noGrp="1"/>
          </p:cNvSpPr>
          <p:nvPr/>
        </p:nvSpPr>
        <p:spPr>
          <a:xfrm>
            <a:off x="355600" y="3717082"/>
            <a:ext cx="1346868" cy="45719"/>
          </a:xfrm>
          <a:prstGeom prst="rect">
            <a:avLst/>
          </a:prstGeom>
          <a:solidFill>
            <a:srgbClr val="82ADA9"/>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5" name="Forma Livre: Forma 54">
            <a:extLst>
              <a:ext uri="{FF2B5EF4-FFF2-40B4-BE49-F238E27FC236}">
                <a16:creationId xmlns:a16="http://schemas.microsoft.com/office/drawing/2014/main" id="{F123732E-376F-BDDA-C444-2AC988B74A12}"/>
              </a:ext>
            </a:extLst>
          </p:cNvPr>
          <p:cNvSpPr>
            <a:spLocks noGrp="1"/>
          </p:cNvSpPr>
          <p:nvPr/>
        </p:nvSpPr>
        <p:spPr>
          <a:xfrm>
            <a:off x="4920573" y="427481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82ADA9">
                  <a:alpha val="3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56" name="Forma Livre: Forma 55">
            <a:extLst>
              <a:ext uri="{FF2B5EF4-FFF2-40B4-BE49-F238E27FC236}">
                <a16:creationId xmlns:a16="http://schemas.microsoft.com/office/drawing/2014/main" id="{ED9F62ED-C357-8E1B-7286-5410679E7073}"/>
              </a:ext>
            </a:extLst>
          </p:cNvPr>
          <p:cNvSpPr>
            <a:spLocks noGrp="1"/>
          </p:cNvSpPr>
          <p:nvPr/>
        </p:nvSpPr>
        <p:spPr>
          <a:xfrm>
            <a:off x="4942249" y="4770521"/>
            <a:ext cx="2768514" cy="2087479"/>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82ADA9">
                  <a:alpha val="3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57" name="Conector reto 56">
            <a:extLst>
              <a:ext uri="{FF2B5EF4-FFF2-40B4-BE49-F238E27FC236}">
                <a16:creationId xmlns:a16="http://schemas.microsoft.com/office/drawing/2014/main" id="{32BD743F-C261-4C18-85C1-A50B56DD817E}"/>
              </a:ext>
            </a:extLst>
          </p:cNvPr>
          <p:cNvSpPr>
            <a:spLocks noGrp="1"/>
          </p:cNvSpPr>
          <p:nvPr/>
        </p:nvSpPr>
        <p:spPr>
          <a:xfrm flipH="1" flipV="1">
            <a:off x="148697" y="5709145"/>
            <a:ext cx="933659" cy="933659"/>
          </a:xfrm>
          <a:prstGeom prst="line">
            <a:avLst/>
          </a:prstGeom>
          <a:ln>
            <a:solidFill>
              <a:srgbClr val="82ADA9"/>
            </a:solidFill>
          </a:ln>
        </p:spPr>
        <p:style>
          <a:lnRef idx="1">
            <a:schemeClr val="accent1"/>
          </a:lnRef>
          <a:fillRef idx="0">
            <a:schemeClr val="accent1"/>
          </a:fillRef>
          <a:effectRef idx="0">
            <a:schemeClr val="accent1"/>
          </a:effectRef>
          <a:fontRef idx="minor">
            <a:schemeClr val="tx1"/>
          </a:fontRef>
        </p:style>
      </p:sp>
      <p:sp>
        <p:nvSpPr>
          <p:cNvPr id="58" name="Conector reto 57">
            <a:extLst>
              <a:ext uri="{FF2B5EF4-FFF2-40B4-BE49-F238E27FC236}">
                <a16:creationId xmlns:a16="http://schemas.microsoft.com/office/drawing/2014/main" id="{A5582468-BBF8-4B16-978A-EC363291FDB3}"/>
              </a:ext>
            </a:extLst>
          </p:cNvPr>
          <p:cNvSpPr>
            <a:spLocks noGrp="1"/>
          </p:cNvSpPr>
          <p:nvPr/>
        </p:nvSpPr>
        <p:spPr>
          <a:xfrm flipH="1" flipV="1">
            <a:off x="1048211" y="5011153"/>
            <a:ext cx="1496327" cy="1496327"/>
          </a:xfrm>
          <a:prstGeom prst="line">
            <a:avLst/>
          </a:prstGeom>
          <a:ln>
            <a:solidFill>
              <a:srgbClr val="82ADA9"/>
            </a:solidFill>
          </a:ln>
        </p:spPr>
        <p:style>
          <a:lnRef idx="1">
            <a:schemeClr val="accent1"/>
          </a:lnRef>
          <a:fillRef idx="0">
            <a:schemeClr val="accent1"/>
          </a:fillRef>
          <a:effectRef idx="0">
            <a:schemeClr val="accent1"/>
          </a:effectRef>
          <a:fontRef idx="minor">
            <a:schemeClr val="tx1"/>
          </a:fontRef>
        </p:style>
      </p:sp>
      <p:sp>
        <p:nvSpPr>
          <p:cNvPr id="62" name="Forma Livre: Forma 61">
            <a:extLst>
              <a:ext uri="{FF2B5EF4-FFF2-40B4-BE49-F238E27FC236}">
                <a16:creationId xmlns:a16="http://schemas.microsoft.com/office/drawing/2014/main" id="{FDE7083E-77F3-910B-592C-868ADCAE10B8}"/>
              </a:ext>
            </a:extLst>
          </p:cNvPr>
          <p:cNvSpPr>
            <a:spLocks noGrp="1"/>
          </p:cNvSpPr>
          <p:nvPr/>
        </p:nvSpPr>
        <p:spPr>
          <a:xfrm flipH="1">
            <a:off x="5735353" y="115578"/>
            <a:ext cx="2171757" cy="163752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82ADA9">
                  <a:alpha val="3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63" name="Forma Livre: Forma 62">
            <a:extLst>
              <a:ext uri="{FF2B5EF4-FFF2-40B4-BE49-F238E27FC236}">
                <a16:creationId xmlns:a16="http://schemas.microsoft.com/office/drawing/2014/main" id="{891293D5-F76E-27B6-4DB3-5F58ACBA88A6}"/>
              </a:ext>
            </a:extLst>
          </p:cNvPr>
          <p:cNvSpPr>
            <a:spLocks noGrp="1"/>
          </p:cNvSpPr>
          <p:nvPr/>
        </p:nvSpPr>
        <p:spPr>
          <a:xfrm flipH="1">
            <a:off x="5943224" y="-121372"/>
            <a:ext cx="1963886" cy="1480784"/>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82ADA9">
                  <a:alpha val="3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65" name="Forma Livre: Forma 64">
            <a:extLst>
              <a:ext uri="{FF2B5EF4-FFF2-40B4-BE49-F238E27FC236}">
                <a16:creationId xmlns:a16="http://schemas.microsoft.com/office/drawing/2014/main" id="{D307ABE8-2253-FDCC-8A16-6A8F3F9D6616}"/>
              </a:ext>
            </a:extLst>
          </p:cNvPr>
          <p:cNvSpPr>
            <a:spLocks noGrp="1"/>
          </p:cNvSpPr>
          <p:nvPr/>
        </p:nvSpPr>
        <p:spPr>
          <a:xfrm flipH="1">
            <a:off x="3946764" y="-45931"/>
            <a:ext cx="2937715" cy="2215058"/>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82ADA9">
                  <a:alpha val="3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66" name="Forma Livre: Forma 65">
            <a:extLst>
              <a:ext uri="{FF2B5EF4-FFF2-40B4-BE49-F238E27FC236}">
                <a16:creationId xmlns:a16="http://schemas.microsoft.com/office/drawing/2014/main" id="{1BA9BA2F-BA68-93B2-6BF8-FAB13C2AACD0}"/>
              </a:ext>
            </a:extLst>
          </p:cNvPr>
          <p:cNvSpPr>
            <a:spLocks noGrp="1"/>
          </p:cNvSpPr>
          <p:nvPr/>
        </p:nvSpPr>
        <p:spPr>
          <a:xfrm flipH="1">
            <a:off x="4130219" y="129158"/>
            <a:ext cx="3007133" cy="226740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82ADA9">
                  <a:alpha val="3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pic>
        <p:nvPicPr>
          <p:cNvPr id="126" name="Imagem 66"/>
          <p:cNvPicPr>
            <a:picLocks noChangeAspect="1"/>
          </p:cNvPicPr>
          <p:nvPr/>
        </p:nvPicPr>
        <p:blipFill>
          <a:blip r:embed="rId2">
            <a:alphaModFix amt="45000"/>
          </a:blip>
          <a:stretch>
            <a:fillRect/>
          </a:stretch>
        </p:blipFill>
        <p:spPr>
          <a:xfrm rot="2699617">
            <a:off x="5138825" y="4258455"/>
            <a:ext cx="5580000" cy="108000"/>
          </a:xfrm>
          <a:prstGeom prst="rect">
            <a:avLst/>
          </a:prstGeom>
        </p:spPr>
      </p:pic>
      <p:pic>
        <p:nvPicPr>
          <p:cNvPr id="127" name="Imagem 67"/>
          <p:cNvPicPr>
            <a:picLocks noChangeAspect="1"/>
          </p:cNvPicPr>
          <p:nvPr/>
        </p:nvPicPr>
        <p:blipFill>
          <a:blip r:embed="rId2">
            <a:alphaModFix amt="45000"/>
          </a:blip>
          <a:stretch>
            <a:fillRect/>
          </a:stretch>
        </p:blipFill>
        <p:spPr>
          <a:xfrm rot="18900383" flipV="1">
            <a:off x="5203546" y="932963"/>
            <a:ext cx="3498233" cy="108000"/>
          </a:xfrm>
          <a:prstGeom prst="rect">
            <a:avLst/>
          </a:prstGeom>
        </p:spPr>
      </p:pic>
      <p:pic>
        <p:nvPicPr>
          <p:cNvPr id="128" name="Imagem 1"/>
          <p:cNvPicPr>
            <a:picLocks noChangeAspect="1"/>
          </p:cNvPicPr>
          <p:nvPr/>
        </p:nvPicPr>
        <p:blipFill>
          <a:blip r:embed="rId3"/>
          <a:stretch>
            <a:fillRect/>
          </a:stretch>
        </p:blipFill>
        <p:spPr>
          <a:xfrm>
            <a:off x="511782" y="394936"/>
            <a:ext cx="1461600" cy="666662"/>
          </a:xfrm>
          <a:prstGeom prst="rect">
            <a:avLst/>
          </a:prstGeom>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3_Layout Personalizado">
    <p:spTree>
      <p:nvGrpSpPr>
        <p:cNvPr id="1" name=""/>
        <p:cNvGrpSpPr/>
        <p:nvPr/>
      </p:nvGrpSpPr>
      <p:grpSpPr>
        <a:xfrm>
          <a:off x="0" y="0"/>
          <a:ext cx="0" cy="0"/>
          <a:chOff x="0" y="0"/>
          <a:chExt cx="0" cy="0"/>
        </a:xfrm>
      </p:grpSpPr>
      <p:sp>
        <p:nvSpPr>
          <p:cNvPr id="92" name="Retângulo 91">
            <a:extLst>
              <a:ext uri="{FF2B5EF4-FFF2-40B4-BE49-F238E27FC236}">
                <a16:creationId xmlns:a16="http://schemas.microsoft.com/office/drawing/2014/main" id="{6D02AABB-BBEC-16AA-E325-687DB17C4F56}"/>
              </a:ext>
            </a:extLst>
          </p:cNvPr>
          <p:cNvSpPr>
            <a:spLocks noGrp="1"/>
          </p:cNvSpPr>
          <p:nvPr/>
        </p:nvSpPr>
        <p:spPr>
          <a:xfrm rot="18900000">
            <a:off x="7351614" y="2191582"/>
            <a:ext cx="36000" cy="2079606"/>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3" name="Retângulo 92">
            <a:extLst>
              <a:ext uri="{FF2B5EF4-FFF2-40B4-BE49-F238E27FC236}">
                <a16:creationId xmlns:a16="http://schemas.microsoft.com/office/drawing/2014/main" id="{2A4AF966-040B-3FA1-8DE0-EF94E1469688}"/>
              </a:ext>
            </a:extLst>
          </p:cNvPr>
          <p:cNvSpPr>
            <a:spLocks noGrp="1"/>
          </p:cNvSpPr>
          <p:nvPr/>
        </p:nvSpPr>
        <p:spPr>
          <a:xfrm rot="18900000" flipH="1">
            <a:off x="8310735" y="1441466"/>
            <a:ext cx="36000" cy="902938"/>
          </a:xfrm>
          <a:prstGeom prst="rect">
            <a:avLst/>
          </a:prstGeom>
          <a:solidFill>
            <a:srgbClr val="4BA3C7"/>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4" name="Retângulo 93">
            <a:extLst>
              <a:ext uri="{FF2B5EF4-FFF2-40B4-BE49-F238E27FC236}">
                <a16:creationId xmlns:a16="http://schemas.microsoft.com/office/drawing/2014/main" id="{1B62C94B-5D35-07FB-F5E0-7F851C93A7D9}"/>
              </a:ext>
            </a:extLst>
          </p:cNvPr>
          <p:cNvSpPr>
            <a:spLocks noGrp="1"/>
          </p:cNvSpPr>
          <p:nvPr/>
        </p:nvSpPr>
        <p:spPr>
          <a:xfrm rot="18900000" flipH="1">
            <a:off x="8265886" y="508233"/>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5" name="Retângulo 94">
            <a:extLst>
              <a:ext uri="{FF2B5EF4-FFF2-40B4-BE49-F238E27FC236}">
                <a16:creationId xmlns:a16="http://schemas.microsoft.com/office/drawing/2014/main" id="{7DC6C5AD-43E6-EF6F-6E01-250D5C3E563D}"/>
              </a:ext>
            </a:extLst>
          </p:cNvPr>
          <p:cNvSpPr>
            <a:spLocks noGrp="1"/>
          </p:cNvSpPr>
          <p:nvPr/>
        </p:nvSpPr>
        <p:spPr>
          <a:xfrm rot="18900000">
            <a:off x="10086762" y="3824456"/>
            <a:ext cx="36000" cy="2079606"/>
          </a:xfrm>
          <a:prstGeom prst="rect">
            <a:avLst/>
          </a:prstGeom>
          <a:solidFill>
            <a:srgbClr val="F5F1E6"/>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6" name="Retângulo 95">
            <a:extLst>
              <a:ext uri="{FF2B5EF4-FFF2-40B4-BE49-F238E27FC236}">
                <a16:creationId xmlns:a16="http://schemas.microsoft.com/office/drawing/2014/main" id="{CE140B4A-51E9-0CC1-749A-710E99756E65}"/>
              </a:ext>
            </a:extLst>
          </p:cNvPr>
          <p:cNvSpPr>
            <a:spLocks noGrp="1"/>
          </p:cNvSpPr>
          <p:nvPr/>
        </p:nvSpPr>
        <p:spPr>
          <a:xfrm rot="18900000">
            <a:off x="9936119" y="-80101"/>
            <a:ext cx="36000" cy="2079606"/>
          </a:xfrm>
          <a:prstGeom prst="rect">
            <a:avLst/>
          </a:prstGeom>
          <a:solidFill>
            <a:srgbClr val="9BA3B4"/>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7" name="Retângulo 96">
            <a:extLst>
              <a:ext uri="{FF2B5EF4-FFF2-40B4-BE49-F238E27FC236}">
                <a16:creationId xmlns:a16="http://schemas.microsoft.com/office/drawing/2014/main" id="{5DD3FEFD-B983-DA43-2B1D-DB069B95DFC2}"/>
              </a:ext>
            </a:extLst>
          </p:cNvPr>
          <p:cNvSpPr>
            <a:spLocks noGrp="1"/>
          </p:cNvSpPr>
          <p:nvPr/>
        </p:nvSpPr>
        <p:spPr>
          <a:xfrm rot="18900000">
            <a:off x="10576695" y="1949313"/>
            <a:ext cx="36000" cy="2886525"/>
          </a:xfrm>
          <a:prstGeom prst="rect">
            <a:avLst/>
          </a:prstGeom>
          <a:solidFill>
            <a:srgbClr val="B7DAE9"/>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8" name="Retângulo 97">
            <a:extLst>
              <a:ext uri="{FF2B5EF4-FFF2-40B4-BE49-F238E27FC236}">
                <a16:creationId xmlns:a16="http://schemas.microsoft.com/office/drawing/2014/main" id="{FCD43023-08BB-9665-B6C3-0BA0897EAB3B}"/>
              </a:ext>
            </a:extLst>
          </p:cNvPr>
          <p:cNvSpPr>
            <a:spLocks noGrp="1"/>
          </p:cNvSpPr>
          <p:nvPr/>
        </p:nvSpPr>
        <p:spPr>
          <a:xfrm rot="18900000" flipH="1">
            <a:off x="11454276" y="1383407"/>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Retângulo 5">
            <a:extLst>
              <a:ext uri="{FF2B5EF4-FFF2-40B4-BE49-F238E27FC236}">
                <a16:creationId xmlns:a16="http://schemas.microsoft.com/office/drawing/2014/main" id="{FACC30BE-9D83-7283-730A-F49E9BBAAB27}"/>
              </a:ext>
            </a:extLst>
          </p:cNvPr>
          <p:cNvSpPr>
            <a:spLocks noGrp="1"/>
          </p:cNvSpPr>
          <p:nvPr/>
        </p:nvSpPr>
        <p:spPr>
          <a:xfrm>
            <a:off x="0" y="-7620"/>
            <a:ext cx="12192000" cy="686562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4" name="Espaço Reservado para Imagem 83">
            <a:extLst>
              <a:ext uri="{FF2B5EF4-FFF2-40B4-BE49-F238E27FC236}">
                <a16:creationId xmlns:a16="http://schemas.microsoft.com/office/drawing/2014/main" id="{5BA63DD7-E64B-52DF-1671-0D97DF35B257}"/>
              </a:ext>
            </a:extLst>
          </p:cNvPr>
          <p:cNvSpPr>
            <a:spLocks noGrp="1"/>
          </p:cNvSpPr>
          <p:nvPr>
            <p:ph type="pic" idx="10"/>
          </p:nvPr>
        </p:nvSpPr>
        <p:spPr>
          <a:xfrm>
            <a:off x="5836920" y="-7938"/>
            <a:ext cx="6355080" cy="6865938"/>
          </a:xfrm>
          <a:custGeom>
            <a:avLst/>
            <a:gdLst>
              <a:gd name="connsiteX0" fmla="*/ 3536861 w 6355080"/>
              <a:gd name="connsiteY0" fmla="*/ 4135058 h 6865938"/>
              <a:gd name="connsiteX1" fmla="*/ 3531770 w 6355080"/>
              <a:gd name="connsiteY1" fmla="*/ 4140149 h 6865938"/>
              <a:gd name="connsiteX2" fmla="*/ 5002273 w 6355080"/>
              <a:gd name="connsiteY2" fmla="*/ 5610653 h 6865938"/>
              <a:gd name="connsiteX3" fmla="*/ 5007364 w 6355080"/>
              <a:gd name="connsiteY3" fmla="*/ 5605561 h 6865938"/>
              <a:gd name="connsiteX4" fmla="*/ 801713 w 6355080"/>
              <a:gd name="connsiteY4" fmla="*/ 2502185 h 6865938"/>
              <a:gd name="connsiteX5" fmla="*/ 796622 w 6355080"/>
              <a:gd name="connsiteY5" fmla="*/ 2507276 h 6865938"/>
              <a:gd name="connsiteX6" fmla="*/ 2267125 w 6355080"/>
              <a:gd name="connsiteY6" fmla="*/ 3977778 h 6865938"/>
              <a:gd name="connsiteX7" fmla="*/ 2272217 w 6355080"/>
              <a:gd name="connsiteY7" fmla="*/ 3972687 h 6865938"/>
              <a:gd name="connsiteX8" fmla="*/ 3741505 w 6355080"/>
              <a:gd name="connsiteY8" fmla="*/ 2378085 h 6865938"/>
              <a:gd name="connsiteX9" fmla="*/ 3736414 w 6355080"/>
              <a:gd name="connsiteY9" fmla="*/ 2383177 h 6865938"/>
              <a:gd name="connsiteX10" fmla="*/ 5777495 w 6355080"/>
              <a:gd name="connsiteY10" fmla="*/ 4424258 h 6865938"/>
              <a:gd name="connsiteX11" fmla="*/ 5782586 w 6355080"/>
              <a:gd name="connsiteY11" fmla="*/ 4419167 h 6865938"/>
              <a:gd name="connsiteX12" fmla="*/ 2176849 w 6355080"/>
              <a:gd name="connsiteY12" fmla="*/ 1579750 h 6865938"/>
              <a:gd name="connsiteX13" fmla="*/ 2171758 w 6355080"/>
              <a:gd name="connsiteY13" fmla="*/ 1584841 h 6865938"/>
              <a:gd name="connsiteX14" fmla="*/ 2810231 w 6355080"/>
              <a:gd name="connsiteY14" fmla="*/ 2223315 h 6865938"/>
              <a:gd name="connsiteX15" fmla="*/ 2815322 w 6355080"/>
              <a:gd name="connsiteY15" fmla="*/ 2218222 h 6865938"/>
              <a:gd name="connsiteX16" fmla="*/ 5320390 w 6355080"/>
              <a:gd name="connsiteY16" fmla="*/ 1521690 h 6865938"/>
              <a:gd name="connsiteX17" fmla="*/ 5315299 w 6355080"/>
              <a:gd name="connsiteY17" fmla="*/ 1526781 h 6865938"/>
              <a:gd name="connsiteX18" fmla="*/ 5953772 w 6355080"/>
              <a:gd name="connsiteY18" fmla="*/ 2165255 h 6865938"/>
              <a:gd name="connsiteX19" fmla="*/ 5958863 w 6355080"/>
              <a:gd name="connsiteY19" fmla="*/ 2160163 h 6865938"/>
              <a:gd name="connsiteX20" fmla="*/ 2132000 w 6355080"/>
              <a:gd name="connsiteY20" fmla="*/ 646516 h 6865938"/>
              <a:gd name="connsiteX21" fmla="*/ 2126909 w 6355080"/>
              <a:gd name="connsiteY21" fmla="*/ 651607 h 6865938"/>
              <a:gd name="connsiteX22" fmla="*/ 2765382 w 6355080"/>
              <a:gd name="connsiteY22" fmla="*/ 1290081 h 6865938"/>
              <a:gd name="connsiteX23" fmla="*/ 2770473 w 6355080"/>
              <a:gd name="connsiteY23" fmla="*/ 1284990 h 6865938"/>
              <a:gd name="connsiteX24" fmla="*/ 3386218 w 6355080"/>
              <a:gd name="connsiteY24" fmla="*/ 230501 h 6865938"/>
              <a:gd name="connsiteX25" fmla="*/ 3381127 w 6355080"/>
              <a:gd name="connsiteY25" fmla="*/ 235592 h 6865938"/>
              <a:gd name="connsiteX26" fmla="*/ 4851630 w 6355080"/>
              <a:gd name="connsiteY26" fmla="*/ 1706096 h 6865938"/>
              <a:gd name="connsiteX27" fmla="*/ 4856721 w 6355080"/>
              <a:gd name="connsiteY27" fmla="*/ 1701005 h 6865938"/>
              <a:gd name="connsiteX28" fmla="*/ 2199547 w 6355080"/>
              <a:gd name="connsiteY28" fmla="*/ 0 h 6865938"/>
              <a:gd name="connsiteX29" fmla="*/ 6355080 w 6355080"/>
              <a:gd name="connsiteY29" fmla="*/ 0 h 6865938"/>
              <a:gd name="connsiteX30" fmla="*/ 6355080 w 6355080"/>
              <a:gd name="connsiteY30" fmla="*/ 6865938 h 6865938"/>
              <a:gd name="connsiteX31" fmla="*/ 4741965 w 6355080"/>
              <a:gd name="connsiteY31" fmla="*/ 6865938 h 6865938"/>
              <a:gd name="connsiteX32" fmla="*/ 0 w 6355080"/>
              <a:gd name="connsiteY32" fmla="*/ 2175600 h 6865938"/>
            </a:gdLst>
            <a:ahLst/>
            <a:cxnLst/>
            <a:rect l="l" t="t" r="r" b="b"/>
            <a:pathLst>
              <a:path w="6355080" h="6865938">
                <a:moveTo>
                  <a:pt x="3536861" y="4135058"/>
                </a:moveTo>
                <a:lnTo>
                  <a:pt x="3531770" y="4140149"/>
                </a:lnTo>
                <a:lnTo>
                  <a:pt x="5002273" y="5610653"/>
                </a:lnTo>
                <a:lnTo>
                  <a:pt x="5007364" y="5605561"/>
                </a:lnTo>
                <a:close/>
                <a:moveTo>
                  <a:pt x="801713" y="2502185"/>
                </a:moveTo>
                <a:lnTo>
                  <a:pt x="796622" y="2507276"/>
                </a:lnTo>
                <a:lnTo>
                  <a:pt x="2267125" y="3977778"/>
                </a:lnTo>
                <a:lnTo>
                  <a:pt x="2272217" y="3972687"/>
                </a:lnTo>
                <a:close/>
                <a:moveTo>
                  <a:pt x="3741505" y="2378085"/>
                </a:moveTo>
                <a:lnTo>
                  <a:pt x="3736414" y="2383177"/>
                </a:lnTo>
                <a:lnTo>
                  <a:pt x="5777495" y="4424258"/>
                </a:lnTo>
                <a:lnTo>
                  <a:pt x="5782586" y="4419167"/>
                </a:lnTo>
                <a:close/>
                <a:moveTo>
                  <a:pt x="2176849" y="1579750"/>
                </a:moveTo>
                <a:lnTo>
                  <a:pt x="2171758" y="1584841"/>
                </a:lnTo>
                <a:lnTo>
                  <a:pt x="2810231" y="2223315"/>
                </a:lnTo>
                <a:lnTo>
                  <a:pt x="2815322" y="2218222"/>
                </a:lnTo>
                <a:close/>
                <a:moveTo>
                  <a:pt x="5320390" y="1521690"/>
                </a:moveTo>
                <a:lnTo>
                  <a:pt x="5315299" y="1526781"/>
                </a:lnTo>
                <a:lnTo>
                  <a:pt x="5953772" y="2165255"/>
                </a:lnTo>
                <a:lnTo>
                  <a:pt x="5958863" y="2160163"/>
                </a:lnTo>
                <a:close/>
                <a:moveTo>
                  <a:pt x="2132000" y="646516"/>
                </a:moveTo>
                <a:lnTo>
                  <a:pt x="2126909" y="651607"/>
                </a:lnTo>
                <a:lnTo>
                  <a:pt x="2765382" y="1290081"/>
                </a:lnTo>
                <a:lnTo>
                  <a:pt x="2770473" y="1284990"/>
                </a:lnTo>
                <a:close/>
                <a:moveTo>
                  <a:pt x="3386218" y="230501"/>
                </a:moveTo>
                <a:lnTo>
                  <a:pt x="3381127" y="235592"/>
                </a:lnTo>
                <a:lnTo>
                  <a:pt x="4851630" y="1706096"/>
                </a:lnTo>
                <a:lnTo>
                  <a:pt x="4856721" y="1701005"/>
                </a:lnTo>
                <a:close/>
                <a:moveTo>
                  <a:pt x="2199547" y="0"/>
                </a:moveTo>
                <a:lnTo>
                  <a:pt x="6355080" y="0"/>
                </a:lnTo>
                <a:lnTo>
                  <a:pt x="6355080" y="6865938"/>
                </a:lnTo>
                <a:lnTo>
                  <a:pt x="4741965" y="6865938"/>
                </a:lnTo>
                <a:lnTo>
                  <a:pt x="0" y="2175600"/>
                </a:lnTo>
                <a:close/>
              </a:path>
            </a:pathLst>
          </a:custGeom>
        </p:spPr>
        <p:txBody>
          <a:bodyPr wrap="square" tIns="2808000">
            <a:noAutofit/>
          </a:bodyPr>
          <a:lstStyle>
            <a:lvl1pPr marL="0" indent="0" algn="ctr">
              <a:buNone/>
              <a:defRPr sz="1100">
                <a:solidFill>
                  <a:srgbClr val="CDD1DA"/>
                </a:solidFill>
              </a:defRPr>
            </a:lvl1pPr>
          </a:lstStyle>
          <a:p>
            <a:endParaRPr/>
          </a:p>
        </p:txBody>
      </p:sp>
      <p:sp>
        <p:nvSpPr>
          <p:cNvPr id="20" name="Forma Livre: Forma 19">
            <a:extLst>
              <a:ext uri="{FF2B5EF4-FFF2-40B4-BE49-F238E27FC236}">
                <a16:creationId xmlns:a16="http://schemas.microsoft.com/office/drawing/2014/main" id="{A695A316-D76F-105F-1B34-01CFB1D86ED6}"/>
              </a:ext>
            </a:extLst>
          </p:cNvPr>
          <p:cNvSpPr>
            <a:spLocks noGrp="1"/>
          </p:cNvSpPr>
          <p:nvPr/>
        </p:nvSpPr>
        <p:spPr>
          <a:xfrm>
            <a:off x="5836920" y="3276815"/>
            <a:ext cx="4749539" cy="3581186"/>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8FA155">
                  <a:alpha val="2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21" name="Forma Livre: Forma 20">
            <a:extLst>
              <a:ext uri="{FF2B5EF4-FFF2-40B4-BE49-F238E27FC236}">
                <a16:creationId xmlns:a16="http://schemas.microsoft.com/office/drawing/2014/main" id="{2A316B86-901B-DD6C-190F-4EC4F6104CF4}"/>
              </a:ext>
            </a:extLst>
          </p:cNvPr>
          <p:cNvSpPr>
            <a:spLocks noGrp="1"/>
          </p:cNvSpPr>
          <p:nvPr/>
        </p:nvSpPr>
        <p:spPr>
          <a:xfrm>
            <a:off x="6680550" y="392429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8FA155">
                  <a:alpha val="2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27" name="Conector reto 26">
            <a:extLst>
              <a:ext uri="{FF2B5EF4-FFF2-40B4-BE49-F238E27FC236}">
                <a16:creationId xmlns:a16="http://schemas.microsoft.com/office/drawing/2014/main" id="{36C006D7-0523-4A2C-939E-577BDA49D3E7}"/>
              </a:ext>
            </a:extLst>
          </p:cNvPr>
          <p:cNvSpPr>
            <a:spLocks noGrp="1"/>
          </p:cNvSpPr>
          <p:nvPr/>
        </p:nvSpPr>
        <p:spPr>
          <a:xfrm flipH="1" flipV="1">
            <a:off x="7315620" y="4876800"/>
            <a:ext cx="1664969" cy="1664969"/>
          </a:xfrm>
          <a:prstGeom prst="line">
            <a:avLst/>
          </a:prstGeom>
          <a:ln>
            <a:solidFill>
              <a:srgbClr val="A8B777"/>
            </a:solidFill>
          </a:ln>
        </p:spPr>
        <p:style>
          <a:lnRef idx="1">
            <a:schemeClr val="accent1"/>
          </a:lnRef>
          <a:fillRef idx="0">
            <a:schemeClr val="accent1"/>
          </a:fillRef>
          <a:effectRef idx="0">
            <a:schemeClr val="accent1"/>
          </a:effectRef>
          <a:fontRef idx="minor">
            <a:schemeClr val="tx1"/>
          </a:fontRef>
        </p:style>
      </p:sp>
      <p:sp>
        <p:nvSpPr>
          <p:cNvPr id="30" name="Espaço Reservado para Texto 29">
            <a:extLst>
              <a:ext uri="{FF2B5EF4-FFF2-40B4-BE49-F238E27FC236}">
                <a16:creationId xmlns:a16="http://schemas.microsoft.com/office/drawing/2014/main" id="{33B682AE-B59C-7EED-A011-A111F8FCD691}"/>
              </a:ext>
            </a:extLst>
          </p:cNvPr>
          <p:cNvSpPr>
            <a:spLocks noGrp="1"/>
          </p:cNvSpPr>
          <p:nvPr>
            <p:ph type="body" idx="11"/>
          </p:nvPr>
        </p:nvSpPr>
        <p:spPr>
          <a:xfrm>
            <a:off x="355600" y="2855308"/>
            <a:ext cx="4970463" cy="861774"/>
          </a:xfrm>
        </p:spPr>
        <p:txBody>
          <a:bodyPr lIns="0" tIns="0" rIns="0" bIns="0" anchor="b">
            <a:spAutoFit/>
          </a:bodyPr>
          <a:lstStyle>
            <a:lvl1pPr marL="0" indent="0">
              <a:lnSpc>
                <a:spcPct val="100000"/>
              </a:lnSpc>
              <a:spcBef>
                <a:spcPts val="0"/>
              </a:spcBef>
              <a:buNone/>
              <a:defRPr cap="all" baseline="0">
                <a:solidFill>
                  <a:srgbClr val="82ADA9"/>
                </a:solidFill>
              </a:defRPr>
            </a:lvl1pPr>
            <a:lvl2pPr marL="457200" indent="0">
              <a:buNone/>
              <a:defRPr/>
            </a:lvl2pPr>
          </a:lstStyle>
          <a:p>
            <a:pPr>
              <a:buNone/>
            </a:pPr>
            <a:r>
              <a:t>Clique para editar os estilos de texto Mestres</a:t>
            </a:r>
          </a:p>
        </p:txBody>
      </p:sp>
      <p:sp>
        <p:nvSpPr>
          <p:cNvPr id="51" name="Conector reto 50">
            <a:extLst>
              <a:ext uri="{FF2B5EF4-FFF2-40B4-BE49-F238E27FC236}">
                <a16:creationId xmlns:a16="http://schemas.microsoft.com/office/drawing/2014/main" id="{BA5A094C-0D6B-4A7D-BFF4-D93226DA6E03}"/>
              </a:ext>
            </a:extLst>
          </p:cNvPr>
          <p:cNvSpPr>
            <a:spLocks noGrp="1"/>
          </p:cNvSpPr>
          <p:nvPr/>
        </p:nvSpPr>
        <p:spPr>
          <a:xfrm flipH="1" flipV="1">
            <a:off x="6368818" y="4409970"/>
            <a:ext cx="933659" cy="933659"/>
          </a:xfrm>
          <a:prstGeom prst="line">
            <a:avLst/>
          </a:prstGeom>
          <a:ln>
            <a:solidFill>
              <a:srgbClr val="A8B777"/>
            </a:solidFill>
          </a:ln>
        </p:spPr>
        <p:style>
          <a:lnRef idx="1">
            <a:schemeClr val="accent1"/>
          </a:lnRef>
          <a:fillRef idx="0">
            <a:schemeClr val="accent1"/>
          </a:fillRef>
          <a:effectRef idx="0">
            <a:schemeClr val="accent1"/>
          </a:effectRef>
          <a:fontRef idx="minor">
            <a:schemeClr val="tx1"/>
          </a:fontRef>
        </p:style>
      </p:sp>
      <p:sp>
        <p:nvSpPr>
          <p:cNvPr id="53" name="Espaço Reservado para Texto 29">
            <a:extLst>
              <a:ext uri="{FF2B5EF4-FFF2-40B4-BE49-F238E27FC236}">
                <a16:creationId xmlns:a16="http://schemas.microsoft.com/office/drawing/2014/main" id="{57EC0EC8-C415-12A2-DFB1-D87EC3881C17}"/>
              </a:ext>
            </a:extLst>
          </p:cNvPr>
          <p:cNvSpPr>
            <a:spLocks noGrp="1"/>
          </p:cNvSpPr>
          <p:nvPr>
            <p:ph type="body" idx="12"/>
          </p:nvPr>
        </p:nvSpPr>
        <p:spPr>
          <a:xfrm>
            <a:off x="355600" y="3831035"/>
            <a:ext cx="4970463" cy="307777"/>
          </a:xfrm>
        </p:spPr>
        <p:txBody>
          <a:bodyPr lIns="0" tIns="0" rIns="0" bIns="0" anchor="t">
            <a:spAutoFit/>
          </a:bodyPr>
          <a:lstStyle>
            <a:lvl1pPr marL="0" indent="0">
              <a:lnSpc>
                <a:spcPct val="100000"/>
              </a:lnSpc>
              <a:spcBef>
                <a:spcPts val="0"/>
              </a:spcBef>
              <a:buNone/>
              <a:defRPr sz="2000" cap="none" baseline="0">
                <a:solidFill>
                  <a:srgbClr val="69758F"/>
                </a:solidFill>
              </a:defRPr>
            </a:lvl1pPr>
            <a:lvl2pPr marL="457200" indent="0">
              <a:buNone/>
              <a:defRPr/>
            </a:lvl2pPr>
          </a:lstStyle>
          <a:p>
            <a:pPr>
              <a:buNone/>
            </a:pPr>
            <a:r>
              <a:t>Clique para editar os estilos de texto Mestres</a:t>
            </a:r>
          </a:p>
        </p:txBody>
      </p:sp>
      <p:sp>
        <p:nvSpPr>
          <p:cNvPr id="54" name="Retângulo 53">
            <a:extLst>
              <a:ext uri="{FF2B5EF4-FFF2-40B4-BE49-F238E27FC236}">
                <a16:creationId xmlns:a16="http://schemas.microsoft.com/office/drawing/2014/main" id="{710B3518-D4AF-78C1-23D5-55E53F14B173}"/>
              </a:ext>
            </a:extLst>
          </p:cNvPr>
          <p:cNvSpPr>
            <a:spLocks noGrp="1"/>
          </p:cNvSpPr>
          <p:nvPr/>
        </p:nvSpPr>
        <p:spPr>
          <a:xfrm>
            <a:off x="355600" y="3717082"/>
            <a:ext cx="1346868" cy="45719"/>
          </a:xfrm>
          <a:prstGeom prst="rect">
            <a:avLst/>
          </a:prstGeom>
          <a:solidFill>
            <a:srgbClr val="82ADA9"/>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5" name="Forma Livre: Forma 54">
            <a:extLst>
              <a:ext uri="{FF2B5EF4-FFF2-40B4-BE49-F238E27FC236}">
                <a16:creationId xmlns:a16="http://schemas.microsoft.com/office/drawing/2014/main" id="{F123732E-376F-BDDA-C444-2AC988B74A12}"/>
              </a:ext>
            </a:extLst>
          </p:cNvPr>
          <p:cNvSpPr>
            <a:spLocks noGrp="1"/>
          </p:cNvSpPr>
          <p:nvPr/>
        </p:nvSpPr>
        <p:spPr>
          <a:xfrm>
            <a:off x="4920573" y="427481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8FA155">
                  <a:alpha val="2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56" name="Forma Livre: Forma 55">
            <a:extLst>
              <a:ext uri="{FF2B5EF4-FFF2-40B4-BE49-F238E27FC236}">
                <a16:creationId xmlns:a16="http://schemas.microsoft.com/office/drawing/2014/main" id="{ED9F62ED-C357-8E1B-7286-5410679E7073}"/>
              </a:ext>
            </a:extLst>
          </p:cNvPr>
          <p:cNvSpPr>
            <a:spLocks noGrp="1"/>
          </p:cNvSpPr>
          <p:nvPr/>
        </p:nvSpPr>
        <p:spPr>
          <a:xfrm>
            <a:off x="4942249" y="4770521"/>
            <a:ext cx="2768514" cy="2087479"/>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8FA155">
                  <a:alpha val="2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57" name="Conector reto 56">
            <a:extLst>
              <a:ext uri="{FF2B5EF4-FFF2-40B4-BE49-F238E27FC236}">
                <a16:creationId xmlns:a16="http://schemas.microsoft.com/office/drawing/2014/main" id="{FA5DB7CE-6C8A-49CC-A46B-78A31D510CA5}"/>
              </a:ext>
            </a:extLst>
          </p:cNvPr>
          <p:cNvSpPr>
            <a:spLocks noGrp="1"/>
          </p:cNvSpPr>
          <p:nvPr/>
        </p:nvSpPr>
        <p:spPr>
          <a:xfrm flipH="1" flipV="1">
            <a:off x="148697" y="5709145"/>
            <a:ext cx="933659" cy="933659"/>
          </a:xfrm>
          <a:prstGeom prst="line">
            <a:avLst/>
          </a:prstGeom>
          <a:ln>
            <a:solidFill>
              <a:srgbClr val="A8B777"/>
            </a:solidFill>
          </a:ln>
        </p:spPr>
        <p:style>
          <a:lnRef idx="1">
            <a:schemeClr val="accent1"/>
          </a:lnRef>
          <a:fillRef idx="0">
            <a:schemeClr val="accent1"/>
          </a:fillRef>
          <a:effectRef idx="0">
            <a:schemeClr val="accent1"/>
          </a:effectRef>
          <a:fontRef idx="minor">
            <a:schemeClr val="tx1"/>
          </a:fontRef>
        </p:style>
      </p:sp>
      <p:sp>
        <p:nvSpPr>
          <p:cNvPr id="58" name="Conector reto 57">
            <a:extLst>
              <a:ext uri="{FF2B5EF4-FFF2-40B4-BE49-F238E27FC236}">
                <a16:creationId xmlns:a16="http://schemas.microsoft.com/office/drawing/2014/main" id="{6EEDA98B-F0FC-470B-94C8-DC1C370EDB4A}"/>
              </a:ext>
            </a:extLst>
          </p:cNvPr>
          <p:cNvSpPr>
            <a:spLocks noGrp="1"/>
          </p:cNvSpPr>
          <p:nvPr/>
        </p:nvSpPr>
        <p:spPr>
          <a:xfrm flipH="1" flipV="1">
            <a:off x="1048211" y="5011153"/>
            <a:ext cx="1496327" cy="1496327"/>
          </a:xfrm>
          <a:prstGeom prst="line">
            <a:avLst/>
          </a:prstGeom>
          <a:ln>
            <a:solidFill>
              <a:srgbClr val="A8B777"/>
            </a:solidFill>
          </a:ln>
        </p:spPr>
        <p:style>
          <a:lnRef idx="1">
            <a:schemeClr val="accent1"/>
          </a:lnRef>
          <a:fillRef idx="0">
            <a:schemeClr val="accent1"/>
          </a:fillRef>
          <a:effectRef idx="0">
            <a:schemeClr val="accent1"/>
          </a:effectRef>
          <a:fontRef idx="minor">
            <a:schemeClr val="tx1"/>
          </a:fontRef>
        </p:style>
      </p:sp>
      <p:sp>
        <p:nvSpPr>
          <p:cNvPr id="62" name="Forma Livre: Forma 61">
            <a:extLst>
              <a:ext uri="{FF2B5EF4-FFF2-40B4-BE49-F238E27FC236}">
                <a16:creationId xmlns:a16="http://schemas.microsoft.com/office/drawing/2014/main" id="{FDE7083E-77F3-910B-592C-868ADCAE10B8}"/>
              </a:ext>
            </a:extLst>
          </p:cNvPr>
          <p:cNvSpPr>
            <a:spLocks noGrp="1"/>
          </p:cNvSpPr>
          <p:nvPr/>
        </p:nvSpPr>
        <p:spPr>
          <a:xfrm flipH="1">
            <a:off x="5735353" y="115578"/>
            <a:ext cx="2171757" cy="163752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8FA155">
                  <a:alpha val="2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63" name="Forma Livre: Forma 62">
            <a:extLst>
              <a:ext uri="{FF2B5EF4-FFF2-40B4-BE49-F238E27FC236}">
                <a16:creationId xmlns:a16="http://schemas.microsoft.com/office/drawing/2014/main" id="{891293D5-F76E-27B6-4DB3-5F58ACBA88A6}"/>
              </a:ext>
            </a:extLst>
          </p:cNvPr>
          <p:cNvSpPr>
            <a:spLocks noGrp="1"/>
          </p:cNvSpPr>
          <p:nvPr/>
        </p:nvSpPr>
        <p:spPr>
          <a:xfrm flipH="1">
            <a:off x="5943224" y="-121372"/>
            <a:ext cx="1963886" cy="1480784"/>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8FA155">
                  <a:alpha val="2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65" name="Forma Livre: Forma 64">
            <a:extLst>
              <a:ext uri="{FF2B5EF4-FFF2-40B4-BE49-F238E27FC236}">
                <a16:creationId xmlns:a16="http://schemas.microsoft.com/office/drawing/2014/main" id="{D307ABE8-2253-FDCC-8A16-6A8F3F9D6616}"/>
              </a:ext>
            </a:extLst>
          </p:cNvPr>
          <p:cNvSpPr>
            <a:spLocks noGrp="1"/>
          </p:cNvSpPr>
          <p:nvPr/>
        </p:nvSpPr>
        <p:spPr>
          <a:xfrm flipH="1">
            <a:off x="3946764" y="-45931"/>
            <a:ext cx="2937715" cy="2215058"/>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8FA155">
                  <a:alpha val="2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66" name="Forma Livre: Forma 65">
            <a:extLst>
              <a:ext uri="{FF2B5EF4-FFF2-40B4-BE49-F238E27FC236}">
                <a16:creationId xmlns:a16="http://schemas.microsoft.com/office/drawing/2014/main" id="{1BA9BA2F-BA68-93B2-6BF8-FAB13C2AACD0}"/>
              </a:ext>
            </a:extLst>
          </p:cNvPr>
          <p:cNvSpPr>
            <a:spLocks noGrp="1"/>
          </p:cNvSpPr>
          <p:nvPr/>
        </p:nvSpPr>
        <p:spPr>
          <a:xfrm flipH="1">
            <a:off x="4130219" y="129158"/>
            <a:ext cx="3007133" cy="226740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8FA155">
                  <a:alpha val="2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pic>
        <p:nvPicPr>
          <p:cNvPr id="126" name="Imagem 66"/>
          <p:cNvPicPr>
            <a:picLocks noChangeAspect="1"/>
          </p:cNvPicPr>
          <p:nvPr/>
        </p:nvPicPr>
        <p:blipFill>
          <a:blip r:embed="rId2">
            <a:alphaModFix amt="45000"/>
          </a:blip>
          <a:stretch>
            <a:fillRect/>
          </a:stretch>
        </p:blipFill>
        <p:spPr>
          <a:xfrm rot="2699617">
            <a:off x="5138825" y="4258455"/>
            <a:ext cx="5580000" cy="108000"/>
          </a:xfrm>
          <a:prstGeom prst="rect">
            <a:avLst/>
          </a:prstGeom>
        </p:spPr>
      </p:pic>
      <p:pic>
        <p:nvPicPr>
          <p:cNvPr id="127" name="Imagem 67"/>
          <p:cNvPicPr>
            <a:picLocks noChangeAspect="1"/>
          </p:cNvPicPr>
          <p:nvPr/>
        </p:nvPicPr>
        <p:blipFill>
          <a:blip r:embed="rId2">
            <a:alphaModFix amt="45000"/>
          </a:blip>
          <a:stretch>
            <a:fillRect/>
          </a:stretch>
        </p:blipFill>
        <p:spPr>
          <a:xfrm rot="18900383" flipV="1">
            <a:off x="5203546" y="932963"/>
            <a:ext cx="3498233" cy="108000"/>
          </a:xfrm>
          <a:prstGeom prst="rect">
            <a:avLst/>
          </a:prstGeom>
        </p:spPr>
      </p:pic>
      <p:pic>
        <p:nvPicPr>
          <p:cNvPr id="128" name="Imagem 1"/>
          <p:cNvPicPr>
            <a:picLocks noChangeAspect="1"/>
          </p:cNvPicPr>
          <p:nvPr/>
        </p:nvPicPr>
        <p:blipFill>
          <a:blip r:embed="rId3"/>
          <a:stretch>
            <a:fillRect/>
          </a:stretch>
        </p:blipFill>
        <p:spPr>
          <a:xfrm>
            <a:off x="511782" y="394936"/>
            <a:ext cx="1461600" cy="666662"/>
          </a:xfrm>
          <a:prstGeom prst="rect">
            <a:avLst/>
          </a:prstGeom>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8_Layout Personalizado">
    <p:spTree>
      <p:nvGrpSpPr>
        <p:cNvPr id="1" name=""/>
        <p:cNvGrpSpPr/>
        <p:nvPr/>
      </p:nvGrpSpPr>
      <p:grpSpPr>
        <a:xfrm>
          <a:off x="0" y="0"/>
          <a:ext cx="0" cy="0"/>
          <a:chOff x="0" y="0"/>
          <a:chExt cx="0" cy="0"/>
        </a:xfrm>
      </p:grpSpPr>
      <p:sp>
        <p:nvSpPr>
          <p:cNvPr id="92" name="Retângulo 91">
            <a:extLst>
              <a:ext uri="{FF2B5EF4-FFF2-40B4-BE49-F238E27FC236}">
                <a16:creationId xmlns:a16="http://schemas.microsoft.com/office/drawing/2014/main" id="{6D02AABB-BBEC-16AA-E325-687DB17C4F56}"/>
              </a:ext>
            </a:extLst>
          </p:cNvPr>
          <p:cNvSpPr>
            <a:spLocks noGrp="1"/>
          </p:cNvSpPr>
          <p:nvPr/>
        </p:nvSpPr>
        <p:spPr>
          <a:xfrm rot="18900000">
            <a:off x="7351614" y="2191582"/>
            <a:ext cx="36000" cy="2079606"/>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3" name="Retângulo 92">
            <a:extLst>
              <a:ext uri="{FF2B5EF4-FFF2-40B4-BE49-F238E27FC236}">
                <a16:creationId xmlns:a16="http://schemas.microsoft.com/office/drawing/2014/main" id="{2A4AF966-040B-3FA1-8DE0-EF94E1469688}"/>
              </a:ext>
            </a:extLst>
          </p:cNvPr>
          <p:cNvSpPr>
            <a:spLocks noGrp="1"/>
          </p:cNvSpPr>
          <p:nvPr/>
        </p:nvSpPr>
        <p:spPr>
          <a:xfrm rot="18900000" flipH="1">
            <a:off x="8310735" y="1441466"/>
            <a:ext cx="36000" cy="902938"/>
          </a:xfrm>
          <a:prstGeom prst="rect">
            <a:avLst/>
          </a:prstGeom>
          <a:solidFill>
            <a:srgbClr val="4BA3C7"/>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4" name="Retângulo 93">
            <a:extLst>
              <a:ext uri="{FF2B5EF4-FFF2-40B4-BE49-F238E27FC236}">
                <a16:creationId xmlns:a16="http://schemas.microsoft.com/office/drawing/2014/main" id="{1B62C94B-5D35-07FB-F5E0-7F851C93A7D9}"/>
              </a:ext>
            </a:extLst>
          </p:cNvPr>
          <p:cNvSpPr>
            <a:spLocks noGrp="1"/>
          </p:cNvSpPr>
          <p:nvPr/>
        </p:nvSpPr>
        <p:spPr>
          <a:xfrm rot="18900000" flipH="1">
            <a:off x="8265886" y="508233"/>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5" name="Retângulo 94">
            <a:extLst>
              <a:ext uri="{FF2B5EF4-FFF2-40B4-BE49-F238E27FC236}">
                <a16:creationId xmlns:a16="http://schemas.microsoft.com/office/drawing/2014/main" id="{7DC6C5AD-43E6-EF6F-6E01-250D5C3E563D}"/>
              </a:ext>
            </a:extLst>
          </p:cNvPr>
          <p:cNvSpPr>
            <a:spLocks noGrp="1"/>
          </p:cNvSpPr>
          <p:nvPr/>
        </p:nvSpPr>
        <p:spPr>
          <a:xfrm rot="18900000">
            <a:off x="10086762" y="3824456"/>
            <a:ext cx="36000" cy="2079606"/>
          </a:xfrm>
          <a:prstGeom prst="rect">
            <a:avLst/>
          </a:prstGeom>
          <a:solidFill>
            <a:srgbClr val="F5F1E6"/>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6" name="Retângulo 95">
            <a:extLst>
              <a:ext uri="{FF2B5EF4-FFF2-40B4-BE49-F238E27FC236}">
                <a16:creationId xmlns:a16="http://schemas.microsoft.com/office/drawing/2014/main" id="{CE140B4A-51E9-0CC1-749A-710E99756E65}"/>
              </a:ext>
            </a:extLst>
          </p:cNvPr>
          <p:cNvSpPr>
            <a:spLocks noGrp="1"/>
          </p:cNvSpPr>
          <p:nvPr/>
        </p:nvSpPr>
        <p:spPr>
          <a:xfrm rot="18900000">
            <a:off x="9936119" y="-80101"/>
            <a:ext cx="36000" cy="2079606"/>
          </a:xfrm>
          <a:prstGeom prst="rect">
            <a:avLst/>
          </a:prstGeom>
          <a:solidFill>
            <a:srgbClr val="9BA3B4"/>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7" name="Retângulo 96">
            <a:extLst>
              <a:ext uri="{FF2B5EF4-FFF2-40B4-BE49-F238E27FC236}">
                <a16:creationId xmlns:a16="http://schemas.microsoft.com/office/drawing/2014/main" id="{5DD3FEFD-B983-DA43-2B1D-DB069B95DFC2}"/>
              </a:ext>
            </a:extLst>
          </p:cNvPr>
          <p:cNvSpPr>
            <a:spLocks noGrp="1"/>
          </p:cNvSpPr>
          <p:nvPr/>
        </p:nvSpPr>
        <p:spPr>
          <a:xfrm rot="18900000">
            <a:off x="10576695" y="1949313"/>
            <a:ext cx="36000" cy="2886525"/>
          </a:xfrm>
          <a:prstGeom prst="rect">
            <a:avLst/>
          </a:prstGeom>
          <a:solidFill>
            <a:srgbClr val="B7DAE9"/>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8" name="Retângulo 97">
            <a:extLst>
              <a:ext uri="{FF2B5EF4-FFF2-40B4-BE49-F238E27FC236}">
                <a16:creationId xmlns:a16="http://schemas.microsoft.com/office/drawing/2014/main" id="{FCD43023-08BB-9665-B6C3-0BA0897EAB3B}"/>
              </a:ext>
            </a:extLst>
          </p:cNvPr>
          <p:cNvSpPr>
            <a:spLocks noGrp="1"/>
          </p:cNvSpPr>
          <p:nvPr/>
        </p:nvSpPr>
        <p:spPr>
          <a:xfrm rot="18900000" flipH="1">
            <a:off x="11454276" y="1383407"/>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Retângulo 5">
            <a:extLst>
              <a:ext uri="{FF2B5EF4-FFF2-40B4-BE49-F238E27FC236}">
                <a16:creationId xmlns:a16="http://schemas.microsoft.com/office/drawing/2014/main" id="{FACC30BE-9D83-7283-730A-F49E9BBAAB27}"/>
              </a:ext>
            </a:extLst>
          </p:cNvPr>
          <p:cNvSpPr>
            <a:spLocks noGrp="1"/>
          </p:cNvSpPr>
          <p:nvPr/>
        </p:nvSpPr>
        <p:spPr>
          <a:xfrm>
            <a:off x="0" y="-7620"/>
            <a:ext cx="12192000" cy="686562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4" name="Espaço Reservado para Imagem 83">
            <a:extLst>
              <a:ext uri="{FF2B5EF4-FFF2-40B4-BE49-F238E27FC236}">
                <a16:creationId xmlns:a16="http://schemas.microsoft.com/office/drawing/2014/main" id="{5BA63DD7-E64B-52DF-1671-0D97DF35B257}"/>
              </a:ext>
            </a:extLst>
          </p:cNvPr>
          <p:cNvSpPr>
            <a:spLocks noGrp="1"/>
          </p:cNvSpPr>
          <p:nvPr>
            <p:ph type="pic" idx="10"/>
          </p:nvPr>
        </p:nvSpPr>
        <p:spPr>
          <a:xfrm>
            <a:off x="5836920" y="-7938"/>
            <a:ext cx="6355080" cy="6865938"/>
          </a:xfrm>
          <a:custGeom>
            <a:avLst/>
            <a:gdLst>
              <a:gd name="connsiteX0" fmla="*/ 3536861 w 6355080"/>
              <a:gd name="connsiteY0" fmla="*/ 4135058 h 6865938"/>
              <a:gd name="connsiteX1" fmla="*/ 3531770 w 6355080"/>
              <a:gd name="connsiteY1" fmla="*/ 4140149 h 6865938"/>
              <a:gd name="connsiteX2" fmla="*/ 5002273 w 6355080"/>
              <a:gd name="connsiteY2" fmla="*/ 5610653 h 6865938"/>
              <a:gd name="connsiteX3" fmla="*/ 5007364 w 6355080"/>
              <a:gd name="connsiteY3" fmla="*/ 5605561 h 6865938"/>
              <a:gd name="connsiteX4" fmla="*/ 801713 w 6355080"/>
              <a:gd name="connsiteY4" fmla="*/ 2502185 h 6865938"/>
              <a:gd name="connsiteX5" fmla="*/ 796622 w 6355080"/>
              <a:gd name="connsiteY5" fmla="*/ 2507276 h 6865938"/>
              <a:gd name="connsiteX6" fmla="*/ 2267125 w 6355080"/>
              <a:gd name="connsiteY6" fmla="*/ 3977778 h 6865938"/>
              <a:gd name="connsiteX7" fmla="*/ 2272217 w 6355080"/>
              <a:gd name="connsiteY7" fmla="*/ 3972687 h 6865938"/>
              <a:gd name="connsiteX8" fmla="*/ 3741505 w 6355080"/>
              <a:gd name="connsiteY8" fmla="*/ 2378085 h 6865938"/>
              <a:gd name="connsiteX9" fmla="*/ 3736414 w 6355080"/>
              <a:gd name="connsiteY9" fmla="*/ 2383177 h 6865938"/>
              <a:gd name="connsiteX10" fmla="*/ 5777495 w 6355080"/>
              <a:gd name="connsiteY10" fmla="*/ 4424258 h 6865938"/>
              <a:gd name="connsiteX11" fmla="*/ 5782586 w 6355080"/>
              <a:gd name="connsiteY11" fmla="*/ 4419167 h 6865938"/>
              <a:gd name="connsiteX12" fmla="*/ 2176849 w 6355080"/>
              <a:gd name="connsiteY12" fmla="*/ 1579750 h 6865938"/>
              <a:gd name="connsiteX13" fmla="*/ 2171758 w 6355080"/>
              <a:gd name="connsiteY13" fmla="*/ 1584841 h 6865938"/>
              <a:gd name="connsiteX14" fmla="*/ 2810231 w 6355080"/>
              <a:gd name="connsiteY14" fmla="*/ 2223315 h 6865938"/>
              <a:gd name="connsiteX15" fmla="*/ 2815322 w 6355080"/>
              <a:gd name="connsiteY15" fmla="*/ 2218222 h 6865938"/>
              <a:gd name="connsiteX16" fmla="*/ 5320390 w 6355080"/>
              <a:gd name="connsiteY16" fmla="*/ 1521690 h 6865938"/>
              <a:gd name="connsiteX17" fmla="*/ 5315299 w 6355080"/>
              <a:gd name="connsiteY17" fmla="*/ 1526781 h 6865938"/>
              <a:gd name="connsiteX18" fmla="*/ 5953772 w 6355080"/>
              <a:gd name="connsiteY18" fmla="*/ 2165255 h 6865938"/>
              <a:gd name="connsiteX19" fmla="*/ 5958863 w 6355080"/>
              <a:gd name="connsiteY19" fmla="*/ 2160163 h 6865938"/>
              <a:gd name="connsiteX20" fmla="*/ 2132000 w 6355080"/>
              <a:gd name="connsiteY20" fmla="*/ 646516 h 6865938"/>
              <a:gd name="connsiteX21" fmla="*/ 2126909 w 6355080"/>
              <a:gd name="connsiteY21" fmla="*/ 651607 h 6865938"/>
              <a:gd name="connsiteX22" fmla="*/ 2765382 w 6355080"/>
              <a:gd name="connsiteY22" fmla="*/ 1290081 h 6865938"/>
              <a:gd name="connsiteX23" fmla="*/ 2770473 w 6355080"/>
              <a:gd name="connsiteY23" fmla="*/ 1284990 h 6865938"/>
              <a:gd name="connsiteX24" fmla="*/ 3386218 w 6355080"/>
              <a:gd name="connsiteY24" fmla="*/ 230501 h 6865938"/>
              <a:gd name="connsiteX25" fmla="*/ 3381127 w 6355080"/>
              <a:gd name="connsiteY25" fmla="*/ 235592 h 6865938"/>
              <a:gd name="connsiteX26" fmla="*/ 4851630 w 6355080"/>
              <a:gd name="connsiteY26" fmla="*/ 1706096 h 6865938"/>
              <a:gd name="connsiteX27" fmla="*/ 4856721 w 6355080"/>
              <a:gd name="connsiteY27" fmla="*/ 1701005 h 6865938"/>
              <a:gd name="connsiteX28" fmla="*/ 2199547 w 6355080"/>
              <a:gd name="connsiteY28" fmla="*/ 0 h 6865938"/>
              <a:gd name="connsiteX29" fmla="*/ 6355080 w 6355080"/>
              <a:gd name="connsiteY29" fmla="*/ 0 h 6865938"/>
              <a:gd name="connsiteX30" fmla="*/ 6355080 w 6355080"/>
              <a:gd name="connsiteY30" fmla="*/ 6865938 h 6865938"/>
              <a:gd name="connsiteX31" fmla="*/ 4741965 w 6355080"/>
              <a:gd name="connsiteY31" fmla="*/ 6865938 h 6865938"/>
              <a:gd name="connsiteX32" fmla="*/ 0 w 6355080"/>
              <a:gd name="connsiteY32" fmla="*/ 2175600 h 6865938"/>
            </a:gdLst>
            <a:ahLst/>
            <a:cxnLst/>
            <a:rect l="l" t="t" r="r" b="b"/>
            <a:pathLst>
              <a:path w="6355080" h="6865938">
                <a:moveTo>
                  <a:pt x="3536861" y="4135058"/>
                </a:moveTo>
                <a:lnTo>
                  <a:pt x="3531770" y="4140149"/>
                </a:lnTo>
                <a:lnTo>
                  <a:pt x="5002273" y="5610653"/>
                </a:lnTo>
                <a:lnTo>
                  <a:pt x="5007364" y="5605561"/>
                </a:lnTo>
                <a:close/>
                <a:moveTo>
                  <a:pt x="801713" y="2502185"/>
                </a:moveTo>
                <a:lnTo>
                  <a:pt x="796622" y="2507276"/>
                </a:lnTo>
                <a:lnTo>
                  <a:pt x="2267125" y="3977778"/>
                </a:lnTo>
                <a:lnTo>
                  <a:pt x="2272217" y="3972687"/>
                </a:lnTo>
                <a:close/>
                <a:moveTo>
                  <a:pt x="3741505" y="2378085"/>
                </a:moveTo>
                <a:lnTo>
                  <a:pt x="3736414" y="2383177"/>
                </a:lnTo>
                <a:lnTo>
                  <a:pt x="5777495" y="4424258"/>
                </a:lnTo>
                <a:lnTo>
                  <a:pt x="5782586" y="4419167"/>
                </a:lnTo>
                <a:close/>
                <a:moveTo>
                  <a:pt x="2176849" y="1579750"/>
                </a:moveTo>
                <a:lnTo>
                  <a:pt x="2171758" y="1584841"/>
                </a:lnTo>
                <a:lnTo>
                  <a:pt x="2810231" y="2223315"/>
                </a:lnTo>
                <a:lnTo>
                  <a:pt x="2815322" y="2218222"/>
                </a:lnTo>
                <a:close/>
                <a:moveTo>
                  <a:pt x="5320390" y="1521690"/>
                </a:moveTo>
                <a:lnTo>
                  <a:pt x="5315299" y="1526781"/>
                </a:lnTo>
                <a:lnTo>
                  <a:pt x="5953772" y="2165255"/>
                </a:lnTo>
                <a:lnTo>
                  <a:pt x="5958863" y="2160163"/>
                </a:lnTo>
                <a:close/>
                <a:moveTo>
                  <a:pt x="2132000" y="646516"/>
                </a:moveTo>
                <a:lnTo>
                  <a:pt x="2126909" y="651607"/>
                </a:lnTo>
                <a:lnTo>
                  <a:pt x="2765382" y="1290081"/>
                </a:lnTo>
                <a:lnTo>
                  <a:pt x="2770473" y="1284990"/>
                </a:lnTo>
                <a:close/>
                <a:moveTo>
                  <a:pt x="3386218" y="230501"/>
                </a:moveTo>
                <a:lnTo>
                  <a:pt x="3381127" y="235592"/>
                </a:lnTo>
                <a:lnTo>
                  <a:pt x="4851630" y="1706096"/>
                </a:lnTo>
                <a:lnTo>
                  <a:pt x="4856721" y="1701005"/>
                </a:lnTo>
                <a:close/>
                <a:moveTo>
                  <a:pt x="2199547" y="0"/>
                </a:moveTo>
                <a:lnTo>
                  <a:pt x="6355080" y="0"/>
                </a:lnTo>
                <a:lnTo>
                  <a:pt x="6355080" y="6865938"/>
                </a:lnTo>
                <a:lnTo>
                  <a:pt x="4741965" y="6865938"/>
                </a:lnTo>
                <a:lnTo>
                  <a:pt x="0" y="2175600"/>
                </a:lnTo>
                <a:close/>
              </a:path>
            </a:pathLst>
          </a:custGeom>
        </p:spPr>
        <p:txBody>
          <a:bodyPr wrap="square" tIns="2808000">
            <a:noAutofit/>
          </a:bodyPr>
          <a:lstStyle>
            <a:lvl1pPr marL="0" indent="0" algn="ctr">
              <a:buNone/>
              <a:defRPr sz="1100">
                <a:solidFill>
                  <a:srgbClr val="CDD1DA"/>
                </a:solidFill>
              </a:defRPr>
            </a:lvl1pPr>
          </a:lstStyle>
          <a:p>
            <a:endParaRPr/>
          </a:p>
        </p:txBody>
      </p:sp>
      <p:sp>
        <p:nvSpPr>
          <p:cNvPr id="20" name="Forma Livre: Forma 19">
            <a:extLst>
              <a:ext uri="{FF2B5EF4-FFF2-40B4-BE49-F238E27FC236}">
                <a16:creationId xmlns:a16="http://schemas.microsoft.com/office/drawing/2014/main" id="{A695A316-D76F-105F-1B34-01CFB1D86ED6}"/>
              </a:ext>
            </a:extLst>
          </p:cNvPr>
          <p:cNvSpPr>
            <a:spLocks noGrp="1"/>
          </p:cNvSpPr>
          <p:nvPr/>
        </p:nvSpPr>
        <p:spPr>
          <a:xfrm>
            <a:off x="5836920" y="3276815"/>
            <a:ext cx="4749539" cy="3581186"/>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5072A9">
                  <a:alpha val="12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21" name="Forma Livre: Forma 20">
            <a:extLst>
              <a:ext uri="{FF2B5EF4-FFF2-40B4-BE49-F238E27FC236}">
                <a16:creationId xmlns:a16="http://schemas.microsoft.com/office/drawing/2014/main" id="{2A316B86-901B-DD6C-190F-4EC4F6104CF4}"/>
              </a:ext>
            </a:extLst>
          </p:cNvPr>
          <p:cNvSpPr>
            <a:spLocks noGrp="1"/>
          </p:cNvSpPr>
          <p:nvPr/>
        </p:nvSpPr>
        <p:spPr>
          <a:xfrm>
            <a:off x="6680550" y="392429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5072A9">
                  <a:alpha val="12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27" name="Conector reto 26">
            <a:extLst>
              <a:ext uri="{FF2B5EF4-FFF2-40B4-BE49-F238E27FC236}">
                <a16:creationId xmlns:a16="http://schemas.microsoft.com/office/drawing/2014/main" id="{8C2C2642-7034-4ACB-8B20-77F8AD43CAF1}"/>
              </a:ext>
            </a:extLst>
          </p:cNvPr>
          <p:cNvSpPr>
            <a:spLocks noGrp="1"/>
          </p:cNvSpPr>
          <p:nvPr/>
        </p:nvSpPr>
        <p:spPr>
          <a:xfrm flipH="1" flipV="1">
            <a:off x="7315620" y="4876800"/>
            <a:ext cx="1664969" cy="1664969"/>
          </a:xfrm>
          <a:prstGeom prst="line">
            <a:avLst/>
          </a:prstGeom>
          <a:ln>
            <a:solidFill>
              <a:srgbClr val="82ADA9"/>
            </a:solidFill>
          </a:ln>
        </p:spPr>
        <p:style>
          <a:lnRef idx="1">
            <a:schemeClr val="accent1"/>
          </a:lnRef>
          <a:fillRef idx="0">
            <a:schemeClr val="accent1"/>
          </a:fillRef>
          <a:effectRef idx="0">
            <a:schemeClr val="accent1"/>
          </a:effectRef>
          <a:fontRef idx="minor">
            <a:schemeClr val="tx1"/>
          </a:fontRef>
        </p:style>
      </p:sp>
      <p:sp>
        <p:nvSpPr>
          <p:cNvPr id="30" name="Espaço Reservado para Texto 29">
            <a:extLst>
              <a:ext uri="{FF2B5EF4-FFF2-40B4-BE49-F238E27FC236}">
                <a16:creationId xmlns:a16="http://schemas.microsoft.com/office/drawing/2014/main" id="{33B682AE-B59C-7EED-A011-A111F8FCD691}"/>
              </a:ext>
            </a:extLst>
          </p:cNvPr>
          <p:cNvSpPr>
            <a:spLocks noGrp="1"/>
          </p:cNvSpPr>
          <p:nvPr>
            <p:ph type="body" idx="11"/>
          </p:nvPr>
        </p:nvSpPr>
        <p:spPr>
          <a:xfrm>
            <a:off x="355600" y="2855308"/>
            <a:ext cx="4970463" cy="861774"/>
          </a:xfrm>
        </p:spPr>
        <p:txBody>
          <a:bodyPr lIns="0" tIns="0" rIns="0" bIns="0" anchor="b">
            <a:spAutoFit/>
          </a:bodyPr>
          <a:lstStyle>
            <a:lvl1pPr marL="0" indent="0">
              <a:lnSpc>
                <a:spcPct val="100000"/>
              </a:lnSpc>
              <a:spcBef>
                <a:spcPts val="0"/>
              </a:spcBef>
              <a:buNone/>
              <a:defRPr cap="all" baseline="0">
                <a:solidFill>
                  <a:srgbClr val="5072A9"/>
                </a:solidFill>
              </a:defRPr>
            </a:lvl1pPr>
            <a:lvl2pPr marL="457200" indent="0">
              <a:buNone/>
              <a:defRPr/>
            </a:lvl2pPr>
          </a:lstStyle>
          <a:p>
            <a:pPr>
              <a:buNone/>
            </a:pPr>
            <a:r>
              <a:t>Clique para editar os estilos de texto Mestres</a:t>
            </a:r>
          </a:p>
        </p:txBody>
      </p:sp>
      <p:sp>
        <p:nvSpPr>
          <p:cNvPr id="51" name="Conector reto 50">
            <a:extLst>
              <a:ext uri="{FF2B5EF4-FFF2-40B4-BE49-F238E27FC236}">
                <a16:creationId xmlns:a16="http://schemas.microsoft.com/office/drawing/2014/main" id="{C5135631-92E8-47A4-A5CE-3F4C935F7343}"/>
              </a:ext>
            </a:extLst>
          </p:cNvPr>
          <p:cNvSpPr>
            <a:spLocks noGrp="1"/>
          </p:cNvSpPr>
          <p:nvPr/>
        </p:nvSpPr>
        <p:spPr>
          <a:xfrm flipH="1" flipV="1">
            <a:off x="6368818" y="4409970"/>
            <a:ext cx="933659" cy="933659"/>
          </a:xfrm>
          <a:prstGeom prst="line">
            <a:avLst/>
          </a:prstGeom>
          <a:ln>
            <a:solidFill>
              <a:srgbClr val="82ADA9"/>
            </a:solidFill>
          </a:ln>
        </p:spPr>
        <p:style>
          <a:lnRef idx="1">
            <a:schemeClr val="accent1"/>
          </a:lnRef>
          <a:fillRef idx="0">
            <a:schemeClr val="accent1"/>
          </a:fillRef>
          <a:effectRef idx="0">
            <a:schemeClr val="accent1"/>
          </a:effectRef>
          <a:fontRef idx="minor">
            <a:schemeClr val="tx1"/>
          </a:fontRef>
        </p:style>
      </p:sp>
      <p:sp>
        <p:nvSpPr>
          <p:cNvPr id="53" name="Espaço Reservado para Texto 29">
            <a:extLst>
              <a:ext uri="{FF2B5EF4-FFF2-40B4-BE49-F238E27FC236}">
                <a16:creationId xmlns:a16="http://schemas.microsoft.com/office/drawing/2014/main" id="{57EC0EC8-C415-12A2-DFB1-D87EC3881C17}"/>
              </a:ext>
            </a:extLst>
          </p:cNvPr>
          <p:cNvSpPr>
            <a:spLocks noGrp="1"/>
          </p:cNvSpPr>
          <p:nvPr>
            <p:ph type="body" idx="12"/>
          </p:nvPr>
        </p:nvSpPr>
        <p:spPr>
          <a:xfrm>
            <a:off x="355600" y="3831035"/>
            <a:ext cx="4970463" cy="307777"/>
          </a:xfrm>
        </p:spPr>
        <p:txBody>
          <a:bodyPr lIns="0" tIns="0" rIns="0" bIns="0" anchor="t">
            <a:spAutoFit/>
          </a:bodyPr>
          <a:lstStyle>
            <a:lvl1pPr marL="0" indent="0">
              <a:lnSpc>
                <a:spcPct val="100000"/>
              </a:lnSpc>
              <a:spcBef>
                <a:spcPts val="0"/>
              </a:spcBef>
              <a:buNone/>
              <a:defRPr sz="2000" cap="none" baseline="0">
                <a:solidFill>
                  <a:srgbClr val="69758F"/>
                </a:solidFill>
              </a:defRPr>
            </a:lvl1pPr>
            <a:lvl2pPr marL="457200" indent="0">
              <a:buNone/>
              <a:defRPr/>
            </a:lvl2pPr>
          </a:lstStyle>
          <a:p>
            <a:pPr>
              <a:buNone/>
            </a:pPr>
            <a:r>
              <a:t>Clique para editar os estilos de texto Mestres</a:t>
            </a:r>
          </a:p>
        </p:txBody>
      </p:sp>
      <p:sp>
        <p:nvSpPr>
          <p:cNvPr id="54" name="Retângulo 53">
            <a:extLst>
              <a:ext uri="{FF2B5EF4-FFF2-40B4-BE49-F238E27FC236}">
                <a16:creationId xmlns:a16="http://schemas.microsoft.com/office/drawing/2014/main" id="{710B3518-D4AF-78C1-23D5-55E53F14B173}"/>
              </a:ext>
            </a:extLst>
          </p:cNvPr>
          <p:cNvSpPr>
            <a:spLocks noGrp="1"/>
          </p:cNvSpPr>
          <p:nvPr/>
        </p:nvSpPr>
        <p:spPr>
          <a:xfrm>
            <a:off x="355600" y="3717082"/>
            <a:ext cx="1346868" cy="45719"/>
          </a:xfrm>
          <a:prstGeom prst="rect">
            <a:avLst/>
          </a:prstGeom>
          <a:solidFill>
            <a:srgbClr val="5072A9"/>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5" name="Forma Livre: Forma 54">
            <a:extLst>
              <a:ext uri="{FF2B5EF4-FFF2-40B4-BE49-F238E27FC236}">
                <a16:creationId xmlns:a16="http://schemas.microsoft.com/office/drawing/2014/main" id="{F123732E-376F-BDDA-C444-2AC988B74A12}"/>
              </a:ext>
            </a:extLst>
          </p:cNvPr>
          <p:cNvSpPr>
            <a:spLocks noGrp="1"/>
          </p:cNvSpPr>
          <p:nvPr/>
        </p:nvSpPr>
        <p:spPr>
          <a:xfrm>
            <a:off x="4920573" y="427481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5072A9">
                  <a:alpha val="12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56" name="Forma Livre: Forma 55">
            <a:extLst>
              <a:ext uri="{FF2B5EF4-FFF2-40B4-BE49-F238E27FC236}">
                <a16:creationId xmlns:a16="http://schemas.microsoft.com/office/drawing/2014/main" id="{ED9F62ED-C357-8E1B-7286-5410679E7073}"/>
              </a:ext>
            </a:extLst>
          </p:cNvPr>
          <p:cNvSpPr>
            <a:spLocks noGrp="1"/>
          </p:cNvSpPr>
          <p:nvPr/>
        </p:nvSpPr>
        <p:spPr>
          <a:xfrm>
            <a:off x="4942249" y="4770521"/>
            <a:ext cx="2768514" cy="2087479"/>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5072A9">
                  <a:alpha val="12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57" name="Conector reto 56">
            <a:extLst>
              <a:ext uri="{FF2B5EF4-FFF2-40B4-BE49-F238E27FC236}">
                <a16:creationId xmlns:a16="http://schemas.microsoft.com/office/drawing/2014/main" id="{EA408199-D99F-49F3-9B06-E2F8AAC9848B}"/>
              </a:ext>
            </a:extLst>
          </p:cNvPr>
          <p:cNvSpPr>
            <a:spLocks noGrp="1"/>
          </p:cNvSpPr>
          <p:nvPr/>
        </p:nvSpPr>
        <p:spPr>
          <a:xfrm flipH="1" flipV="1">
            <a:off x="148697" y="5709145"/>
            <a:ext cx="933659" cy="933659"/>
          </a:xfrm>
          <a:prstGeom prst="line">
            <a:avLst/>
          </a:prstGeom>
          <a:ln>
            <a:solidFill>
              <a:srgbClr val="5072A9"/>
            </a:solidFill>
          </a:ln>
        </p:spPr>
        <p:style>
          <a:lnRef idx="1">
            <a:schemeClr val="accent1"/>
          </a:lnRef>
          <a:fillRef idx="0">
            <a:schemeClr val="accent1"/>
          </a:fillRef>
          <a:effectRef idx="0">
            <a:schemeClr val="accent1"/>
          </a:effectRef>
          <a:fontRef idx="minor">
            <a:schemeClr val="tx1"/>
          </a:fontRef>
        </p:style>
      </p:sp>
      <p:sp>
        <p:nvSpPr>
          <p:cNvPr id="58" name="Conector reto 57">
            <a:extLst>
              <a:ext uri="{FF2B5EF4-FFF2-40B4-BE49-F238E27FC236}">
                <a16:creationId xmlns:a16="http://schemas.microsoft.com/office/drawing/2014/main" id="{09317DD5-2399-4956-9785-225CBC6FBEA4}"/>
              </a:ext>
            </a:extLst>
          </p:cNvPr>
          <p:cNvSpPr>
            <a:spLocks noGrp="1"/>
          </p:cNvSpPr>
          <p:nvPr/>
        </p:nvSpPr>
        <p:spPr>
          <a:xfrm flipH="1" flipV="1">
            <a:off x="1048211" y="5011153"/>
            <a:ext cx="1496327" cy="1496327"/>
          </a:xfrm>
          <a:prstGeom prst="line">
            <a:avLst/>
          </a:prstGeom>
          <a:ln>
            <a:solidFill>
              <a:srgbClr val="5072A9"/>
            </a:solidFill>
          </a:ln>
        </p:spPr>
        <p:style>
          <a:lnRef idx="1">
            <a:schemeClr val="accent1"/>
          </a:lnRef>
          <a:fillRef idx="0">
            <a:schemeClr val="accent1"/>
          </a:fillRef>
          <a:effectRef idx="0">
            <a:schemeClr val="accent1"/>
          </a:effectRef>
          <a:fontRef idx="minor">
            <a:schemeClr val="tx1"/>
          </a:fontRef>
        </p:style>
      </p:sp>
      <p:sp>
        <p:nvSpPr>
          <p:cNvPr id="62" name="Forma Livre: Forma 61">
            <a:extLst>
              <a:ext uri="{FF2B5EF4-FFF2-40B4-BE49-F238E27FC236}">
                <a16:creationId xmlns:a16="http://schemas.microsoft.com/office/drawing/2014/main" id="{FDE7083E-77F3-910B-592C-868ADCAE10B8}"/>
              </a:ext>
            </a:extLst>
          </p:cNvPr>
          <p:cNvSpPr>
            <a:spLocks noGrp="1"/>
          </p:cNvSpPr>
          <p:nvPr/>
        </p:nvSpPr>
        <p:spPr>
          <a:xfrm flipH="1">
            <a:off x="5735353" y="115578"/>
            <a:ext cx="2171757" cy="163752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5072A9">
                  <a:alpha val="12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63" name="Forma Livre: Forma 62">
            <a:extLst>
              <a:ext uri="{FF2B5EF4-FFF2-40B4-BE49-F238E27FC236}">
                <a16:creationId xmlns:a16="http://schemas.microsoft.com/office/drawing/2014/main" id="{891293D5-F76E-27B6-4DB3-5F58ACBA88A6}"/>
              </a:ext>
            </a:extLst>
          </p:cNvPr>
          <p:cNvSpPr>
            <a:spLocks noGrp="1"/>
          </p:cNvSpPr>
          <p:nvPr/>
        </p:nvSpPr>
        <p:spPr>
          <a:xfrm flipH="1">
            <a:off x="5943224" y="-121372"/>
            <a:ext cx="1963886" cy="1480784"/>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5072A9">
                  <a:alpha val="12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65" name="Forma Livre: Forma 64">
            <a:extLst>
              <a:ext uri="{FF2B5EF4-FFF2-40B4-BE49-F238E27FC236}">
                <a16:creationId xmlns:a16="http://schemas.microsoft.com/office/drawing/2014/main" id="{D307ABE8-2253-FDCC-8A16-6A8F3F9D6616}"/>
              </a:ext>
            </a:extLst>
          </p:cNvPr>
          <p:cNvSpPr>
            <a:spLocks noGrp="1"/>
          </p:cNvSpPr>
          <p:nvPr/>
        </p:nvSpPr>
        <p:spPr>
          <a:xfrm flipH="1">
            <a:off x="3946764" y="-45931"/>
            <a:ext cx="2937715" cy="2215058"/>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5072A9">
                  <a:alpha val="12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66" name="Forma Livre: Forma 65">
            <a:extLst>
              <a:ext uri="{FF2B5EF4-FFF2-40B4-BE49-F238E27FC236}">
                <a16:creationId xmlns:a16="http://schemas.microsoft.com/office/drawing/2014/main" id="{1BA9BA2F-BA68-93B2-6BF8-FAB13C2AACD0}"/>
              </a:ext>
            </a:extLst>
          </p:cNvPr>
          <p:cNvSpPr>
            <a:spLocks noGrp="1"/>
          </p:cNvSpPr>
          <p:nvPr/>
        </p:nvSpPr>
        <p:spPr>
          <a:xfrm flipH="1">
            <a:off x="4130219" y="129158"/>
            <a:ext cx="3007133" cy="226740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5072A9">
                  <a:alpha val="12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pic>
        <p:nvPicPr>
          <p:cNvPr id="126" name="Imagem 66"/>
          <p:cNvPicPr>
            <a:picLocks noChangeAspect="1"/>
          </p:cNvPicPr>
          <p:nvPr/>
        </p:nvPicPr>
        <p:blipFill>
          <a:blip r:embed="rId2">
            <a:alphaModFix amt="45000"/>
          </a:blip>
          <a:stretch>
            <a:fillRect/>
          </a:stretch>
        </p:blipFill>
        <p:spPr>
          <a:xfrm rot="2699617">
            <a:off x="5138825" y="4258455"/>
            <a:ext cx="5580000" cy="108000"/>
          </a:xfrm>
          <a:prstGeom prst="rect">
            <a:avLst/>
          </a:prstGeom>
        </p:spPr>
      </p:pic>
      <p:pic>
        <p:nvPicPr>
          <p:cNvPr id="127" name="Imagem 67"/>
          <p:cNvPicPr>
            <a:picLocks noChangeAspect="1"/>
          </p:cNvPicPr>
          <p:nvPr/>
        </p:nvPicPr>
        <p:blipFill>
          <a:blip r:embed="rId2">
            <a:alphaModFix amt="45000"/>
          </a:blip>
          <a:stretch>
            <a:fillRect/>
          </a:stretch>
        </p:blipFill>
        <p:spPr>
          <a:xfrm rot="18900383" flipV="1">
            <a:off x="5203546" y="932963"/>
            <a:ext cx="3498233" cy="108000"/>
          </a:xfrm>
          <a:prstGeom prst="rect">
            <a:avLst/>
          </a:prstGeom>
        </p:spPr>
      </p:pic>
      <p:pic>
        <p:nvPicPr>
          <p:cNvPr id="128" name="Imagem 1"/>
          <p:cNvPicPr>
            <a:picLocks noChangeAspect="1"/>
          </p:cNvPicPr>
          <p:nvPr/>
        </p:nvPicPr>
        <p:blipFill>
          <a:blip r:embed="rId3"/>
          <a:stretch>
            <a:fillRect/>
          </a:stretch>
        </p:blipFill>
        <p:spPr>
          <a:xfrm>
            <a:off x="511782" y="394936"/>
            <a:ext cx="1461600" cy="666662"/>
          </a:xfrm>
          <a:prstGeom prst="rect">
            <a:avLst/>
          </a:prstGeom>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9_Layout Personalizado">
    <p:spTree>
      <p:nvGrpSpPr>
        <p:cNvPr id="1" name=""/>
        <p:cNvGrpSpPr/>
        <p:nvPr/>
      </p:nvGrpSpPr>
      <p:grpSpPr>
        <a:xfrm>
          <a:off x="0" y="0"/>
          <a:ext cx="0" cy="0"/>
          <a:chOff x="0" y="0"/>
          <a:chExt cx="0" cy="0"/>
        </a:xfrm>
      </p:grpSpPr>
      <p:sp>
        <p:nvSpPr>
          <p:cNvPr id="92" name="Retângulo 91">
            <a:extLst>
              <a:ext uri="{FF2B5EF4-FFF2-40B4-BE49-F238E27FC236}">
                <a16:creationId xmlns:a16="http://schemas.microsoft.com/office/drawing/2014/main" id="{6D02AABB-BBEC-16AA-E325-687DB17C4F56}"/>
              </a:ext>
            </a:extLst>
          </p:cNvPr>
          <p:cNvSpPr>
            <a:spLocks noGrp="1"/>
          </p:cNvSpPr>
          <p:nvPr/>
        </p:nvSpPr>
        <p:spPr>
          <a:xfrm rot="18900000">
            <a:off x="7351614" y="2191582"/>
            <a:ext cx="36000" cy="2079606"/>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3" name="Retângulo 92">
            <a:extLst>
              <a:ext uri="{FF2B5EF4-FFF2-40B4-BE49-F238E27FC236}">
                <a16:creationId xmlns:a16="http://schemas.microsoft.com/office/drawing/2014/main" id="{2A4AF966-040B-3FA1-8DE0-EF94E1469688}"/>
              </a:ext>
            </a:extLst>
          </p:cNvPr>
          <p:cNvSpPr>
            <a:spLocks noGrp="1"/>
          </p:cNvSpPr>
          <p:nvPr/>
        </p:nvSpPr>
        <p:spPr>
          <a:xfrm rot="18900000" flipH="1">
            <a:off x="8310735" y="1441466"/>
            <a:ext cx="36000" cy="902938"/>
          </a:xfrm>
          <a:prstGeom prst="rect">
            <a:avLst/>
          </a:prstGeom>
          <a:solidFill>
            <a:srgbClr val="4BA3C7"/>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4" name="Retângulo 93">
            <a:extLst>
              <a:ext uri="{FF2B5EF4-FFF2-40B4-BE49-F238E27FC236}">
                <a16:creationId xmlns:a16="http://schemas.microsoft.com/office/drawing/2014/main" id="{1B62C94B-5D35-07FB-F5E0-7F851C93A7D9}"/>
              </a:ext>
            </a:extLst>
          </p:cNvPr>
          <p:cNvSpPr>
            <a:spLocks noGrp="1"/>
          </p:cNvSpPr>
          <p:nvPr/>
        </p:nvSpPr>
        <p:spPr>
          <a:xfrm rot="18900000" flipH="1">
            <a:off x="8265886" y="508233"/>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5" name="Retângulo 94">
            <a:extLst>
              <a:ext uri="{FF2B5EF4-FFF2-40B4-BE49-F238E27FC236}">
                <a16:creationId xmlns:a16="http://schemas.microsoft.com/office/drawing/2014/main" id="{7DC6C5AD-43E6-EF6F-6E01-250D5C3E563D}"/>
              </a:ext>
            </a:extLst>
          </p:cNvPr>
          <p:cNvSpPr>
            <a:spLocks noGrp="1"/>
          </p:cNvSpPr>
          <p:nvPr/>
        </p:nvSpPr>
        <p:spPr>
          <a:xfrm rot="18900000">
            <a:off x="10086762" y="3824456"/>
            <a:ext cx="36000" cy="2079606"/>
          </a:xfrm>
          <a:prstGeom prst="rect">
            <a:avLst/>
          </a:prstGeom>
          <a:solidFill>
            <a:srgbClr val="F5F1E6"/>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6" name="Retângulo 95">
            <a:extLst>
              <a:ext uri="{FF2B5EF4-FFF2-40B4-BE49-F238E27FC236}">
                <a16:creationId xmlns:a16="http://schemas.microsoft.com/office/drawing/2014/main" id="{CE140B4A-51E9-0CC1-749A-710E99756E65}"/>
              </a:ext>
            </a:extLst>
          </p:cNvPr>
          <p:cNvSpPr>
            <a:spLocks noGrp="1"/>
          </p:cNvSpPr>
          <p:nvPr/>
        </p:nvSpPr>
        <p:spPr>
          <a:xfrm rot="18900000">
            <a:off x="9936119" y="-80101"/>
            <a:ext cx="36000" cy="2079606"/>
          </a:xfrm>
          <a:prstGeom prst="rect">
            <a:avLst/>
          </a:prstGeom>
          <a:solidFill>
            <a:srgbClr val="9BA3B4"/>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7" name="Retângulo 96">
            <a:extLst>
              <a:ext uri="{FF2B5EF4-FFF2-40B4-BE49-F238E27FC236}">
                <a16:creationId xmlns:a16="http://schemas.microsoft.com/office/drawing/2014/main" id="{5DD3FEFD-B983-DA43-2B1D-DB069B95DFC2}"/>
              </a:ext>
            </a:extLst>
          </p:cNvPr>
          <p:cNvSpPr>
            <a:spLocks noGrp="1"/>
          </p:cNvSpPr>
          <p:nvPr/>
        </p:nvSpPr>
        <p:spPr>
          <a:xfrm rot="18900000">
            <a:off x="10576695" y="1949313"/>
            <a:ext cx="36000" cy="2886525"/>
          </a:xfrm>
          <a:prstGeom prst="rect">
            <a:avLst/>
          </a:prstGeom>
          <a:solidFill>
            <a:srgbClr val="B7DAE9"/>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8" name="Retângulo 97">
            <a:extLst>
              <a:ext uri="{FF2B5EF4-FFF2-40B4-BE49-F238E27FC236}">
                <a16:creationId xmlns:a16="http://schemas.microsoft.com/office/drawing/2014/main" id="{FCD43023-08BB-9665-B6C3-0BA0897EAB3B}"/>
              </a:ext>
            </a:extLst>
          </p:cNvPr>
          <p:cNvSpPr>
            <a:spLocks noGrp="1"/>
          </p:cNvSpPr>
          <p:nvPr/>
        </p:nvSpPr>
        <p:spPr>
          <a:xfrm rot="18900000" flipH="1">
            <a:off x="11454276" y="1383407"/>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Retângulo 5">
            <a:extLst>
              <a:ext uri="{FF2B5EF4-FFF2-40B4-BE49-F238E27FC236}">
                <a16:creationId xmlns:a16="http://schemas.microsoft.com/office/drawing/2014/main" id="{FACC30BE-9D83-7283-730A-F49E9BBAAB27}"/>
              </a:ext>
            </a:extLst>
          </p:cNvPr>
          <p:cNvSpPr>
            <a:spLocks noGrp="1"/>
          </p:cNvSpPr>
          <p:nvPr/>
        </p:nvSpPr>
        <p:spPr>
          <a:xfrm>
            <a:off x="0" y="-7620"/>
            <a:ext cx="12192000" cy="686562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4" name="Espaço Reservado para Imagem 83">
            <a:extLst>
              <a:ext uri="{FF2B5EF4-FFF2-40B4-BE49-F238E27FC236}">
                <a16:creationId xmlns:a16="http://schemas.microsoft.com/office/drawing/2014/main" id="{5BA63DD7-E64B-52DF-1671-0D97DF35B257}"/>
              </a:ext>
            </a:extLst>
          </p:cNvPr>
          <p:cNvSpPr>
            <a:spLocks noGrp="1"/>
          </p:cNvSpPr>
          <p:nvPr>
            <p:ph type="pic" idx="10"/>
          </p:nvPr>
        </p:nvSpPr>
        <p:spPr>
          <a:xfrm>
            <a:off x="5836920" y="-7938"/>
            <a:ext cx="6355080" cy="6865938"/>
          </a:xfrm>
          <a:custGeom>
            <a:avLst/>
            <a:gdLst>
              <a:gd name="connsiteX0" fmla="*/ 3536861 w 6355080"/>
              <a:gd name="connsiteY0" fmla="*/ 4135058 h 6865938"/>
              <a:gd name="connsiteX1" fmla="*/ 3531770 w 6355080"/>
              <a:gd name="connsiteY1" fmla="*/ 4140149 h 6865938"/>
              <a:gd name="connsiteX2" fmla="*/ 5002273 w 6355080"/>
              <a:gd name="connsiteY2" fmla="*/ 5610653 h 6865938"/>
              <a:gd name="connsiteX3" fmla="*/ 5007364 w 6355080"/>
              <a:gd name="connsiteY3" fmla="*/ 5605561 h 6865938"/>
              <a:gd name="connsiteX4" fmla="*/ 801713 w 6355080"/>
              <a:gd name="connsiteY4" fmla="*/ 2502185 h 6865938"/>
              <a:gd name="connsiteX5" fmla="*/ 796622 w 6355080"/>
              <a:gd name="connsiteY5" fmla="*/ 2507276 h 6865938"/>
              <a:gd name="connsiteX6" fmla="*/ 2267125 w 6355080"/>
              <a:gd name="connsiteY6" fmla="*/ 3977778 h 6865938"/>
              <a:gd name="connsiteX7" fmla="*/ 2272217 w 6355080"/>
              <a:gd name="connsiteY7" fmla="*/ 3972687 h 6865938"/>
              <a:gd name="connsiteX8" fmla="*/ 3741505 w 6355080"/>
              <a:gd name="connsiteY8" fmla="*/ 2378085 h 6865938"/>
              <a:gd name="connsiteX9" fmla="*/ 3736414 w 6355080"/>
              <a:gd name="connsiteY9" fmla="*/ 2383177 h 6865938"/>
              <a:gd name="connsiteX10" fmla="*/ 5777495 w 6355080"/>
              <a:gd name="connsiteY10" fmla="*/ 4424258 h 6865938"/>
              <a:gd name="connsiteX11" fmla="*/ 5782586 w 6355080"/>
              <a:gd name="connsiteY11" fmla="*/ 4419167 h 6865938"/>
              <a:gd name="connsiteX12" fmla="*/ 2176849 w 6355080"/>
              <a:gd name="connsiteY12" fmla="*/ 1579750 h 6865938"/>
              <a:gd name="connsiteX13" fmla="*/ 2171758 w 6355080"/>
              <a:gd name="connsiteY13" fmla="*/ 1584841 h 6865938"/>
              <a:gd name="connsiteX14" fmla="*/ 2810231 w 6355080"/>
              <a:gd name="connsiteY14" fmla="*/ 2223315 h 6865938"/>
              <a:gd name="connsiteX15" fmla="*/ 2815322 w 6355080"/>
              <a:gd name="connsiteY15" fmla="*/ 2218222 h 6865938"/>
              <a:gd name="connsiteX16" fmla="*/ 5320390 w 6355080"/>
              <a:gd name="connsiteY16" fmla="*/ 1521690 h 6865938"/>
              <a:gd name="connsiteX17" fmla="*/ 5315299 w 6355080"/>
              <a:gd name="connsiteY17" fmla="*/ 1526781 h 6865938"/>
              <a:gd name="connsiteX18" fmla="*/ 5953772 w 6355080"/>
              <a:gd name="connsiteY18" fmla="*/ 2165255 h 6865938"/>
              <a:gd name="connsiteX19" fmla="*/ 5958863 w 6355080"/>
              <a:gd name="connsiteY19" fmla="*/ 2160163 h 6865938"/>
              <a:gd name="connsiteX20" fmla="*/ 2132000 w 6355080"/>
              <a:gd name="connsiteY20" fmla="*/ 646516 h 6865938"/>
              <a:gd name="connsiteX21" fmla="*/ 2126909 w 6355080"/>
              <a:gd name="connsiteY21" fmla="*/ 651607 h 6865938"/>
              <a:gd name="connsiteX22" fmla="*/ 2765382 w 6355080"/>
              <a:gd name="connsiteY22" fmla="*/ 1290081 h 6865938"/>
              <a:gd name="connsiteX23" fmla="*/ 2770473 w 6355080"/>
              <a:gd name="connsiteY23" fmla="*/ 1284990 h 6865938"/>
              <a:gd name="connsiteX24" fmla="*/ 3386218 w 6355080"/>
              <a:gd name="connsiteY24" fmla="*/ 230501 h 6865938"/>
              <a:gd name="connsiteX25" fmla="*/ 3381127 w 6355080"/>
              <a:gd name="connsiteY25" fmla="*/ 235592 h 6865938"/>
              <a:gd name="connsiteX26" fmla="*/ 4851630 w 6355080"/>
              <a:gd name="connsiteY26" fmla="*/ 1706096 h 6865938"/>
              <a:gd name="connsiteX27" fmla="*/ 4856721 w 6355080"/>
              <a:gd name="connsiteY27" fmla="*/ 1701005 h 6865938"/>
              <a:gd name="connsiteX28" fmla="*/ 2199547 w 6355080"/>
              <a:gd name="connsiteY28" fmla="*/ 0 h 6865938"/>
              <a:gd name="connsiteX29" fmla="*/ 6355080 w 6355080"/>
              <a:gd name="connsiteY29" fmla="*/ 0 h 6865938"/>
              <a:gd name="connsiteX30" fmla="*/ 6355080 w 6355080"/>
              <a:gd name="connsiteY30" fmla="*/ 6865938 h 6865938"/>
              <a:gd name="connsiteX31" fmla="*/ 4741965 w 6355080"/>
              <a:gd name="connsiteY31" fmla="*/ 6865938 h 6865938"/>
              <a:gd name="connsiteX32" fmla="*/ 0 w 6355080"/>
              <a:gd name="connsiteY32" fmla="*/ 2175600 h 6865938"/>
            </a:gdLst>
            <a:ahLst/>
            <a:cxnLst/>
            <a:rect l="l" t="t" r="r" b="b"/>
            <a:pathLst>
              <a:path w="6355080" h="6865938">
                <a:moveTo>
                  <a:pt x="3536861" y="4135058"/>
                </a:moveTo>
                <a:lnTo>
                  <a:pt x="3531770" y="4140149"/>
                </a:lnTo>
                <a:lnTo>
                  <a:pt x="5002273" y="5610653"/>
                </a:lnTo>
                <a:lnTo>
                  <a:pt x="5007364" y="5605561"/>
                </a:lnTo>
                <a:close/>
                <a:moveTo>
                  <a:pt x="801713" y="2502185"/>
                </a:moveTo>
                <a:lnTo>
                  <a:pt x="796622" y="2507276"/>
                </a:lnTo>
                <a:lnTo>
                  <a:pt x="2267125" y="3977778"/>
                </a:lnTo>
                <a:lnTo>
                  <a:pt x="2272217" y="3972687"/>
                </a:lnTo>
                <a:close/>
                <a:moveTo>
                  <a:pt x="3741505" y="2378085"/>
                </a:moveTo>
                <a:lnTo>
                  <a:pt x="3736414" y="2383177"/>
                </a:lnTo>
                <a:lnTo>
                  <a:pt x="5777495" y="4424258"/>
                </a:lnTo>
                <a:lnTo>
                  <a:pt x="5782586" y="4419167"/>
                </a:lnTo>
                <a:close/>
                <a:moveTo>
                  <a:pt x="2176849" y="1579750"/>
                </a:moveTo>
                <a:lnTo>
                  <a:pt x="2171758" y="1584841"/>
                </a:lnTo>
                <a:lnTo>
                  <a:pt x="2810231" y="2223315"/>
                </a:lnTo>
                <a:lnTo>
                  <a:pt x="2815322" y="2218222"/>
                </a:lnTo>
                <a:close/>
                <a:moveTo>
                  <a:pt x="5320390" y="1521690"/>
                </a:moveTo>
                <a:lnTo>
                  <a:pt x="5315299" y="1526781"/>
                </a:lnTo>
                <a:lnTo>
                  <a:pt x="5953772" y="2165255"/>
                </a:lnTo>
                <a:lnTo>
                  <a:pt x="5958863" y="2160163"/>
                </a:lnTo>
                <a:close/>
                <a:moveTo>
                  <a:pt x="2132000" y="646516"/>
                </a:moveTo>
                <a:lnTo>
                  <a:pt x="2126909" y="651607"/>
                </a:lnTo>
                <a:lnTo>
                  <a:pt x="2765382" y="1290081"/>
                </a:lnTo>
                <a:lnTo>
                  <a:pt x="2770473" y="1284990"/>
                </a:lnTo>
                <a:close/>
                <a:moveTo>
                  <a:pt x="3386218" y="230501"/>
                </a:moveTo>
                <a:lnTo>
                  <a:pt x="3381127" y="235592"/>
                </a:lnTo>
                <a:lnTo>
                  <a:pt x="4851630" y="1706096"/>
                </a:lnTo>
                <a:lnTo>
                  <a:pt x="4856721" y="1701005"/>
                </a:lnTo>
                <a:close/>
                <a:moveTo>
                  <a:pt x="2199547" y="0"/>
                </a:moveTo>
                <a:lnTo>
                  <a:pt x="6355080" y="0"/>
                </a:lnTo>
                <a:lnTo>
                  <a:pt x="6355080" y="6865938"/>
                </a:lnTo>
                <a:lnTo>
                  <a:pt x="4741965" y="6865938"/>
                </a:lnTo>
                <a:lnTo>
                  <a:pt x="0" y="2175600"/>
                </a:lnTo>
                <a:close/>
              </a:path>
            </a:pathLst>
          </a:custGeom>
        </p:spPr>
        <p:txBody>
          <a:bodyPr wrap="square" tIns="2808000">
            <a:noAutofit/>
          </a:bodyPr>
          <a:lstStyle>
            <a:lvl1pPr marL="0" indent="0" algn="ctr">
              <a:buNone/>
              <a:defRPr sz="1100">
                <a:solidFill>
                  <a:srgbClr val="CDD1DA"/>
                </a:solidFill>
              </a:defRPr>
            </a:lvl1pPr>
          </a:lstStyle>
          <a:p>
            <a:endParaRPr/>
          </a:p>
        </p:txBody>
      </p:sp>
      <p:sp>
        <p:nvSpPr>
          <p:cNvPr id="20" name="Forma Livre: Forma 19">
            <a:extLst>
              <a:ext uri="{FF2B5EF4-FFF2-40B4-BE49-F238E27FC236}">
                <a16:creationId xmlns:a16="http://schemas.microsoft.com/office/drawing/2014/main" id="{A695A316-D76F-105F-1B34-01CFB1D86ED6}"/>
              </a:ext>
            </a:extLst>
          </p:cNvPr>
          <p:cNvSpPr>
            <a:spLocks noGrp="1"/>
          </p:cNvSpPr>
          <p:nvPr/>
        </p:nvSpPr>
        <p:spPr>
          <a:xfrm>
            <a:off x="5836920" y="3276815"/>
            <a:ext cx="4749539" cy="3581186"/>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CBBA83">
                  <a:alpha val="2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21" name="Forma Livre: Forma 20">
            <a:extLst>
              <a:ext uri="{FF2B5EF4-FFF2-40B4-BE49-F238E27FC236}">
                <a16:creationId xmlns:a16="http://schemas.microsoft.com/office/drawing/2014/main" id="{2A316B86-901B-DD6C-190F-4EC4F6104CF4}"/>
              </a:ext>
            </a:extLst>
          </p:cNvPr>
          <p:cNvSpPr>
            <a:spLocks noGrp="1"/>
          </p:cNvSpPr>
          <p:nvPr/>
        </p:nvSpPr>
        <p:spPr>
          <a:xfrm>
            <a:off x="6680550" y="392429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CBBA83">
                  <a:alpha val="2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27" name="Conector reto 26">
            <a:extLst>
              <a:ext uri="{FF2B5EF4-FFF2-40B4-BE49-F238E27FC236}">
                <a16:creationId xmlns:a16="http://schemas.microsoft.com/office/drawing/2014/main" id="{CCEBC644-94E8-4C86-90F8-E2DA60AC1F5E}"/>
              </a:ext>
            </a:extLst>
          </p:cNvPr>
          <p:cNvSpPr>
            <a:spLocks noGrp="1"/>
          </p:cNvSpPr>
          <p:nvPr/>
        </p:nvSpPr>
        <p:spPr>
          <a:xfrm flipH="1" flipV="1">
            <a:off x="7315620" y="4876800"/>
            <a:ext cx="1664969" cy="1664969"/>
          </a:xfrm>
          <a:prstGeom prst="line">
            <a:avLst/>
          </a:prstGeom>
          <a:ln>
            <a:solidFill>
              <a:srgbClr val="EAE3CD"/>
            </a:solidFill>
          </a:ln>
        </p:spPr>
        <p:style>
          <a:lnRef idx="1">
            <a:schemeClr val="accent1"/>
          </a:lnRef>
          <a:fillRef idx="0">
            <a:schemeClr val="accent1"/>
          </a:fillRef>
          <a:effectRef idx="0">
            <a:schemeClr val="accent1"/>
          </a:effectRef>
          <a:fontRef idx="minor">
            <a:schemeClr val="tx1"/>
          </a:fontRef>
        </p:style>
      </p:sp>
      <p:sp>
        <p:nvSpPr>
          <p:cNvPr id="30" name="Espaço Reservado para Texto 29">
            <a:extLst>
              <a:ext uri="{FF2B5EF4-FFF2-40B4-BE49-F238E27FC236}">
                <a16:creationId xmlns:a16="http://schemas.microsoft.com/office/drawing/2014/main" id="{33B682AE-B59C-7EED-A011-A111F8FCD691}"/>
              </a:ext>
            </a:extLst>
          </p:cNvPr>
          <p:cNvSpPr>
            <a:spLocks noGrp="1"/>
          </p:cNvSpPr>
          <p:nvPr>
            <p:ph type="body" idx="11"/>
          </p:nvPr>
        </p:nvSpPr>
        <p:spPr>
          <a:xfrm>
            <a:off x="355600" y="2855308"/>
            <a:ext cx="4970463" cy="861774"/>
          </a:xfrm>
        </p:spPr>
        <p:txBody>
          <a:bodyPr lIns="0" tIns="0" rIns="0" bIns="0" anchor="b">
            <a:spAutoFit/>
          </a:bodyPr>
          <a:lstStyle>
            <a:lvl1pPr marL="0" indent="0">
              <a:lnSpc>
                <a:spcPct val="100000"/>
              </a:lnSpc>
              <a:spcBef>
                <a:spcPts val="0"/>
              </a:spcBef>
              <a:buNone/>
              <a:defRPr cap="all" baseline="0">
                <a:solidFill>
                  <a:srgbClr val="CBBA83"/>
                </a:solidFill>
              </a:defRPr>
            </a:lvl1pPr>
            <a:lvl2pPr marL="457200" indent="0">
              <a:buNone/>
              <a:defRPr/>
            </a:lvl2pPr>
          </a:lstStyle>
          <a:p>
            <a:pPr>
              <a:buNone/>
            </a:pPr>
            <a:r>
              <a:t>Clique para editar os estilos de texto Mestres</a:t>
            </a:r>
          </a:p>
        </p:txBody>
      </p:sp>
      <p:sp>
        <p:nvSpPr>
          <p:cNvPr id="51" name="Conector reto 50">
            <a:extLst>
              <a:ext uri="{FF2B5EF4-FFF2-40B4-BE49-F238E27FC236}">
                <a16:creationId xmlns:a16="http://schemas.microsoft.com/office/drawing/2014/main" id="{B189096B-26D3-4019-A585-C2D04A3A805C}"/>
              </a:ext>
            </a:extLst>
          </p:cNvPr>
          <p:cNvSpPr>
            <a:spLocks noGrp="1"/>
          </p:cNvSpPr>
          <p:nvPr/>
        </p:nvSpPr>
        <p:spPr>
          <a:xfrm flipH="1" flipV="1">
            <a:off x="6368818" y="4409970"/>
            <a:ext cx="933659" cy="933659"/>
          </a:xfrm>
          <a:prstGeom prst="line">
            <a:avLst/>
          </a:prstGeom>
          <a:ln>
            <a:solidFill>
              <a:srgbClr val="EAE3CD"/>
            </a:solidFill>
          </a:ln>
        </p:spPr>
        <p:style>
          <a:lnRef idx="1">
            <a:schemeClr val="accent1"/>
          </a:lnRef>
          <a:fillRef idx="0">
            <a:schemeClr val="accent1"/>
          </a:fillRef>
          <a:effectRef idx="0">
            <a:schemeClr val="accent1"/>
          </a:effectRef>
          <a:fontRef idx="minor">
            <a:schemeClr val="tx1"/>
          </a:fontRef>
        </p:style>
      </p:sp>
      <p:sp>
        <p:nvSpPr>
          <p:cNvPr id="53" name="Espaço Reservado para Texto 29">
            <a:extLst>
              <a:ext uri="{FF2B5EF4-FFF2-40B4-BE49-F238E27FC236}">
                <a16:creationId xmlns:a16="http://schemas.microsoft.com/office/drawing/2014/main" id="{57EC0EC8-C415-12A2-DFB1-D87EC3881C17}"/>
              </a:ext>
            </a:extLst>
          </p:cNvPr>
          <p:cNvSpPr>
            <a:spLocks noGrp="1"/>
          </p:cNvSpPr>
          <p:nvPr>
            <p:ph type="body" idx="12"/>
          </p:nvPr>
        </p:nvSpPr>
        <p:spPr>
          <a:xfrm>
            <a:off x="355600" y="3831035"/>
            <a:ext cx="4970463" cy="307777"/>
          </a:xfrm>
        </p:spPr>
        <p:txBody>
          <a:bodyPr lIns="0" tIns="0" rIns="0" bIns="0" anchor="t">
            <a:spAutoFit/>
          </a:bodyPr>
          <a:lstStyle>
            <a:lvl1pPr marL="0" indent="0">
              <a:lnSpc>
                <a:spcPct val="100000"/>
              </a:lnSpc>
              <a:spcBef>
                <a:spcPts val="0"/>
              </a:spcBef>
              <a:buNone/>
              <a:defRPr sz="2000" cap="none" baseline="0">
                <a:solidFill>
                  <a:srgbClr val="69758F"/>
                </a:solidFill>
              </a:defRPr>
            </a:lvl1pPr>
            <a:lvl2pPr marL="457200" indent="0">
              <a:buNone/>
              <a:defRPr/>
            </a:lvl2pPr>
          </a:lstStyle>
          <a:p>
            <a:pPr>
              <a:buNone/>
            </a:pPr>
            <a:r>
              <a:t>Clique para editar os estilos de texto Mestres</a:t>
            </a:r>
          </a:p>
        </p:txBody>
      </p:sp>
      <p:sp>
        <p:nvSpPr>
          <p:cNvPr id="54" name="Retângulo 53">
            <a:extLst>
              <a:ext uri="{FF2B5EF4-FFF2-40B4-BE49-F238E27FC236}">
                <a16:creationId xmlns:a16="http://schemas.microsoft.com/office/drawing/2014/main" id="{710B3518-D4AF-78C1-23D5-55E53F14B173}"/>
              </a:ext>
            </a:extLst>
          </p:cNvPr>
          <p:cNvSpPr>
            <a:spLocks noGrp="1"/>
          </p:cNvSpPr>
          <p:nvPr/>
        </p:nvSpPr>
        <p:spPr>
          <a:xfrm>
            <a:off x="355600" y="3717082"/>
            <a:ext cx="1346868" cy="45719"/>
          </a:xfrm>
          <a:prstGeom prst="rect">
            <a:avLst/>
          </a:prstGeom>
          <a:solidFill>
            <a:srgbClr val="CBBA83"/>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5" name="Forma Livre: Forma 54">
            <a:extLst>
              <a:ext uri="{FF2B5EF4-FFF2-40B4-BE49-F238E27FC236}">
                <a16:creationId xmlns:a16="http://schemas.microsoft.com/office/drawing/2014/main" id="{F123732E-376F-BDDA-C444-2AC988B74A12}"/>
              </a:ext>
            </a:extLst>
          </p:cNvPr>
          <p:cNvSpPr>
            <a:spLocks noGrp="1"/>
          </p:cNvSpPr>
          <p:nvPr/>
        </p:nvSpPr>
        <p:spPr>
          <a:xfrm>
            <a:off x="4920573" y="427481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CBBA83">
                  <a:alpha val="2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56" name="Forma Livre: Forma 55">
            <a:extLst>
              <a:ext uri="{FF2B5EF4-FFF2-40B4-BE49-F238E27FC236}">
                <a16:creationId xmlns:a16="http://schemas.microsoft.com/office/drawing/2014/main" id="{ED9F62ED-C357-8E1B-7286-5410679E7073}"/>
              </a:ext>
            </a:extLst>
          </p:cNvPr>
          <p:cNvSpPr>
            <a:spLocks noGrp="1"/>
          </p:cNvSpPr>
          <p:nvPr/>
        </p:nvSpPr>
        <p:spPr>
          <a:xfrm>
            <a:off x="4942249" y="4770521"/>
            <a:ext cx="2768514" cy="2087479"/>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CBBA83">
                  <a:alpha val="2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57" name="Conector reto 56">
            <a:extLst>
              <a:ext uri="{FF2B5EF4-FFF2-40B4-BE49-F238E27FC236}">
                <a16:creationId xmlns:a16="http://schemas.microsoft.com/office/drawing/2014/main" id="{CDFCD867-B2FF-4272-9D4B-E1841BC9DCD4}"/>
              </a:ext>
            </a:extLst>
          </p:cNvPr>
          <p:cNvSpPr>
            <a:spLocks noGrp="1"/>
          </p:cNvSpPr>
          <p:nvPr/>
        </p:nvSpPr>
        <p:spPr>
          <a:xfrm flipH="1" flipV="1">
            <a:off x="148697" y="5709145"/>
            <a:ext cx="933659" cy="933659"/>
          </a:xfrm>
          <a:prstGeom prst="line">
            <a:avLst/>
          </a:prstGeom>
          <a:ln>
            <a:solidFill>
              <a:srgbClr val="CBBA83"/>
            </a:solidFill>
          </a:ln>
        </p:spPr>
        <p:style>
          <a:lnRef idx="1">
            <a:schemeClr val="accent1"/>
          </a:lnRef>
          <a:fillRef idx="0">
            <a:schemeClr val="accent1"/>
          </a:fillRef>
          <a:effectRef idx="0">
            <a:schemeClr val="accent1"/>
          </a:effectRef>
          <a:fontRef idx="minor">
            <a:schemeClr val="tx1"/>
          </a:fontRef>
        </p:style>
      </p:sp>
      <p:sp>
        <p:nvSpPr>
          <p:cNvPr id="58" name="Conector reto 57">
            <a:extLst>
              <a:ext uri="{FF2B5EF4-FFF2-40B4-BE49-F238E27FC236}">
                <a16:creationId xmlns:a16="http://schemas.microsoft.com/office/drawing/2014/main" id="{6F36373E-F51E-41D5-B74B-FEE035996C45}"/>
              </a:ext>
            </a:extLst>
          </p:cNvPr>
          <p:cNvSpPr>
            <a:spLocks noGrp="1"/>
          </p:cNvSpPr>
          <p:nvPr/>
        </p:nvSpPr>
        <p:spPr>
          <a:xfrm flipH="1" flipV="1">
            <a:off x="1048211" y="5011153"/>
            <a:ext cx="1496327" cy="1496327"/>
          </a:xfrm>
          <a:prstGeom prst="line">
            <a:avLst/>
          </a:prstGeom>
          <a:ln>
            <a:solidFill>
              <a:srgbClr val="CBBA83"/>
            </a:solidFill>
          </a:ln>
        </p:spPr>
        <p:style>
          <a:lnRef idx="1">
            <a:schemeClr val="accent1"/>
          </a:lnRef>
          <a:fillRef idx="0">
            <a:schemeClr val="accent1"/>
          </a:fillRef>
          <a:effectRef idx="0">
            <a:schemeClr val="accent1"/>
          </a:effectRef>
          <a:fontRef idx="minor">
            <a:schemeClr val="tx1"/>
          </a:fontRef>
        </p:style>
      </p:sp>
      <p:sp>
        <p:nvSpPr>
          <p:cNvPr id="62" name="Forma Livre: Forma 61">
            <a:extLst>
              <a:ext uri="{FF2B5EF4-FFF2-40B4-BE49-F238E27FC236}">
                <a16:creationId xmlns:a16="http://schemas.microsoft.com/office/drawing/2014/main" id="{FDE7083E-77F3-910B-592C-868ADCAE10B8}"/>
              </a:ext>
            </a:extLst>
          </p:cNvPr>
          <p:cNvSpPr>
            <a:spLocks noGrp="1"/>
          </p:cNvSpPr>
          <p:nvPr/>
        </p:nvSpPr>
        <p:spPr>
          <a:xfrm flipH="1">
            <a:off x="5735353" y="115578"/>
            <a:ext cx="2171757" cy="163752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CBBA83">
                  <a:alpha val="2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63" name="Forma Livre: Forma 62">
            <a:extLst>
              <a:ext uri="{FF2B5EF4-FFF2-40B4-BE49-F238E27FC236}">
                <a16:creationId xmlns:a16="http://schemas.microsoft.com/office/drawing/2014/main" id="{891293D5-F76E-27B6-4DB3-5F58ACBA88A6}"/>
              </a:ext>
            </a:extLst>
          </p:cNvPr>
          <p:cNvSpPr>
            <a:spLocks noGrp="1"/>
          </p:cNvSpPr>
          <p:nvPr/>
        </p:nvSpPr>
        <p:spPr>
          <a:xfrm flipH="1">
            <a:off x="5943224" y="-121372"/>
            <a:ext cx="1963886" cy="1480784"/>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CBBA83">
                  <a:alpha val="2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65" name="Forma Livre: Forma 64">
            <a:extLst>
              <a:ext uri="{FF2B5EF4-FFF2-40B4-BE49-F238E27FC236}">
                <a16:creationId xmlns:a16="http://schemas.microsoft.com/office/drawing/2014/main" id="{D307ABE8-2253-FDCC-8A16-6A8F3F9D6616}"/>
              </a:ext>
            </a:extLst>
          </p:cNvPr>
          <p:cNvSpPr>
            <a:spLocks noGrp="1"/>
          </p:cNvSpPr>
          <p:nvPr/>
        </p:nvSpPr>
        <p:spPr>
          <a:xfrm flipH="1">
            <a:off x="3946764" y="-45931"/>
            <a:ext cx="2937715" cy="2215058"/>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CBBA83">
                  <a:alpha val="2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66" name="Forma Livre: Forma 65">
            <a:extLst>
              <a:ext uri="{FF2B5EF4-FFF2-40B4-BE49-F238E27FC236}">
                <a16:creationId xmlns:a16="http://schemas.microsoft.com/office/drawing/2014/main" id="{1BA9BA2F-BA68-93B2-6BF8-FAB13C2AACD0}"/>
              </a:ext>
            </a:extLst>
          </p:cNvPr>
          <p:cNvSpPr>
            <a:spLocks noGrp="1"/>
          </p:cNvSpPr>
          <p:nvPr/>
        </p:nvSpPr>
        <p:spPr>
          <a:xfrm flipH="1">
            <a:off x="4130219" y="129158"/>
            <a:ext cx="3007133" cy="226740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CBBA83">
                  <a:alpha val="21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pic>
        <p:nvPicPr>
          <p:cNvPr id="126" name="Imagem 66"/>
          <p:cNvPicPr>
            <a:picLocks noChangeAspect="1"/>
          </p:cNvPicPr>
          <p:nvPr/>
        </p:nvPicPr>
        <p:blipFill>
          <a:blip r:embed="rId2">
            <a:alphaModFix amt="45000"/>
          </a:blip>
          <a:stretch>
            <a:fillRect/>
          </a:stretch>
        </p:blipFill>
        <p:spPr>
          <a:xfrm rot="2699617">
            <a:off x="5138825" y="4258455"/>
            <a:ext cx="5580000" cy="108000"/>
          </a:xfrm>
          <a:prstGeom prst="rect">
            <a:avLst/>
          </a:prstGeom>
        </p:spPr>
      </p:pic>
      <p:pic>
        <p:nvPicPr>
          <p:cNvPr id="127" name="Imagem 67"/>
          <p:cNvPicPr>
            <a:picLocks noChangeAspect="1"/>
          </p:cNvPicPr>
          <p:nvPr/>
        </p:nvPicPr>
        <p:blipFill>
          <a:blip r:embed="rId2">
            <a:alphaModFix amt="45000"/>
          </a:blip>
          <a:stretch>
            <a:fillRect/>
          </a:stretch>
        </p:blipFill>
        <p:spPr>
          <a:xfrm rot="18900383" flipV="1">
            <a:off x="5203546" y="932963"/>
            <a:ext cx="3498233" cy="108000"/>
          </a:xfrm>
          <a:prstGeom prst="rect">
            <a:avLst/>
          </a:prstGeom>
        </p:spPr>
      </p:pic>
      <p:pic>
        <p:nvPicPr>
          <p:cNvPr id="128" name="Imagem 1"/>
          <p:cNvPicPr>
            <a:picLocks noChangeAspect="1"/>
          </p:cNvPicPr>
          <p:nvPr/>
        </p:nvPicPr>
        <p:blipFill>
          <a:blip r:embed="rId3"/>
          <a:stretch>
            <a:fillRect/>
          </a:stretch>
        </p:blipFill>
        <p:spPr>
          <a:xfrm>
            <a:off x="511782" y="394936"/>
            <a:ext cx="1461600" cy="666662"/>
          </a:xfrm>
          <a:prstGeom prst="rect">
            <a:avLst/>
          </a:prstGeom>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0_Layout Personalizado">
    <p:spTree>
      <p:nvGrpSpPr>
        <p:cNvPr id="1" name=""/>
        <p:cNvGrpSpPr/>
        <p:nvPr/>
      </p:nvGrpSpPr>
      <p:grpSpPr>
        <a:xfrm>
          <a:off x="0" y="0"/>
          <a:ext cx="0" cy="0"/>
          <a:chOff x="0" y="0"/>
          <a:chExt cx="0" cy="0"/>
        </a:xfrm>
      </p:grpSpPr>
      <p:sp>
        <p:nvSpPr>
          <p:cNvPr id="92" name="Retângulo 91">
            <a:extLst>
              <a:ext uri="{FF2B5EF4-FFF2-40B4-BE49-F238E27FC236}">
                <a16:creationId xmlns:a16="http://schemas.microsoft.com/office/drawing/2014/main" id="{6D02AABB-BBEC-16AA-E325-687DB17C4F56}"/>
              </a:ext>
            </a:extLst>
          </p:cNvPr>
          <p:cNvSpPr>
            <a:spLocks noGrp="1"/>
          </p:cNvSpPr>
          <p:nvPr/>
        </p:nvSpPr>
        <p:spPr>
          <a:xfrm rot="18900000">
            <a:off x="7351614" y="2191582"/>
            <a:ext cx="36000" cy="2079606"/>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3" name="Retângulo 92">
            <a:extLst>
              <a:ext uri="{FF2B5EF4-FFF2-40B4-BE49-F238E27FC236}">
                <a16:creationId xmlns:a16="http://schemas.microsoft.com/office/drawing/2014/main" id="{2A4AF966-040B-3FA1-8DE0-EF94E1469688}"/>
              </a:ext>
            </a:extLst>
          </p:cNvPr>
          <p:cNvSpPr>
            <a:spLocks noGrp="1"/>
          </p:cNvSpPr>
          <p:nvPr/>
        </p:nvSpPr>
        <p:spPr>
          <a:xfrm rot="18900000" flipH="1">
            <a:off x="8310735" y="1441466"/>
            <a:ext cx="36000" cy="902938"/>
          </a:xfrm>
          <a:prstGeom prst="rect">
            <a:avLst/>
          </a:prstGeom>
          <a:solidFill>
            <a:srgbClr val="4BA3C7"/>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4" name="Retângulo 93">
            <a:extLst>
              <a:ext uri="{FF2B5EF4-FFF2-40B4-BE49-F238E27FC236}">
                <a16:creationId xmlns:a16="http://schemas.microsoft.com/office/drawing/2014/main" id="{1B62C94B-5D35-07FB-F5E0-7F851C93A7D9}"/>
              </a:ext>
            </a:extLst>
          </p:cNvPr>
          <p:cNvSpPr>
            <a:spLocks noGrp="1"/>
          </p:cNvSpPr>
          <p:nvPr/>
        </p:nvSpPr>
        <p:spPr>
          <a:xfrm rot="18900000" flipH="1">
            <a:off x="8265886" y="508233"/>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5" name="Retângulo 94">
            <a:extLst>
              <a:ext uri="{FF2B5EF4-FFF2-40B4-BE49-F238E27FC236}">
                <a16:creationId xmlns:a16="http://schemas.microsoft.com/office/drawing/2014/main" id="{7DC6C5AD-43E6-EF6F-6E01-250D5C3E563D}"/>
              </a:ext>
            </a:extLst>
          </p:cNvPr>
          <p:cNvSpPr>
            <a:spLocks noGrp="1"/>
          </p:cNvSpPr>
          <p:nvPr/>
        </p:nvSpPr>
        <p:spPr>
          <a:xfrm rot="18900000">
            <a:off x="10086762" y="3824456"/>
            <a:ext cx="36000" cy="2079606"/>
          </a:xfrm>
          <a:prstGeom prst="rect">
            <a:avLst/>
          </a:prstGeom>
          <a:solidFill>
            <a:srgbClr val="F5F1E6"/>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6" name="Retângulo 95">
            <a:extLst>
              <a:ext uri="{FF2B5EF4-FFF2-40B4-BE49-F238E27FC236}">
                <a16:creationId xmlns:a16="http://schemas.microsoft.com/office/drawing/2014/main" id="{CE140B4A-51E9-0CC1-749A-710E99756E65}"/>
              </a:ext>
            </a:extLst>
          </p:cNvPr>
          <p:cNvSpPr>
            <a:spLocks noGrp="1"/>
          </p:cNvSpPr>
          <p:nvPr/>
        </p:nvSpPr>
        <p:spPr>
          <a:xfrm rot="18900000">
            <a:off x="9936119" y="-80101"/>
            <a:ext cx="36000" cy="2079606"/>
          </a:xfrm>
          <a:prstGeom prst="rect">
            <a:avLst/>
          </a:prstGeom>
          <a:solidFill>
            <a:srgbClr val="9BA3B4"/>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7" name="Retângulo 96">
            <a:extLst>
              <a:ext uri="{FF2B5EF4-FFF2-40B4-BE49-F238E27FC236}">
                <a16:creationId xmlns:a16="http://schemas.microsoft.com/office/drawing/2014/main" id="{5DD3FEFD-B983-DA43-2B1D-DB069B95DFC2}"/>
              </a:ext>
            </a:extLst>
          </p:cNvPr>
          <p:cNvSpPr>
            <a:spLocks noGrp="1"/>
          </p:cNvSpPr>
          <p:nvPr/>
        </p:nvSpPr>
        <p:spPr>
          <a:xfrm rot="18900000">
            <a:off x="10576695" y="1949313"/>
            <a:ext cx="36000" cy="2886525"/>
          </a:xfrm>
          <a:prstGeom prst="rect">
            <a:avLst/>
          </a:prstGeom>
          <a:solidFill>
            <a:srgbClr val="B7DAE9"/>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8" name="Retângulo 97">
            <a:extLst>
              <a:ext uri="{FF2B5EF4-FFF2-40B4-BE49-F238E27FC236}">
                <a16:creationId xmlns:a16="http://schemas.microsoft.com/office/drawing/2014/main" id="{FCD43023-08BB-9665-B6C3-0BA0897EAB3B}"/>
              </a:ext>
            </a:extLst>
          </p:cNvPr>
          <p:cNvSpPr>
            <a:spLocks noGrp="1"/>
          </p:cNvSpPr>
          <p:nvPr/>
        </p:nvSpPr>
        <p:spPr>
          <a:xfrm rot="18900000" flipH="1">
            <a:off x="11454276" y="1383407"/>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Retângulo 5">
            <a:extLst>
              <a:ext uri="{FF2B5EF4-FFF2-40B4-BE49-F238E27FC236}">
                <a16:creationId xmlns:a16="http://schemas.microsoft.com/office/drawing/2014/main" id="{FACC30BE-9D83-7283-730A-F49E9BBAAB27}"/>
              </a:ext>
            </a:extLst>
          </p:cNvPr>
          <p:cNvSpPr>
            <a:spLocks noGrp="1"/>
          </p:cNvSpPr>
          <p:nvPr/>
        </p:nvSpPr>
        <p:spPr>
          <a:xfrm>
            <a:off x="0" y="-7620"/>
            <a:ext cx="12192000" cy="686562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4" name="Espaço Reservado para Imagem 83">
            <a:extLst>
              <a:ext uri="{FF2B5EF4-FFF2-40B4-BE49-F238E27FC236}">
                <a16:creationId xmlns:a16="http://schemas.microsoft.com/office/drawing/2014/main" id="{5BA63DD7-E64B-52DF-1671-0D97DF35B257}"/>
              </a:ext>
            </a:extLst>
          </p:cNvPr>
          <p:cNvSpPr>
            <a:spLocks noGrp="1"/>
          </p:cNvSpPr>
          <p:nvPr>
            <p:ph type="pic" idx="10"/>
          </p:nvPr>
        </p:nvSpPr>
        <p:spPr>
          <a:xfrm>
            <a:off x="5836920" y="-7938"/>
            <a:ext cx="6355080" cy="6865938"/>
          </a:xfrm>
          <a:custGeom>
            <a:avLst/>
            <a:gdLst>
              <a:gd name="connsiteX0" fmla="*/ 3536861 w 6355080"/>
              <a:gd name="connsiteY0" fmla="*/ 4135058 h 6865938"/>
              <a:gd name="connsiteX1" fmla="*/ 3531770 w 6355080"/>
              <a:gd name="connsiteY1" fmla="*/ 4140149 h 6865938"/>
              <a:gd name="connsiteX2" fmla="*/ 5002273 w 6355080"/>
              <a:gd name="connsiteY2" fmla="*/ 5610653 h 6865938"/>
              <a:gd name="connsiteX3" fmla="*/ 5007364 w 6355080"/>
              <a:gd name="connsiteY3" fmla="*/ 5605561 h 6865938"/>
              <a:gd name="connsiteX4" fmla="*/ 801713 w 6355080"/>
              <a:gd name="connsiteY4" fmla="*/ 2502185 h 6865938"/>
              <a:gd name="connsiteX5" fmla="*/ 796622 w 6355080"/>
              <a:gd name="connsiteY5" fmla="*/ 2507276 h 6865938"/>
              <a:gd name="connsiteX6" fmla="*/ 2267125 w 6355080"/>
              <a:gd name="connsiteY6" fmla="*/ 3977778 h 6865938"/>
              <a:gd name="connsiteX7" fmla="*/ 2272217 w 6355080"/>
              <a:gd name="connsiteY7" fmla="*/ 3972687 h 6865938"/>
              <a:gd name="connsiteX8" fmla="*/ 3741505 w 6355080"/>
              <a:gd name="connsiteY8" fmla="*/ 2378085 h 6865938"/>
              <a:gd name="connsiteX9" fmla="*/ 3736414 w 6355080"/>
              <a:gd name="connsiteY9" fmla="*/ 2383177 h 6865938"/>
              <a:gd name="connsiteX10" fmla="*/ 5777495 w 6355080"/>
              <a:gd name="connsiteY10" fmla="*/ 4424258 h 6865938"/>
              <a:gd name="connsiteX11" fmla="*/ 5782586 w 6355080"/>
              <a:gd name="connsiteY11" fmla="*/ 4419167 h 6865938"/>
              <a:gd name="connsiteX12" fmla="*/ 2176849 w 6355080"/>
              <a:gd name="connsiteY12" fmla="*/ 1579750 h 6865938"/>
              <a:gd name="connsiteX13" fmla="*/ 2171758 w 6355080"/>
              <a:gd name="connsiteY13" fmla="*/ 1584841 h 6865938"/>
              <a:gd name="connsiteX14" fmla="*/ 2810231 w 6355080"/>
              <a:gd name="connsiteY14" fmla="*/ 2223315 h 6865938"/>
              <a:gd name="connsiteX15" fmla="*/ 2815322 w 6355080"/>
              <a:gd name="connsiteY15" fmla="*/ 2218222 h 6865938"/>
              <a:gd name="connsiteX16" fmla="*/ 5320390 w 6355080"/>
              <a:gd name="connsiteY16" fmla="*/ 1521690 h 6865938"/>
              <a:gd name="connsiteX17" fmla="*/ 5315299 w 6355080"/>
              <a:gd name="connsiteY17" fmla="*/ 1526781 h 6865938"/>
              <a:gd name="connsiteX18" fmla="*/ 5953772 w 6355080"/>
              <a:gd name="connsiteY18" fmla="*/ 2165255 h 6865938"/>
              <a:gd name="connsiteX19" fmla="*/ 5958863 w 6355080"/>
              <a:gd name="connsiteY19" fmla="*/ 2160163 h 6865938"/>
              <a:gd name="connsiteX20" fmla="*/ 2132000 w 6355080"/>
              <a:gd name="connsiteY20" fmla="*/ 646516 h 6865938"/>
              <a:gd name="connsiteX21" fmla="*/ 2126909 w 6355080"/>
              <a:gd name="connsiteY21" fmla="*/ 651607 h 6865938"/>
              <a:gd name="connsiteX22" fmla="*/ 2765382 w 6355080"/>
              <a:gd name="connsiteY22" fmla="*/ 1290081 h 6865938"/>
              <a:gd name="connsiteX23" fmla="*/ 2770473 w 6355080"/>
              <a:gd name="connsiteY23" fmla="*/ 1284990 h 6865938"/>
              <a:gd name="connsiteX24" fmla="*/ 3386218 w 6355080"/>
              <a:gd name="connsiteY24" fmla="*/ 230501 h 6865938"/>
              <a:gd name="connsiteX25" fmla="*/ 3381127 w 6355080"/>
              <a:gd name="connsiteY25" fmla="*/ 235592 h 6865938"/>
              <a:gd name="connsiteX26" fmla="*/ 4851630 w 6355080"/>
              <a:gd name="connsiteY26" fmla="*/ 1706096 h 6865938"/>
              <a:gd name="connsiteX27" fmla="*/ 4856721 w 6355080"/>
              <a:gd name="connsiteY27" fmla="*/ 1701005 h 6865938"/>
              <a:gd name="connsiteX28" fmla="*/ 2199547 w 6355080"/>
              <a:gd name="connsiteY28" fmla="*/ 0 h 6865938"/>
              <a:gd name="connsiteX29" fmla="*/ 6355080 w 6355080"/>
              <a:gd name="connsiteY29" fmla="*/ 0 h 6865938"/>
              <a:gd name="connsiteX30" fmla="*/ 6355080 w 6355080"/>
              <a:gd name="connsiteY30" fmla="*/ 6865938 h 6865938"/>
              <a:gd name="connsiteX31" fmla="*/ 4741965 w 6355080"/>
              <a:gd name="connsiteY31" fmla="*/ 6865938 h 6865938"/>
              <a:gd name="connsiteX32" fmla="*/ 0 w 6355080"/>
              <a:gd name="connsiteY32" fmla="*/ 2175600 h 6865938"/>
            </a:gdLst>
            <a:ahLst/>
            <a:cxnLst/>
            <a:rect l="l" t="t" r="r" b="b"/>
            <a:pathLst>
              <a:path w="6355080" h="6865938">
                <a:moveTo>
                  <a:pt x="3536861" y="4135058"/>
                </a:moveTo>
                <a:lnTo>
                  <a:pt x="3531770" y="4140149"/>
                </a:lnTo>
                <a:lnTo>
                  <a:pt x="5002273" y="5610653"/>
                </a:lnTo>
                <a:lnTo>
                  <a:pt x="5007364" y="5605561"/>
                </a:lnTo>
                <a:close/>
                <a:moveTo>
                  <a:pt x="801713" y="2502185"/>
                </a:moveTo>
                <a:lnTo>
                  <a:pt x="796622" y="2507276"/>
                </a:lnTo>
                <a:lnTo>
                  <a:pt x="2267125" y="3977778"/>
                </a:lnTo>
                <a:lnTo>
                  <a:pt x="2272217" y="3972687"/>
                </a:lnTo>
                <a:close/>
                <a:moveTo>
                  <a:pt x="3741505" y="2378085"/>
                </a:moveTo>
                <a:lnTo>
                  <a:pt x="3736414" y="2383177"/>
                </a:lnTo>
                <a:lnTo>
                  <a:pt x="5777495" y="4424258"/>
                </a:lnTo>
                <a:lnTo>
                  <a:pt x="5782586" y="4419167"/>
                </a:lnTo>
                <a:close/>
                <a:moveTo>
                  <a:pt x="2176849" y="1579750"/>
                </a:moveTo>
                <a:lnTo>
                  <a:pt x="2171758" y="1584841"/>
                </a:lnTo>
                <a:lnTo>
                  <a:pt x="2810231" y="2223315"/>
                </a:lnTo>
                <a:lnTo>
                  <a:pt x="2815322" y="2218222"/>
                </a:lnTo>
                <a:close/>
                <a:moveTo>
                  <a:pt x="5320390" y="1521690"/>
                </a:moveTo>
                <a:lnTo>
                  <a:pt x="5315299" y="1526781"/>
                </a:lnTo>
                <a:lnTo>
                  <a:pt x="5953772" y="2165255"/>
                </a:lnTo>
                <a:lnTo>
                  <a:pt x="5958863" y="2160163"/>
                </a:lnTo>
                <a:close/>
                <a:moveTo>
                  <a:pt x="2132000" y="646516"/>
                </a:moveTo>
                <a:lnTo>
                  <a:pt x="2126909" y="651607"/>
                </a:lnTo>
                <a:lnTo>
                  <a:pt x="2765382" y="1290081"/>
                </a:lnTo>
                <a:lnTo>
                  <a:pt x="2770473" y="1284990"/>
                </a:lnTo>
                <a:close/>
                <a:moveTo>
                  <a:pt x="3386218" y="230501"/>
                </a:moveTo>
                <a:lnTo>
                  <a:pt x="3381127" y="235592"/>
                </a:lnTo>
                <a:lnTo>
                  <a:pt x="4851630" y="1706096"/>
                </a:lnTo>
                <a:lnTo>
                  <a:pt x="4856721" y="1701005"/>
                </a:lnTo>
                <a:close/>
                <a:moveTo>
                  <a:pt x="2199547" y="0"/>
                </a:moveTo>
                <a:lnTo>
                  <a:pt x="6355080" y="0"/>
                </a:lnTo>
                <a:lnTo>
                  <a:pt x="6355080" y="6865938"/>
                </a:lnTo>
                <a:lnTo>
                  <a:pt x="4741965" y="6865938"/>
                </a:lnTo>
                <a:lnTo>
                  <a:pt x="0" y="2175600"/>
                </a:lnTo>
                <a:close/>
              </a:path>
            </a:pathLst>
          </a:custGeom>
        </p:spPr>
        <p:txBody>
          <a:bodyPr wrap="square" tIns="2808000">
            <a:noAutofit/>
          </a:bodyPr>
          <a:lstStyle>
            <a:lvl1pPr marL="0" indent="0" algn="ctr">
              <a:buNone/>
              <a:defRPr sz="1100">
                <a:solidFill>
                  <a:srgbClr val="CDD1DA"/>
                </a:solidFill>
              </a:defRPr>
            </a:lvl1pPr>
          </a:lstStyle>
          <a:p>
            <a:endParaRPr/>
          </a:p>
        </p:txBody>
      </p:sp>
      <p:sp>
        <p:nvSpPr>
          <p:cNvPr id="20" name="Forma Livre: Forma 19">
            <a:extLst>
              <a:ext uri="{FF2B5EF4-FFF2-40B4-BE49-F238E27FC236}">
                <a16:creationId xmlns:a16="http://schemas.microsoft.com/office/drawing/2014/main" id="{A695A316-D76F-105F-1B34-01CFB1D86ED6}"/>
              </a:ext>
            </a:extLst>
          </p:cNvPr>
          <p:cNvSpPr>
            <a:spLocks noGrp="1"/>
          </p:cNvSpPr>
          <p:nvPr/>
        </p:nvSpPr>
        <p:spPr>
          <a:xfrm>
            <a:off x="5836920" y="3276815"/>
            <a:ext cx="4749539" cy="3581186"/>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BA6B6C">
                  <a:alpha val="15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21" name="Forma Livre: Forma 20">
            <a:extLst>
              <a:ext uri="{FF2B5EF4-FFF2-40B4-BE49-F238E27FC236}">
                <a16:creationId xmlns:a16="http://schemas.microsoft.com/office/drawing/2014/main" id="{2A316B86-901B-DD6C-190F-4EC4F6104CF4}"/>
              </a:ext>
            </a:extLst>
          </p:cNvPr>
          <p:cNvSpPr>
            <a:spLocks noGrp="1"/>
          </p:cNvSpPr>
          <p:nvPr/>
        </p:nvSpPr>
        <p:spPr>
          <a:xfrm>
            <a:off x="6680550" y="392429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BA6B6C">
                  <a:alpha val="15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27" name="Conector reto 26">
            <a:extLst>
              <a:ext uri="{FF2B5EF4-FFF2-40B4-BE49-F238E27FC236}">
                <a16:creationId xmlns:a16="http://schemas.microsoft.com/office/drawing/2014/main" id="{432A6E75-4AC8-452B-BAF5-1FD33A5ACF55}"/>
              </a:ext>
            </a:extLst>
          </p:cNvPr>
          <p:cNvSpPr>
            <a:spLocks noGrp="1"/>
          </p:cNvSpPr>
          <p:nvPr/>
        </p:nvSpPr>
        <p:spPr>
          <a:xfrm flipH="1" flipV="1">
            <a:off x="7315620" y="4876800"/>
            <a:ext cx="1664969" cy="1664969"/>
          </a:xfrm>
          <a:prstGeom prst="line">
            <a:avLst/>
          </a:prstGeom>
          <a:ln>
            <a:solidFill>
              <a:srgbClr val="EAE3CD"/>
            </a:solidFill>
          </a:ln>
        </p:spPr>
        <p:style>
          <a:lnRef idx="1">
            <a:schemeClr val="accent1"/>
          </a:lnRef>
          <a:fillRef idx="0">
            <a:schemeClr val="accent1"/>
          </a:fillRef>
          <a:effectRef idx="0">
            <a:schemeClr val="accent1"/>
          </a:effectRef>
          <a:fontRef idx="minor">
            <a:schemeClr val="tx1"/>
          </a:fontRef>
        </p:style>
      </p:sp>
      <p:sp>
        <p:nvSpPr>
          <p:cNvPr id="30" name="Espaço Reservado para Texto 29">
            <a:extLst>
              <a:ext uri="{FF2B5EF4-FFF2-40B4-BE49-F238E27FC236}">
                <a16:creationId xmlns:a16="http://schemas.microsoft.com/office/drawing/2014/main" id="{33B682AE-B59C-7EED-A011-A111F8FCD691}"/>
              </a:ext>
            </a:extLst>
          </p:cNvPr>
          <p:cNvSpPr>
            <a:spLocks noGrp="1"/>
          </p:cNvSpPr>
          <p:nvPr>
            <p:ph type="body" idx="11"/>
          </p:nvPr>
        </p:nvSpPr>
        <p:spPr>
          <a:xfrm>
            <a:off x="355600" y="2855308"/>
            <a:ext cx="4970463" cy="861774"/>
          </a:xfrm>
        </p:spPr>
        <p:txBody>
          <a:bodyPr lIns="0" tIns="0" rIns="0" bIns="0" anchor="b">
            <a:spAutoFit/>
          </a:bodyPr>
          <a:lstStyle>
            <a:lvl1pPr marL="0" indent="0">
              <a:lnSpc>
                <a:spcPct val="100000"/>
              </a:lnSpc>
              <a:spcBef>
                <a:spcPts val="0"/>
              </a:spcBef>
              <a:buNone/>
              <a:defRPr cap="all" baseline="0">
                <a:solidFill>
                  <a:srgbClr val="BA6B6C"/>
                </a:solidFill>
              </a:defRPr>
            </a:lvl1pPr>
            <a:lvl2pPr marL="457200" indent="0">
              <a:buNone/>
              <a:defRPr/>
            </a:lvl2pPr>
          </a:lstStyle>
          <a:p>
            <a:pPr>
              <a:buNone/>
            </a:pPr>
            <a:r>
              <a:t>Clique para editar os estilos de texto Mestres</a:t>
            </a:r>
          </a:p>
        </p:txBody>
      </p:sp>
      <p:sp>
        <p:nvSpPr>
          <p:cNvPr id="51" name="Conector reto 50">
            <a:extLst>
              <a:ext uri="{FF2B5EF4-FFF2-40B4-BE49-F238E27FC236}">
                <a16:creationId xmlns:a16="http://schemas.microsoft.com/office/drawing/2014/main" id="{FA9E478F-7A1A-46B4-8BA6-5EE3A6A4B77F}"/>
              </a:ext>
            </a:extLst>
          </p:cNvPr>
          <p:cNvSpPr>
            <a:spLocks noGrp="1"/>
          </p:cNvSpPr>
          <p:nvPr/>
        </p:nvSpPr>
        <p:spPr>
          <a:xfrm flipH="1" flipV="1">
            <a:off x="6368818" y="4409970"/>
            <a:ext cx="933659" cy="933659"/>
          </a:xfrm>
          <a:prstGeom prst="line">
            <a:avLst/>
          </a:prstGeom>
          <a:ln>
            <a:solidFill>
              <a:srgbClr val="EAE3CD"/>
            </a:solidFill>
          </a:ln>
        </p:spPr>
        <p:style>
          <a:lnRef idx="1">
            <a:schemeClr val="accent1"/>
          </a:lnRef>
          <a:fillRef idx="0">
            <a:schemeClr val="accent1"/>
          </a:fillRef>
          <a:effectRef idx="0">
            <a:schemeClr val="accent1"/>
          </a:effectRef>
          <a:fontRef idx="minor">
            <a:schemeClr val="tx1"/>
          </a:fontRef>
        </p:style>
      </p:sp>
      <p:sp>
        <p:nvSpPr>
          <p:cNvPr id="53" name="Espaço Reservado para Texto 29">
            <a:extLst>
              <a:ext uri="{FF2B5EF4-FFF2-40B4-BE49-F238E27FC236}">
                <a16:creationId xmlns:a16="http://schemas.microsoft.com/office/drawing/2014/main" id="{57EC0EC8-C415-12A2-DFB1-D87EC3881C17}"/>
              </a:ext>
            </a:extLst>
          </p:cNvPr>
          <p:cNvSpPr>
            <a:spLocks noGrp="1"/>
          </p:cNvSpPr>
          <p:nvPr>
            <p:ph type="body" idx="12"/>
          </p:nvPr>
        </p:nvSpPr>
        <p:spPr>
          <a:xfrm>
            <a:off x="355600" y="3831035"/>
            <a:ext cx="4970463" cy="307777"/>
          </a:xfrm>
        </p:spPr>
        <p:txBody>
          <a:bodyPr lIns="0" tIns="0" rIns="0" bIns="0" anchor="t">
            <a:spAutoFit/>
          </a:bodyPr>
          <a:lstStyle>
            <a:lvl1pPr marL="0" indent="0">
              <a:lnSpc>
                <a:spcPct val="100000"/>
              </a:lnSpc>
              <a:spcBef>
                <a:spcPts val="0"/>
              </a:spcBef>
              <a:buNone/>
              <a:defRPr sz="2000" cap="none" baseline="0">
                <a:solidFill>
                  <a:srgbClr val="69758F"/>
                </a:solidFill>
              </a:defRPr>
            </a:lvl1pPr>
            <a:lvl2pPr marL="457200" indent="0">
              <a:buNone/>
              <a:defRPr/>
            </a:lvl2pPr>
          </a:lstStyle>
          <a:p>
            <a:pPr>
              <a:buNone/>
            </a:pPr>
            <a:r>
              <a:t>Clique para editar os estilos de texto Mestres</a:t>
            </a:r>
          </a:p>
        </p:txBody>
      </p:sp>
      <p:sp>
        <p:nvSpPr>
          <p:cNvPr id="54" name="Retângulo 53">
            <a:extLst>
              <a:ext uri="{FF2B5EF4-FFF2-40B4-BE49-F238E27FC236}">
                <a16:creationId xmlns:a16="http://schemas.microsoft.com/office/drawing/2014/main" id="{710B3518-D4AF-78C1-23D5-55E53F14B173}"/>
              </a:ext>
            </a:extLst>
          </p:cNvPr>
          <p:cNvSpPr>
            <a:spLocks noGrp="1"/>
          </p:cNvSpPr>
          <p:nvPr/>
        </p:nvSpPr>
        <p:spPr>
          <a:xfrm>
            <a:off x="355600" y="3717082"/>
            <a:ext cx="1346868" cy="45719"/>
          </a:xfrm>
          <a:prstGeom prst="rect">
            <a:avLst/>
          </a:prstGeom>
          <a:solidFill>
            <a:srgbClr val="BA6B6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5" name="Forma Livre: Forma 54">
            <a:extLst>
              <a:ext uri="{FF2B5EF4-FFF2-40B4-BE49-F238E27FC236}">
                <a16:creationId xmlns:a16="http://schemas.microsoft.com/office/drawing/2014/main" id="{F123732E-376F-BDDA-C444-2AC988B74A12}"/>
              </a:ext>
            </a:extLst>
          </p:cNvPr>
          <p:cNvSpPr>
            <a:spLocks noGrp="1"/>
          </p:cNvSpPr>
          <p:nvPr/>
        </p:nvSpPr>
        <p:spPr>
          <a:xfrm>
            <a:off x="4920573" y="427481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BA6B6C">
                  <a:alpha val="15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56" name="Forma Livre: Forma 55">
            <a:extLst>
              <a:ext uri="{FF2B5EF4-FFF2-40B4-BE49-F238E27FC236}">
                <a16:creationId xmlns:a16="http://schemas.microsoft.com/office/drawing/2014/main" id="{ED9F62ED-C357-8E1B-7286-5410679E7073}"/>
              </a:ext>
            </a:extLst>
          </p:cNvPr>
          <p:cNvSpPr>
            <a:spLocks noGrp="1"/>
          </p:cNvSpPr>
          <p:nvPr/>
        </p:nvSpPr>
        <p:spPr>
          <a:xfrm>
            <a:off x="4942249" y="4770521"/>
            <a:ext cx="2768514" cy="2087479"/>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BA6B6C">
                  <a:alpha val="15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57" name="Conector reto 56">
            <a:extLst>
              <a:ext uri="{FF2B5EF4-FFF2-40B4-BE49-F238E27FC236}">
                <a16:creationId xmlns:a16="http://schemas.microsoft.com/office/drawing/2014/main" id="{245D0D54-8F5D-4370-8E5A-570604F04AC7}"/>
              </a:ext>
            </a:extLst>
          </p:cNvPr>
          <p:cNvSpPr>
            <a:spLocks noGrp="1"/>
          </p:cNvSpPr>
          <p:nvPr/>
        </p:nvSpPr>
        <p:spPr>
          <a:xfrm flipH="1" flipV="1">
            <a:off x="148697" y="5709145"/>
            <a:ext cx="933659" cy="933659"/>
          </a:xfrm>
          <a:prstGeom prst="line">
            <a:avLst/>
          </a:prstGeom>
          <a:ln>
            <a:solidFill>
              <a:srgbClr val="E3C4C4"/>
            </a:solidFill>
          </a:ln>
        </p:spPr>
        <p:style>
          <a:lnRef idx="1">
            <a:schemeClr val="accent1"/>
          </a:lnRef>
          <a:fillRef idx="0">
            <a:schemeClr val="accent1"/>
          </a:fillRef>
          <a:effectRef idx="0">
            <a:schemeClr val="accent1"/>
          </a:effectRef>
          <a:fontRef idx="minor">
            <a:schemeClr val="tx1"/>
          </a:fontRef>
        </p:style>
      </p:sp>
      <p:sp>
        <p:nvSpPr>
          <p:cNvPr id="58" name="Conector reto 57">
            <a:extLst>
              <a:ext uri="{FF2B5EF4-FFF2-40B4-BE49-F238E27FC236}">
                <a16:creationId xmlns:a16="http://schemas.microsoft.com/office/drawing/2014/main" id="{70E6FDE9-7A11-4633-8DFE-AA8E7CEC2A8F}"/>
              </a:ext>
            </a:extLst>
          </p:cNvPr>
          <p:cNvSpPr>
            <a:spLocks noGrp="1"/>
          </p:cNvSpPr>
          <p:nvPr/>
        </p:nvSpPr>
        <p:spPr>
          <a:xfrm flipH="1" flipV="1">
            <a:off x="1048211" y="5011153"/>
            <a:ext cx="1496327" cy="1496327"/>
          </a:xfrm>
          <a:prstGeom prst="line">
            <a:avLst/>
          </a:prstGeom>
          <a:ln>
            <a:solidFill>
              <a:srgbClr val="E3C4C4"/>
            </a:solidFill>
          </a:ln>
        </p:spPr>
        <p:style>
          <a:lnRef idx="1">
            <a:schemeClr val="accent1"/>
          </a:lnRef>
          <a:fillRef idx="0">
            <a:schemeClr val="accent1"/>
          </a:fillRef>
          <a:effectRef idx="0">
            <a:schemeClr val="accent1"/>
          </a:effectRef>
          <a:fontRef idx="minor">
            <a:schemeClr val="tx1"/>
          </a:fontRef>
        </p:style>
      </p:sp>
      <p:sp>
        <p:nvSpPr>
          <p:cNvPr id="62" name="Forma Livre: Forma 61">
            <a:extLst>
              <a:ext uri="{FF2B5EF4-FFF2-40B4-BE49-F238E27FC236}">
                <a16:creationId xmlns:a16="http://schemas.microsoft.com/office/drawing/2014/main" id="{FDE7083E-77F3-910B-592C-868ADCAE10B8}"/>
              </a:ext>
            </a:extLst>
          </p:cNvPr>
          <p:cNvSpPr>
            <a:spLocks noGrp="1"/>
          </p:cNvSpPr>
          <p:nvPr/>
        </p:nvSpPr>
        <p:spPr>
          <a:xfrm flipH="1">
            <a:off x="5735353" y="115578"/>
            <a:ext cx="2171757" cy="163752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BA6B6C">
                  <a:alpha val="15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63" name="Forma Livre: Forma 62">
            <a:extLst>
              <a:ext uri="{FF2B5EF4-FFF2-40B4-BE49-F238E27FC236}">
                <a16:creationId xmlns:a16="http://schemas.microsoft.com/office/drawing/2014/main" id="{891293D5-F76E-27B6-4DB3-5F58ACBA88A6}"/>
              </a:ext>
            </a:extLst>
          </p:cNvPr>
          <p:cNvSpPr>
            <a:spLocks noGrp="1"/>
          </p:cNvSpPr>
          <p:nvPr/>
        </p:nvSpPr>
        <p:spPr>
          <a:xfrm flipH="1">
            <a:off x="5943224" y="-121372"/>
            <a:ext cx="1963886" cy="1480784"/>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BA6B6C">
                  <a:alpha val="15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65" name="Forma Livre: Forma 64">
            <a:extLst>
              <a:ext uri="{FF2B5EF4-FFF2-40B4-BE49-F238E27FC236}">
                <a16:creationId xmlns:a16="http://schemas.microsoft.com/office/drawing/2014/main" id="{D307ABE8-2253-FDCC-8A16-6A8F3F9D6616}"/>
              </a:ext>
            </a:extLst>
          </p:cNvPr>
          <p:cNvSpPr>
            <a:spLocks noGrp="1"/>
          </p:cNvSpPr>
          <p:nvPr/>
        </p:nvSpPr>
        <p:spPr>
          <a:xfrm flipH="1">
            <a:off x="3946764" y="-45931"/>
            <a:ext cx="2937715" cy="2215058"/>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BA6B6C">
                  <a:alpha val="15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66" name="Forma Livre: Forma 65">
            <a:extLst>
              <a:ext uri="{FF2B5EF4-FFF2-40B4-BE49-F238E27FC236}">
                <a16:creationId xmlns:a16="http://schemas.microsoft.com/office/drawing/2014/main" id="{1BA9BA2F-BA68-93B2-6BF8-FAB13C2AACD0}"/>
              </a:ext>
            </a:extLst>
          </p:cNvPr>
          <p:cNvSpPr>
            <a:spLocks noGrp="1"/>
          </p:cNvSpPr>
          <p:nvPr/>
        </p:nvSpPr>
        <p:spPr>
          <a:xfrm flipH="1">
            <a:off x="4130219" y="129158"/>
            <a:ext cx="3007133" cy="226740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BA6B6C">
                  <a:alpha val="15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pic>
        <p:nvPicPr>
          <p:cNvPr id="126" name="Imagem 66"/>
          <p:cNvPicPr>
            <a:picLocks noChangeAspect="1"/>
          </p:cNvPicPr>
          <p:nvPr/>
        </p:nvPicPr>
        <p:blipFill>
          <a:blip r:embed="rId2">
            <a:alphaModFix amt="45000"/>
          </a:blip>
          <a:stretch>
            <a:fillRect/>
          </a:stretch>
        </p:blipFill>
        <p:spPr>
          <a:xfrm rot="2699617">
            <a:off x="5138825" y="4258455"/>
            <a:ext cx="5580000" cy="108000"/>
          </a:xfrm>
          <a:prstGeom prst="rect">
            <a:avLst/>
          </a:prstGeom>
        </p:spPr>
      </p:pic>
      <p:pic>
        <p:nvPicPr>
          <p:cNvPr id="127" name="Imagem 67"/>
          <p:cNvPicPr>
            <a:picLocks noChangeAspect="1"/>
          </p:cNvPicPr>
          <p:nvPr/>
        </p:nvPicPr>
        <p:blipFill>
          <a:blip r:embed="rId2">
            <a:alphaModFix amt="45000"/>
          </a:blip>
          <a:stretch>
            <a:fillRect/>
          </a:stretch>
        </p:blipFill>
        <p:spPr>
          <a:xfrm rot="18900383" flipV="1">
            <a:off x="5203546" y="932963"/>
            <a:ext cx="3498233" cy="108000"/>
          </a:xfrm>
          <a:prstGeom prst="rect">
            <a:avLst/>
          </a:prstGeom>
        </p:spPr>
      </p:pic>
      <p:pic>
        <p:nvPicPr>
          <p:cNvPr id="128" name="Imagem 1"/>
          <p:cNvPicPr>
            <a:picLocks noChangeAspect="1"/>
          </p:cNvPicPr>
          <p:nvPr/>
        </p:nvPicPr>
        <p:blipFill>
          <a:blip r:embed="rId3"/>
          <a:stretch>
            <a:fillRect/>
          </a:stretch>
        </p:blipFill>
        <p:spPr>
          <a:xfrm>
            <a:off x="511782" y="394936"/>
            <a:ext cx="1461600" cy="666662"/>
          </a:xfrm>
          <a:prstGeom prst="rect">
            <a:avLst/>
          </a:prstGeom>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1_Layout Personalizado">
    <p:spTree>
      <p:nvGrpSpPr>
        <p:cNvPr id="1" name=""/>
        <p:cNvGrpSpPr/>
        <p:nvPr/>
      </p:nvGrpSpPr>
      <p:grpSpPr>
        <a:xfrm>
          <a:off x="0" y="0"/>
          <a:ext cx="0" cy="0"/>
          <a:chOff x="0" y="0"/>
          <a:chExt cx="0" cy="0"/>
        </a:xfrm>
      </p:grpSpPr>
      <p:sp>
        <p:nvSpPr>
          <p:cNvPr id="92" name="Retângulo 91">
            <a:extLst>
              <a:ext uri="{FF2B5EF4-FFF2-40B4-BE49-F238E27FC236}">
                <a16:creationId xmlns:a16="http://schemas.microsoft.com/office/drawing/2014/main" id="{6D02AABB-BBEC-16AA-E325-687DB17C4F56}"/>
              </a:ext>
            </a:extLst>
          </p:cNvPr>
          <p:cNvSpPr>
            <a:spLocks noGrp="1"/>
          </p:cNvSpPr>
          <p:nvPr/>
        </p:nvSpPr>
        <p:spPr>
          <a:xfrm rot="18900000">
            <a:off x="7351614" y="2191582"/>
            <a:ext cx="36000" cy="2079606"/>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3" name="Retângulo 92">
            <a:extLst>
              <a:ext uri="{FF2B5EF4-FFF2-40B4-BE49-F238E27FC236}">
                <a16:creationId xmlns:a16="http://schemas.microsoft.com/office/drawing/2014/main" id="{2A4AF966-040B-3FA1-8DE0-EF94E1469688}"/>
              </a:ext>
            </a:extLst>
          </p:cNvPr>
          <p:cNvSpPr>
            <a:spLocks noGrp="1"/>
          </p:cNvSpPr>
          <p:nvPr/>
        </p:nvSpPr>
        <p:spPr>
          <a:xfrm rot="18900000" flipH="1">
            <a:off x="8310735" y="1441466"/>
            <a:ext cx="36000" cy="902938"/>
          </a:xfrm>
          <a:prstGeom prst="rect">
            <a:avLst/>
          </a:prstGeom>
          <a:solidFill>
            <a:srgbClr val="4BA3C7"/>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4" name="Retângulo 93">
            <a:extLst>
              <a:ext uri="{FF2B5EF4-FFF2-40B4-BE49-F238E27FC236}">
                <a16:creationId xmlns:a16="http://schemas.microsoft.com/office/drawing/2014/main" id="{1B62C94B-5D35-07FB-F5E0-7F851C93A7D9}"/>
              </a:ext>
            </a:extLst>
          </p:cNvPr>
          <p:cNvSpPr>
            <a:spLocks noGrp="1"/>
          </p:cNvSpPr>
          <p:nvPr/>
        </p:nvSpPr>
        <p:spPr>
          <a:xfrm rot="18900000" flipH="1">
            <a:off x="8265886" y="508233"/>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5" name="Retângulo 94">
            <a:extLst>
              <a:ext uri="{FF2B5EF4-FFF2-40B4-BE49-F238E27FC236}">
                <a16:creationId xmlns:a16="http://schemas.microsoft.com/office/drawing/2014/main" id="{7DC6C5AD-43E6-EF6F-6E01-250D5C3E563D}"/>
              </a:ext>
            </a:extLst>
          </p:cNvPr>
          <p:cNvSpPr>
            <a:spLocks noGrp="1"/>
          </p:cNvSpPr>
          <p:nvPr/>
        </p:nvSpPr>
        <p:spPr>
          <a:xfrm rot="18900000">
            <a:off x="10086762" y="3824456"/>
            <a:ext cx="36000" cy="2079606"/>
          </a:xfrm>
          <a:prstGeom prst="rect">
            <a:avLst/>
          </a:prstGeom>
          <a:solidFill>
            <a:srgbClr val="F5F1E6"/>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6" name="Retângulo 95">
            <a:extLst>
              <a:ext uri="{FF2B5EF4-FFF2-40B4-BE49-F238E27FC236}">
                <a16:creationId xmlns:a16="http://schemas.microsoft.com/office/drawing/2014/main" id="{CE140B4A-51E9-0CC1-749A-710E99756E65}"/>
              </a:ext>
            </a:extLst>
          </p:cNvPr>
          <p:cNvSpPr>
            <a:spLocks noGrp="1"/>
          </p:cNvSpPr>
          <p:nvPr/>
        </p:nvSpPr>
        <p:spPr>
          <a:xfrm rot="18900000">
            <a:off x="9936119" y="-80101"/>
            <a:ext cx="36000" cy="2079606"/>
          </a:xfrm>
          <a:prstGeom prst="rect">
            <a:avLst/>
          </a:prstGeom>
          <a:solidFill>
            <a:srgbClr val="9BA3B4"/>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7" name="Retângulo 96">
            <a:extLst>
              <a:ext uri="{FF2B5EF4-FFF2-40B4-BE49-F238E27FC236}">
                <a16:creationId xmlns:a16="http://schemas.microsoft.com/office/drawing/2014/main" id="{5DD3FEFD-B983-DA43-2B1D-DB069B95DFC2}"/>
              </a:ext>
            </a:extLst>
          </p:cNvPr>
          <p:cNvSpPr>
            <a:spLocks noGrp="1"/>
          </p:cNvSpPr>
          <p:nvPr/>
        </p:nvSpPr>
        <p:spPr>
          <a:xfrm rot="18900000">
            <a:off x="10576695" y="1949313"/>
            <a:ext cx="36000" cy="2886525"/>
          </a:xfrm>
          <a:prstGeom prst="rect">
            <a:avLst/>
          </a:prstGeom>
          <a:solidFill>
            <a:srgbClr val="B7DAE9"/>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8" name="Retângulo 97">
            <a:extLst>
              <a:ext uri="{FF2B5EF4-FFF2-40B4-BE49-F238E27FC236}">
                <a16:creationId xmlns:a16="http://schemas.microsoft.com/office/drawing/2014/main" id="{FCD43023-08BB-9665-B6C3-0BA0897EAB3B}"/>
              </a:ext>
            </a:extLst>
          </p:cNvPr>
          <p:cNvSpPr>
            <a:spLocks noGrp="1"/>
          </p:cNvSpPr>
          <p:nvPr/>
        </p:nvSpPr>
        <p:spPr>
          <a:xfrm rot="18900000" flipH="1">
            <a:off x="11454276" y="1383407"/>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Retângulo 5">
            <a:extLst>
              <a:ext uri="{FF2B5EF4-FFF2-40B4-BE49-F238E27FC236}">
                <a16:creationId xmlns:a16="http://schemas.microsoft.com/office/drawing/2014/main" id="{FACC30BE-9D83-7283-730A-F49E9BBAAB27}"/>
              </a:ext>
            </a:extLst>
          </p:cNvPr>
          <p:cNvSpPr>
            <a:spLocks noGrp="1"/>
          </p:cNvSpPr>
          <p:nvPr/>
        </p:nvSpPr>
        <p:spPr>
          <a:xfrm>
            <a:off x="0" y="-7620"/>
            <a:ext cx="12192000" cy="686562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4" name="Espaço Reservado para Imagem 83">
            <a:extLst>
              <a:ext uri="{FF2B5EF4-FFF2-40B4-BE49-F238E27FC236}">
                <a16:creationId xmlns:a16="http://schemas.microsoft.com/office/drawing/2014/main" id="{5BA63DD7-E64B-52DF-1671-0D97DF35B257}"/>
              </a:ext>
            </a:extLst>
          </p:cNvPr>
          <p:cNvSpPr>
            <a:spLocks noGrp="1"/>
          </p:cNvSpPr>
          <p:nvPr>
            <p:ph type="pic" idx="10"/>
          </p:nvPr>
        </p:nvSpPr>
        <p:spPr>
          <a:xfrm>
            <a:off x="5836920" y="-7938"/>
            <a:ext cx="6355080" cy="6865938"/>
          </a:xfrm>
          <a:custGeom>
            <a:avLst/>
            <a:gdLst>
              <a:gd name="connsiteX0" fmla="*/ 3536861 w 6355080"/>
              <a:gd name="connsiteY0" fmla="*/ 4135058 h 6865938"/>
              <a:gd name="connsiteX1" fmla="*/ 3531770 w 6355080"/>
              <a:gd name="connsiteY1" fmla="*/ 4140149 h 6865938"/>
              <a:gd name="connsiteX2" fmla="*/ 5002273 w 6355080"/>
              <a:gd name="connsiteY2" fmla="*/ 5610653 h 6865938"/>
              <a:gd name="connsiteX3" fmla="*/ 5007364 w 6355080"/>
              <a:gd name="connsiteY3" fmla="*/ 5605561 h 6865938"/>
              <a:gd name="connsiteX4" fmla="*/ 801713 w 6355080"/>
              <a:gd name="connsiteY4" fmla="*/ 2502185 h 6865938"/>
              <a:gd name="connsiteX5" fmla="*/ 796622 w 6355080"/>
              <a:gd name="connsiteY5" fmla="*/ 2507276 h 6865938"/>
              <a:gd name="connsiteX6" fmla="*/ 2267125 w 6355080"/>
              <a:gd name="connsiteY6" fmla="*/ 3977778 h 6865938"/>
              <a:gd name="connsiteX7" fmla="*/ 2272217 w 6355080"/>
              <a:gd name="connsiteY7" fmla="*/ 3972687 h 6865938"/>
              <a:gd name="connsiteX8" fmla="*/ 3741505 w 6355080"/>
              <a:gd name="connsiteY8" fmla="*/ 2378085 h 6865938"/>
              <a:gd name="connsiteX9" fmla="*/ 3736414 w 6355080"/>
              <a:gd name="connsiteY9" fmla="*/ 2383177 h 6865938"/>
              <a:gd name="connsiteX10" fmla="*/ 5777495 w 6355080"/>
              <a:gd name="connsiteY10" fmla="*/ 4424258 h 6865938"/>
              <a:gd name="connsiteX11" fmla="*/ 5782586 w 6355080"/>
              <a:gd name="connsiteY11" fmla="*/ 4419167 h 6865938"/>
              <a:gd name="connsiteX12" fmla="*/ 2176849 w 6355080"/>
              <a:gd name="connsiteY12" fmla="*/ 1579750 h 6865938"/>
              <a:gd name="connsiteX13" fmla="*/ 2171758 w 6355080"/>
              <a:gd name="connsiteY13" fmla="*/ 1584841 h 6865938"/>
              <a:gd name="connsiteX14" fmla="*/ 2810231 w 6355080"/>
              <a:gd name="connsiteY14" fmla="*/ 2223315 h 6865938"/>
              <a:gd name="connsiteX15" fmla="*/ 2815322 w 6355080"/>
              <a:gd name="connsiteY15" fmla="*/ 2218222 h 6865938"/>
              <a:gd name="connsiteX16" fmla="*/ 5320390 w 6355080"/>
              <a:gd name="connsiteY16" fmla="*/ 1521690 h 6865938"/>
              <a:gd name="connsiteX17" fmla="*/ 5315299 w 6355080"/>
              <a:gd name="connsiteY17" fmla="*/ 1526781 h 6865938"/>
              <a:gd name="connsiteX18" fmla="*/ 5953772 w 6355080"/>
              <a:gd name="connsiteY18" fmla="*/ 2165255 h 6865938"/>
              <a:gd name="connsiteX19" fmla="*/ 5958863 w 6355080"/>
              <a:gd name="connsiteY19" fmla="*/ 2160163 h 6865938"/>
              <a:gd name="connsiteX20" fmla="*/ 2132000 w 6355080"/>
              <a:gd name="connsiteY20" fmla="*/ 646516 h 6865938"/>
              <a:gd name="connsiteX21" fmla="*/ 2126909 w 6355080"/>
              <a:gd name="connsiteY21" fmla="*/ 651607 h 6865938"/>
              <a:gd name="connsiteX22" fmla="*/ 2765382 w 6355080"/>
              <a:gd name="connsiteY22" fmla="*/ 1290081 h 6865938"/>
              <a:gd name="connsiteX23" fmla="*/ 2770473 w 6355080"/>
              <a:gd name="connsiteY23" fmla="*/ 1284990 h 6865938"/>
              <a:gd name="connsiteX24" fmla="*/ 3386218 w 6355080"/>
              <a:gd name="connsiteY24" fmla="*/ 230501 h 6865938"/>
              <a:gd name="connsiteX25" fmla="*/ 3381127 w 6355080"/>
              <a:gd name="connsiteY25" fmla="*/ 235592 h 6865938"/>
              <a:gd name="connsiteX26" fmla="*/ 4851630 w 6355080"/>
              <a:gd name="connsiteY26" fmla="*/ 1706096 h 6865938"/>
              <a:gd name="connsiteX27" fmla="*/ 4856721 w 6355080"/>
              <a:gd name="connsiteY27" fmla="*/ 1701005 h 6865938"/>
              <a:gd name="connsiteX28" fmla="*/ 2199547 w 6355080"/>
              <a:gd name="connsiteY28" fmla="*/ 0 h 6865938"/>
              <a:gd name="connsiteX29" fmla="*/ 6355080 w 6355080"/>
              <a:gd name="connsiteY29" fmla="*/ 0 h 6865938"/>
              <a:gd name="connsiteX30" fmla="*/ 6355080 w 6355080"/>
              <a:gd name="connsiteY30" fmla="*/ 6865938 h 6865938"/>
              <a:gd name="connsiteX31" fmla="*/ 4741965 w 6355080"/>
              <a:gd name="connsiteY31" fmla="*/ 6865938 h 6865938"/>
              <a:gd name="connsiteX32" fmla="*/ 0 w 6355080"/>
              <a:gd name="connsiteY32" fmla="*/ 2175600 h 6865938"/>
            </a:gdLst>
            <a:ahLst/>
            <a:cxnLst/>
            <a:rect l="l" t="t" r="r" b="b"/>
            <a:pathLst>
              <a:path w="6355080" h="6865938">
                <a:moveTo>
                  <a:pt x="3536861" y="4135058"/>
                </a:moveTo>
                <a:lnTo>
                  <a:pt x="3531770" y="4140149"/>
                </a:lnTo>
                <a:lnTo>
                  <a:pt x="5002273" y="5610653"/>
                </a:lnTo>
                <a:lnTo>
                  <a:pt x="5007364" y="5605561"/>
                </a:lnTo>
                <a:close/>
                <a:moveTo>
                  <a:pt x="801713" y="2502185"/>
                </a:moveTo>
                <a:lnTo>
                  <a:pt x="796622" y="2507276"/>
                </a:lnTo>
                <a:lnTo>
                  <a:pt x="2267125" y="3977778"/>
                </a:lnTo>
                <a:lnTo>
                  <a:pt x="2272217" y="3972687"/>
                </a:lnTo>
                <a:close/>
                <a:moveTo>
                  <a:pt x="3741505" y="2378085"/>
                </a:moveTo>
                <a:lnTo>
                  <a:pt x="3736414" y="2383177"/>
                </a:lnTo>
                <a:lnTo>
                  <a:pt x="5777495" y="4424258"/>
                </a:lnTo>
                <a:lnTo>
                  <a:pt x="5782586" y="4419167"/>
                </a:lnTo>
                <a:close/>
                <a:moveTo>
                  <a:pt x="2176849" y="1579750"/>
                </a:moveTo>
                <a:lnTo>
                  <a:pt x="2171758" y="1584841"/>
                </a:lnTo>
                <a:lnTo>
                  <a:pt x="2810231" y="2223315"/>
                </a:lnTo>
                <a:lnTo>
                  <a:pt x="2815322" y="2218222"/>
                </a:lnTo>
                <a:close/>
                <a:moveTo>
                  <a:pt x="5320390" y="1521690"/>
                </a:moveTo>
                <a:lnTo>
                  <a:pt x="5315299" y="1526781"/>
                </a:lnTo>
                <a:lnTo>
                  <a:pt x="5953772" y="2165255"/>
                </a:lnTo>
                <a:lnTo>
                  <a:pt x="5958863" y="2160163"/>
                </a:lnTo>
                <a:close/>
                <a:moveTo>
                  <a:pt x="2132000" y="646516"/>
                </a:moveTo>
                <a:lnTo>
                  <a:pt x="2126909" y="651607"/>
                </a:lnTo>
                <a:lnTo>
                  <a:pt x="2765382" y="1290081"/>
                </a:lnTo>
                <a:lnTo>
                  <a:pt x="2770473" y="1284990"/>
                </a:lnTo>
                <a:close/>
                <a:moveTo>
                  <a:pt x="3386218" y="230501"/>
                </a:moveTo>
                <a:lnTo>
                  <a:pt x="3381127" y="235592"/>
                </a:lnTo>
                <a:lnTo>
                  <a:pt x="4851630" y="1706096"/>
                </a:lnTo>
                <a:lnTo>
                  <a:pt x="4856721" y="1701005"/>
                </a:lnTo>
                <a:close/>
                <a:moveTo>
                  <a:pt x="2199547" y="0"/>
                </a:moveTo>
                <a:lnTo>
                  <a:pt x="6355080" y="0"/>
                </a:lnTo>
                <a:lnTo>
                  <a:pt x="6355080" y="6865938"/>
                </a:lnTo>
                <a:lnTo>
                  <a:pt x="4741965" y="6865938"/>
                </a:lnTo>
                <a:lnTo>
                  <a:pt x="0" y="2175600"/>
                </a:lnTo>
                <a:close/>
              </a:path>
            </a:pathLst>
          </a:custGeom>
        </p:spPr>
        <p:txBody>
          <a:bodyPr wrap="square" tIns="2808000">
            <a:noAutofit/>
          </a:bodyPr>
          <a:lstStyle>
            <a:lvl1pPr marL="0" indent="0" algn="ctr">
              <a:buNone/>
              <a:defRPr sz="1100">
                <a:solidFill>
                  <a:srgbClr val="CDD1DA"/>
                </a:solidFill>
              </a:defRPr>
            </a:lvl1pPr>
          </a:lstStyle>
          <a:p>
            <a:endParaRPr/>
          </a:p>
        </p:txBody>
      </p:sp>
      <p:sp>
        <p:nvSpPr>
          <p:cNvPr id="20" name="Forma Livre: Forma 19">
            <a:extLst>
              <a:ext uri="{FF2B5EF4-FFF2-40B4-BE49-F238E27FC236}">
                <a16:creationId xmlns:a16="http://schemas.microsoft.com/office/drawing/2014/main" id="{A695A316-D76F-105F-1B34-01CFB1D86ED6}"/>
              </a:ext>
            </a:extLst>
          </p:cNvPr>
          <p:cNvSpPr>
            <a:spLocks noGrp="1"/>
          </p:cNvSpPr>
          <p:nvPr/>
        </p:nvSpPr>
        <p:spPr>
          <a:xfrm>
            <a:off x="5836920" y="3276815"/>
            <a:ext cx="4749539" cy="3581186"/>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chemeClr val="accent5">
                  <a:lumMod val="75000"/>
                  <a:alpha val="11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21" name="Forma Livre: Forma 20">
            <a:extLst>
              <a:ext uri="{FF2B5EF4-FFF2-40B4-BE49-F238E27FC236}">
                <a16:creationId xmlns:a16="http://schemas.microsoft.com/office/drawing/2014/main" id="{2A316B86-901B-DD6C-190F-4EC4F6104CF4}"/>
              </a:ext>
            </a:extLst>
          </p:cNvPr>
          <p:cNvSpPr>
            <a:spLocks noGrp="1"/>
          </p:cNvSpPr>
          <p:nvPr/>
        </p:nvSpPr>
        <p:spPr>
          <a:xfrm>
            <a:off x="6680550" y="392429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chemeClr val="accent5">
                  <a:lumMod val="75000"/>
                  <a:alpha val="11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27" name="Conector reto 26">
            <a:extLst>
              <a:ext uri="{FF2B5EF4-FFF2-40B4-BE49-F238E27FC236}">
                <a16:creationId xmlns:a16="http://schemas.microsoft.com/office/drawing/2014/main" id="{B371AEE8-5BCE-41A8-BF99-C4B57570096F}"/>
              </a:ext>
            </a:extLst>
          </p:cNvPr>
          <p:cNvSpPr>
            <a:spLocks noGrp="1"/>
          </p:cNvSpPr>
          <p:nvPr/>
        </p:nvSpPr>
        <p:spPr>
          <a:xfrm flipH="1" flipV="1">
            <a:off x="7315620" y="4876800"/>
            <a:ext cx="1664969" cy="1664969"/>
          </a:xfrm>
          <a:prstGeom prst="line">
            <a:avLst/>
          </a:prstGeom>
          <a:ln>
            <a:solidFill>
              <a:srgbClr val="EAE3CD"/>
            </a:solidFill>
          </a:ln>
        </p:spPr>
        <p:style>
          <a:lnRef idx="1">
            <a:schemeClr val="accent1"/>
          </a:lnRef>
          <a:fillRef idx="0">
            <a:schemeClr val="accent1"/>
          </a:fillRef>
          <a:effectRef idx="0">
            <a:schemeClr val="accent1"/>
          </a:effectRef>
          <a:fontRef idx="minor">
            <a:schemeClr val="tx1"/>
          </a:fontRef>
        </p:style>
      </p:sp>
      <p:sp>
        <p:nvSpPr>
          <p:cNvPr id="30" name="Espaço Reservado para Texto 29">
            <a:extLst>
              <a:ext uri="{FF2B5EF4-FFF2-40B4-BE49-F238E27FC236}">
                <a16:creationId xmlns:a16="http://schemas.microsoft.com/office/drawing/2014/main" id="{33B682AE-B59C-7EED-A011-A111F8FCD691}"/>
              </a:ext>
            </a:extLst>
          </p:cNvPr>
          <p:cNvSpPr>
            <a:spLocks noGrp="1"/>
          </p:cNvSpPr>
          <p:nvPr>
            <p:ph type="body" idx="11"/>
          </p:nvPr>
        </p:nvSpPr>
        <p:spPr>
          <a:xfrm>
            <a:off x="355600" y="2855308"/>
            <a:ext cx="4970463" cy="861774"/>
          </a:xfrm>
        </p:spPr>
        <p:txBody>
          <a:bodyPr lIns="0" tIns="0" rIns="0" bIns="0" anchor="b">
            <a:spAutoFit/>
          </a:bodyPr>
          <a:lstStyle>
            <a:lvl1pPr marL="0" indent="0">
              <a:lnSpc>
                <a:spcPct val="100000"/>
              </a:lnSpc>
              <a:spcBef>
                <a:spcPts val="0"/>
              </a:spcBef>
              <a:buNone/>
              <a:defRPr cap="all" baseline="0">
                <a:solidFill>
                  <a:schemeClr val="accent5">
                    <a:lumMod val="75000"/>
                  </a:schemeClr>
                </a:solidFill>
              </a:defRPr>
            </a:lvl1pPr>
            <a:lvl2pPr marL="457200" indent="0">
              <a:buNone/>
              <a:defRPr/>
            </a:lvl2pPr>
          </a:lstStyle>
          <a:p>
            <a:pPr>
              <a:buNone/>
            </a:pPr>
            <a:r>
              <a:t>Clique para editar os estilos de texto Mestres</a:t>
            </a:r>
          </a:p>
        </p:txBody>
      </p:sp>
      <p:sp>
        <p:nvSpPr>
          <p:cNvPr id="51" name="Conector reto 50">
            <a:extLst>
              <a:ext uri="{FF2B5EF4-FFF2-40B4-BE49-F238E27FC236}">
                <a16:creationId xmlns:a16="http://schemas.microsoft.com/office/drawing/2014/main" id="{75CEC84B-F35C-4C26-9527-3B90F33BDAC7}"/>
              </a:ext>
            </a:extLst>
          </p:cNvPr>
          <p:cNvSpPr>
            <a:spLocks noGrp="1"/>
          </p:cNvSpPr>
          <p:nvPr/>
        </p:nvSpPr>
        <p:spPr>
          <a:xfrm flipH="1" flipV="1">
            <a:off x="6368818" y="4409970"/>
            <a:ext cx="933659" cy="933659"/>
          </a:xfrm>
          <a:prstGeom prst="line">
            <a:avLst/>
          </a:prstGeom>
          <a:ln>
            <a:solidFill>
              <a:srgbClr val="EAE3CD"/>
            </a:solidFill>
          </a:ln>
        </p:spPr>
        <p:style>
          <a:lnRef idx="1">
            <a:schemeClr val="accent1"/>
          </a:lnRef>
          <a:fillRef idx="0">
            <a:schemeClr val="accent1"/>
          </a:fillRef>
          <a:effectRef idx="0">
            <a:schemeClr val="accent1"/>
          </a:effectRef>
          <a:fontRef idx="minor">
            <a:schemeClr val="tx1"/>
          </a:fontRef>
        </p:style>
      </p:sp>
      <p:sp>
        <p:nvSpPr>
          <p:cNvPr id="53" name="Espaço Reservado para Texto 29">
            <a:extLst>
              <a:ext uri="{FF2B5EF4-FFF2-40B4-BE49-F238E27FC236}">
                <a16:creationId xmlns:a16="http://schemas.microsoft.com/office/drawing/2014/main" id="{57EC0EC8-C415-12A2-DFB1-D87EC3881C17}"/>
              </a:ext>
            </a:extLst>
          </p:cNvPr>
          <p:cNvSpPr>
            <a:spLocks noGrp="1"/>
          </p:cNvSpPr>
          <p:nvPr>
            <p:ph type="body" idx="12"/>
          </p:nvPr>
        </p:nvSpPr>
        <p:spPr>
          <a:xfrm>
            <a:off x="355600" y="3831035"/>
            <a:ext cx="4970463" cy="307777"/>
          </a:xfrm>
        </p:spPr>
        <p:txBody>
          <a:bodyPr lIns="0" tIns="0" rIns="0" bIns="0" anchor="t">
            <a:spAutoFit/>
          </a:bodyPr>
          <a:lstStyle>
            <a:lvl1pPr marL="0" indent="0">
              <a:lnSpc>
                <a:spcPct val="100000"/>
              </a:lnSpc>
              <a:spcBef>
                <a:spcPts val="0"/>
              </a:spcBef>
              <a:buNone/>
              <a:defRPr sz="2000" cap="none" baseline="0">
                <a:solidFill>
                  <a:srgbClr val="69758F"/>
                </a:solidFill>
              </a:defRPr>
            </a:lvl1pPr>
            <a:lvl2pPr marL="457200" indent="0">
              <a:buNone/>
              <a:defRPr/>
            </a:lvl2pPr>
          </a:lstStyle>
          <a:p>
            <a:pPr>
              <a:buNone/>
            </a:pPr>
            <a:r>
              <a:t>Clique para editar os estilos de texto Mestres</a:t>
            </a:r>
          </a:p>
        </p:txBody>
      </p:sp>
      <p:sp>
        <p:nvSpPr>
          <p:cNvPr id="54" name="Retângulo 53">
            <a:extLst>
              <a:ext uri="{FF2B5EF4-FFF2-40B4-BE49-F238E27FC236}">
                <a16:creationId xmlns:a16="http://schemas.microsoft.com/office/drawing/2014/main" id="{710B3518-D4AF-78C1-23D5-55E53F14B173}"/>
              </a:ext>
            </a:extLst>
          </p:cNvPr>
          <p:cNvSpPr>
            <a:spLocks noGrp="1"/>
          </p:cNvSpPr>
          <p:nvPr/>
        </p:nvSpPr>
        <p:spPr>
          <a:xfrm>
            <a:off x="355600" y="3717082"/>
            <a:ext cx="1346868" cy="45719"/>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5" name="Forma Livre: Forma 54">
            <a:extLst>
              <a:ext uri="{FF2B5EF4-FFF2-40B4-BE49-F238E27FC236}">
                <a16:creationId xmlns:a16="http://schemas.microsoft.com/office/drawing/2014/main" id="{F123732E-376F-BDDA-C444-2AC988B74A12}"/>
              </a:ext>
            </a:extLst>
          </p:cNvPr>
          <p:cNvSpPr>
            <a:spLocks noGrp="1"/>
          </p:cNvSpPr>
          <p:nvPr/>
        </p:nvSpPr>
        <p:spPr>
          <a:xfrm>
            <a:off x="4920573" y="427481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chemeClr val="accent5">
                  <a:lumMod val="75000"/>
                  <a:alpha val="11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56" name="Forma Livre: Forma 55">
            <a:extLst>
              <a:ext uri="{FF2B5EF4-FFF2-40B4-BE49-F238E27FC236}">
                <a16:creationId xmlns:a16="http://schemas.microsoft.com/office/drawing/2014/main" id="{ED9F62ED-C357-8E1B-7286-5410679E7073}"/>
              </a:ext>
            </a:extLst>
          </p:cNvPr>
          <p:cNvSpPr>
            <a:spLocks noGrp="1"/>
          </p:cNvSpPr>
          <p:nvPr/>
        </p:nvSpPr>
        <p:spPr>
          <a:xfrm>
            <a:off x="4942249" y="4770521"/>
            <a:ext cx="2768514" cy="2087479"/>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chemeClr val="accent5">
                  <a:lumMod val="75000"/>
                  <a:alpha val="11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57" name="Conector reto 56">
            <a:extLst>
              <a:ext uri="{FF2B5EF4-FFF2-40B4-BE49-F238E27FC236}">
                <a16:creationId xmlns:a16="http://schemas.microsoft.com/office/drawing/2014/main" id="{BE892874-EB51-4F79-B54E-322AA507520B}"/>
              </a:ext>
            </a:extLst>
          </p:cNvPr>
          <p:cNvSpPr>
            <a:spLocks noGrp="1"/>
          </p:cNvSpPr>
          <p:nvPr/>
        </p:nvSpPr>
        <p:spPr>
          <a:xfrm flipH="1" flipV="1">
            <a:off x="148697" y="5709145"/>
            <a:ext cx="933659" cy="933659"/>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sp>
      <p:sp>
        <p:nvSpPr>
          <p:cNvPr id="58" name="Conector reto 57">
            <a:extLst>
              <a:ext uri="{FF2B5EF4-FFF2-40B4-BE49-F238E27FC236}">
                <a16:creationId xmlns:a16="http://schemas.microsoft.com/office/drawing/2014/main" id="{ACAB7AE9-D9C8-4102-8ACF-5E55EDB1A728}"/>
              </a:ext>
            </a:extLst>
          </p:cNvPr>
          <p:cNvSpPr>
            <a:spLocks noGrp="1"/>
          </p:cNvSpPr>
          <p:nvPr/>
        </p:nvSpPr>
        <p:spPr>
          <a:xfrm flipH="1" flipV="1">
            <a:off x="1048211" y="5011153"/>
            <a:ext cx="1496327" cy="1496327"/>
          </a:xfrm>
          <a:prstGeom prst="line">
            <a:avLst/>
          </a:prstGeom>
          <a:ln>
            <a:solidFill>
              <a:schemeClr val="accent5">
                <a:lumMod val="75000"/>
              </a:schemeClr>
            </a:solidFill>
          </a:ln>
        </p:spPr>
        <p:style>
          <a:lnRef idx="1">
            <a:schemeClr val="accent1"/>
          </a:lnRef>
          <a:fillRef idx="0">
            <a:schemeClr val="accent1"/>
          </a:fillRef>
          <a:effectRef idx="0">
            <a:schemeClr val="accent1"/>
          </a:effectRef>
          <a:fontRef idx="minor">
            <a:schemeClr val="tx1"/>
          </a:fontRef>
        </p:style>
      </p:sp>
      <p:sp>
        <p:nvSpPr>
          <p:cNvPr id="62" name="Forma Livre: Forma 61">
            <a:extLst>
              <a:ext uri="{FF2B5EF4-FFF2-40B4-BE49-F238E27FC236}">
                <a16:creationId xmlns:a16="http://schemas.microsoft.com/office/drawing/2014/main" id="{FDE7083E-77F3-910B-592C-868ADCAE10B8}"/>
              </a:ext>
            </a:extLst>
          </p:cNvPr>
          <p:cNvSpPr>
            <a:spLocks noGrp="1"/>
          </p:cNvSpPr>
          <p:nvPr/>
        </p:nvSpPr>
        <p:spPr>
          <a:xfrm flipH="1">
            <a:off x="5735353" y="115578"/>
            <a:ext cx="2171757" cy="163752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chemeClr val="accent5">
                  <a:lumMod val="75000"/>
                  <a:alpha val="11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63" name="Forma Livre: Forma 62">
            <a:extLst>
              <a:ext uri="{FF2B5EF4-FFF2-40B4-BE49-F238E27FC236}">
                <a16:creationId xmlns:a16="http://schemas.microsoft.com/office/drawing/2014/main" id="{891293D5-F76E-27B6-4DB3-5F58ACBA88A6}"/>
              </a:ext>
            </a:extLst>
          </p:cNvPr>
          <p:cNvSpPr>
            <a:spLocks noGrp="1"/>
          </p:cNvSpPr>
          <p:nvPr/>
        </p:nvSpPr>
        <p:spPr>
          <a:xfrm flipH="1">
            <a:off x="5943224" y="-121372"/>
            <a:ext cx="1963886" cy="1480784"/>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chemeClr val="accent5">
                  <a:lumMod val="75000"/>
                  <a:alpha val="11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65" name="Forma Livre: Forma 64">
            <a:extLst>
              <a:ext uri="{FF2B5EF4-FFF2-40B4-BE49-F238E27FC236}">
                <a16:creationId xmlns:a16="http://schemas.microsoft.com/office/drawing/2014/main" id="{D307ABE8-2253-FDCC-8A16-6A8F3F9D6616}"/>
              </a:ext>
            </a:extLst>
          </p:cNvPr>
          <p:cNvSpPr>
            <a:spLocks noGrp="1"/>
          </p:cNvSpPr>
          <p:nvPr/>
        </p:nvSpPr>
        <p:spPr>
          <a:xfrm flipH="1">
            <a:off x="3946764" y="-45931"/>
            <a:ext cx="2937715" cy="2215058"/>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chemeClr val="accent5">
                  <a:lumMod val="75000"/>
                  <a:alpha val="11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66" name="Forma Livre: Forma 65">
            <a:extLst>
              <a:ext uri="{FF2B5EF4-FFF2-40B4-BE49-F238E27FC236}">
                <a16:creationId xmlns:a16="http://schemas.microsoft.com/office/drawing/2014/main" id="{1BA9BA2F-BA68-93B2-6BF8-FAB13C2AACD0}"/>
              </a:ext>
            </a:extLst>
          </p:cNvPr>
          <p:cNvSpPr>
            <a:spLocks noGrp="1"/>
          </p:cNvSpPr>
          <p:nvPr/>
        </p:nvSpPr>
        <p:spPr>
          <a:xfrm flipH="1">
            <a:off x="4130219" y="129158"/>
            <a:ext cx="3007133" cy="226740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chemeClr val="accent5">
                  <a:lumMod val="75000"/>
                  <a:alpha val="11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pic>
        <p:nvPicPr>
          <p:cNvPr id="126" name="Imagem 66"/>
          <p:cNvPicPr>
            <a:picLocks noChangeAspect="1"/>
          </p:cNvPicPr>
          <p:nvPr/>
        </p:nvPicPr>
        <p:blipFill>
          <a:blip r:embed="rId2">
            <a:alphaModFix amt="45000"/>
          </a:blip>
          <a:stretch>
            <a:fillRect/>
          </a:stretch>
        </p:blipFill>
        <p:spPr>
          <a:xfrm rot="2699617">
            <a:off x="5138825" y="4258455"/>
            <a:ext cx="5580000" cy="108000"/>
          </a:xfrm>
          <a:prstGeom prst="rect">
            <a:avLst/>
          </a:prstGeom>
        </p:spPr>
      </p:pic>
      <p:pic>
        <p:nvPicPr>
          <p:cNvPr id="127" name="Imagem 67"/>
          <p:cNvPicPr>
            <a:picLocks noChangeAspect="1"/>
          </p:cNvPicPr>
          <p:nvPr/>
        </p:nvPicPr>
        <p:blipFill>
          <a:blip r:embed="rId2">
            <a:alphaModFix amt="45000"/>
          </a:blip>
          <a:stretch>
            <a:fillRect/>
          </a:stretch>
        </p:blipFill>
        <p:spPr>
          <a:xfrm rot="18900383" flipV="1">
            <a:off x="5203546" y="932963"/>
            <a:ext cx="3498233" cy="108000"/>
          </a:xfrm>
          <a:prstGeom prst="rect">
            <a:avLst/>
          </a:prstGeom>
        </p:spPr>
      </p:pic>
      <p:pic>
        <p:nvPicPr>
          <p:cNvPr id="128" name="Imagem 1"/>
          <p:cNvPicPr>
            <a:picLocks noChangeAspect="1"/>
          </p:cNvPicPr>
          <p:nvPr/>
        </p:nvPicPr>
        <p:blipFill>
          <a:blip r:embed="rId3"/>
          <a:stretch>
            <a:fillRect/>
          </a:stretch>
        </p:blipFill>
        <p:spPr>
          <a:xfrm>
            <a:off x="511782" y="394936"/>
            <a:ext cx="1461600" cy="666662"/>
          </a:xfrm>
          <a:prstGeom prst="rect">
            <a:avLst/>
          </a:prstGeom>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2_Layout Personalizado">
    <p:spTree>
      <p:nvGrpSpPr>
        <p:cNvPr id="1" name=""/>
        <p:cNvGrpSpPr/>
        <p:nvPr/>
      </p:nvGrpSpPr>
      <p:grpSpPr>
        <a:xfrm>
          <a:off x="0" y="0"/>
          <a:ext cx="0" cy="0"/>
          <a:chOff x="0" y="0"/>
          <a:chExt cx="0" cy="0"/>
        </a:xfrm>
      </p:grpSpPr>
      <p:sp>
        <p:nvSpPr>
          <p:cNvPr id="92" name="Retângulo 91">
            <a:extLst>
              <a:ext uri="{FF2B5EF4-FFF2-40B4-BE49-F238E27FC236}">
                <a16:creationId xmlns:a16="http://schemas.microsoft.com/office/drawing/2014/main" id="{6D02AABB-BBEC-16AA-E325-687DB17C4F56}"/>
              </a:ext>
            </a:extLst>
          </p:cNvPr>
          <p:cNvSpPr>
            <a:spLocks noGrp="1"/>
          </p:cNvSpPr>
          <p:nvPr/>
        </p:nvSpPr>
        <p:spPr>
          <a:xfrm rot="18900000">
            <a:off x="7351614" y="2191582"/>
            <a:ext cx="36000" cy="2079606"/>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3" name="Retângulo 92">
            <a:extLst>
              <a:ext uri="{FF2B5EF4-FFF2-40B4-BE49-F238E27FC236}">
                <a16:creationId xmlns:a16="http://schemas.microsoft.com/office/drawing/2014/main" id="{2A4AF966-040B-3FA1-8DE0-EF94E1469688}"/>
              </a:ext>
            </a:extLst>
          </p:cNvPr>
          <p:cNvSpPr>
            <a:spLocks noGrp="1"/>
          </p:cNvSpPr>
          <p:nvPr/>
        </p:nvSpPr>
        <p:spPr>
          <a:xfrm rot="18900000" flipH="1">
            <a:off x="8310735" y="1441466"/>
            <a:ext cx="36000" cy="902938"/>
          </a:xfrm>
          <a:prstGeom prst="rect">
            <a:avLst/>
          </a:prstGeom>
          <a:solidFill>
            <a:srgbClr val="4BA3C7"/>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4" name="Retângulo 93">
            <a:extLst>
              <a:ext uri="{FF2B5EF4-FFF2-40B4-BE49-F238E27FC236}">
                <a16:creationId xmlns:a16="http://schemas.microsoft.com/office/drawing/2014/main" id="{1B62C94B-5D35-07FB-F5E0-7F851C93A7D9}"/>
              </a:ext>
            </a:extLst>
          </p:cNvPr>
          <p:cNvSpPr>
            <a:spLocks noGrp="1"/>
          </p:cNvSpPr>
          <p:nvPr/>
        </p:nvSpPr>
        <p:spPr>
          <a:xfrm rot="18900000" flipH="1">
            <a:off x="8265886" y="508233"/>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5" name="Retângulo 94">
            <a:extLst>
              <a:ext uri="{FF2B5EF4-FFF2-40B4-BE49-F238E27FC236}">
                <a16:creationId xmlns:a16="http://schemas.microsoft.com/office/drawing/2014/main" id="{7DC6C5AD-43E6-EF6F-6E01-250D5C3E563D}"/>
              </a:ext>
            </a:extLst>
          </p:cNvPr>
          <p:cNvSpPr>
            <a:spLocks noGrp="1"/>
          </p:cNvSpPr>
          <p:nvPr/>
        </p:nvSpPr>
        <p:spPr>
          <a:xfrm rot="18900000">
            <a:off x="10086762" y="3824456"/>
            <a:ext cx="36000" cy="2079606"/>
          </a:xfrm>
          <a:prstGeom prst="rect">
            <a:avLst/>
          </a:prstGeom>
          <a:solidFill>
            <a:srgbClr val="F5F1E6"/>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6" name="Retângulo 95">
            <a:extLst>
              <a:ext uri="{FF2B5EF4-FFF2-40B4-BE49-F238E27FC236}">
                <a16:creationId xmlns:a16="http://schemas.microsoft.com/office/drawing/2014/main" id="{CE140B4A-51E9-0CC1-749A-710E99756E65}"/>
              </a:ext>
            </a:extLst>
          </p:cNvPr>
          <p:cNvSpPr>
            <a:spLocks noGrp="1"/>
          </p:cNvSpPr>
          <p:nvPr/>
        </p:nvSpPr>
        <p:spPr>
          <a:xfrm rot="18900000">
            <a:off x="9936119" y="-80101"/>
            <a:ext cx="36000" cy="2079606"/>
          </a:xfrm>
          <a:prstGeom prst="rect">
            <a:avLst/>
          </a:prstGeom>
          <a:solidFill>
            <a:srgbClr val="9BA3B4"/>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7" name="Retângulo 96">
            <a:extLst>
              <a:ext uri="{FF2B5EF4-FFF2-40B4-BE49-F238E27FC236}">
                <a16:creationId xmlns:a16="http://schemas.microsoft.com/office/drawing/2014/main" id="{5DD3FEFD-B983-DA43-2B1D-DB069B95DFC2}"/>
              </a:ext>
            </a:extLst>
          </p:cNvPr>
          <p:cNvSpPr>
            <a:spLocks noGrp="1"/>
          </p:cNvSpPr>
          <p:nvPr/>
        </p:nvSpPr>
        <p:spPr>
          <a:xfrm rot="18900000">
            <a:off x="10576695" y="1949313"/>
            <a:ext cx="36000" cy="2886525"/>
          </a:xfrm>
          <a:prstGeom prst="rect">
            <a:avLst/>
          </a:prstGeom>
          <a:solidFill>
            <a:srgbClr val="B7DAE9"/>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8" name="Retângulo 97">
            <a:extLst>
              <a:ext uri="{FF2B5EF4-FFF2-40B4-BE49-F238E27FC236}">
                <a16:creationId xmlns:a16="http://schemas.microsoft.com/office/drawing/2014/main" id="{FCD43023-08BB-9665-B6C3-0BA0897EAB3B}"/>
              </a:ext>
            </a:extLst>
          </p:cNvPr>
          <p:cNvSpPr>
            <a:spLocks noGrp="1"/>
          </p:cNvSpPr>
          <p:nvPr/>
        </p:nvSpPr>
        <p:spPr>
          <a:xfrm rot="18900000" flipH="1">
            <a:off x="11454276" y="1383407"/>
            <a:ext cx="36000" cy="90293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Retângulo 5">
            <a:extLst>
              <a:ext uri="{FF2B5EF4-FFF2-40B4-BE49-F238E27FC236}">
                <a16:creationId xmlns:a16="http://schemas.microsoft.com/office/drawing/2014/main" id="{FACC30BE-9D83-7283-730A-F49E9BBAAB27}"/>
              </a:ext>
            </a:extLst>
          </p:cNvPr>
          <p:cNvSpPr>
            <a:spLocks noGrp="1"/>
          </p:cNvSpPr>
          <p:nvPr/>
        </p:nvSpPr>
        <p:spPr>
          <a:xfrm>
            <a:off x="0" y="-7620"/>
            <a:ext cx="12192000" cy="686562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4" name="Espaço Reservado para Imagem 83">
            <a:extLst>
              <a:ext uri="{FF2B5EF4-FFF2-40B4-BE49-F238E27FC236}">
                <a16:creationId xmlns:a16="http://schemas.microsoft.com/office/drawing/2014/main" id="{5BA63DD7-E64B-52DF-1671-0D97DF35B257}"/>
              </a:ext>
            </a:extLst>
          </p:cNvPr>
          <p:cNvSpPr>
            <a:spLocks noGrp="1"/>
          </p:cNvSpPr>
          <p:nvPr>
            <p:ph type="pic" idx="10"/>
          </p:nvPr>
        </p:nvSpPr>
        <p:spPr>
          <a:xfrm>
            <a:off x="5836920" y="-7938"/>
            <a:ext cx="6355080" cy="6865938"/>
          </a:xfrm>
          <a:custGeom>
            <a:avLst/>
            <a:gdLst>
              <a:gd name="connsiteX0" fmla="*/ 3536861 w 6355080"/>
              <a:gd name="connsiteY0" fmla="*/ 4135058 h 6865938"/>
              <a:gd name="connsiteX1" fmla="*/ 3531770 w 6355080"/>
              <a:gd name="connsiteY1" fmla="*/ 4140149 h 6865938"/>
              <a:gd name="connsiteX2" fmla="*/ 5002273 w 6355080"/>
              <a:gd name="connsiteY2" fmla="*/ 5610653 h 6865938"/>
              <a:gd name="connsiteX3" fmla="*/ 5007364 w 6355080"/>
              <a:gd name="connsiteY3" fmla="*/ 5605561 h 6865938"/>
              <a:gd name="connsiteX4" fmla="*/ 801713 w 6355080"/>
              <a:gd name="connsiteY4" fmla="*/ 2502185 h 6865938"/>
              <a:gd name="connsiteX5" fmla="*/ 796622 w 6355080"/>
              <a:gd name="connsiteY5" fmla="*/ 2507276 h 6865938"/>
              <a:gd name="connsiteX6" fmla="*/ 2267125 w 6355080"/>
              <a:gd name="connsiteY6" fmla="*/ 3977778 h 6865938"/>
              <a:gd name="connsiteX7" fmla="*/ 2272217 w 6355080"/>
              <a:gd name="connsiteY7" fmla="*/ 3972687 h 6865938"/>
              <a:gd name="connsiteX8" fmla="*/ 3741505 w 6355080"/>
              <a:gd name="connsiteY8" fmla="*/ 2378085 h 6865938"/>
              <a:gd name="connsiteX9" fmla="*/ 3736414 w 6355080"/>
              <a:gd name="connsiteY9" fmla="*/ 2383177 h 6865938"/>
              <a:gd name="connsiteX10" fmla="*/ 5777495 w 6355080"/>
              <a:gd name="connsiteY10" fmla="*/ 4424258 h 6865938"/>
              <a:gd name="connsiteX11" fmla="*/ 5782586 w 6355080"/>
              <a:gd name="connsiteY11" fmla="*/ 4419167 h 6865938"/>
              <a:gd name="connsiteX12" fmla="*/ 2176849 w 6355080"/>
              <a:gd name="connsiteY12" fmla="*/ 1579750 h 6865938"/>
              <a:gd name="connsiteX13" fmla="*/ 2171758 w 6355080"/>
              <a:gd name="connsiteY13" fmla="*/ 1584841 h 6865938"/>
              <a:gd name="connsiteX14" fmla="*/ 2810231 w 6355080"/>
              <a:gd name="connsiteY14" fmla="*/ 2223315 h 6865938"/>
              <a:gd name="connsiteX15" fmla="*/ 2815322 w 6355080"/>
              <a:gd name="connsiteY15" fmla="*/ 2218222 h 6865938"/>
              <a:gd name="connsiteX16" fmla="*/ 5320390 w 6355080"/>
              <a:gd name="connsiteY16" fmla="*/ 1521690 h 6865938"/>
              <a:gd name="connsiteX17" fmla="*/ 5315299 w 6355080"/>
              <a:gd name="connsiteY17" fmla="*/ 1526781 h 6865938"/>
              <a:gd name="connsiteX18" fmla="*/ 5953772 w 6355080"/>
              <a:gd name="connsiteY18" fmla="*/ 2165255 h 6865938"/>
              <a:gd name="connsiteX19" fmla="*/ 5958863 w 6355080"/>
              <a:gd name="connsiteY19" fmla="*/ 2160163 h 6865938"/>
              <a:gd name="connsiteX20" fmla="*/ 2132000 w 6355080"/>
              <a:gd name="connsiteY20" fmla="*/ 646516 h 6865938"/>
              <a:gd name="connsiteX21" fmla="*/ 2126909 w 6355080"/>
              <a:gd name="connsiteY21" fmla="*/ 651607 h 6865938"/>
              <a:gd name="connsiteX22" fmla="*/ 2765382 w 6355080"/>
              <a:gd name="connsiteY22" fmla="*/ 1290081 h 6865938"/>
              <a:gd name="connsiteX23" fmla="*/ 2770473 w 6355080"/>
              <a:gd name="connsiteY23" fmla="*/ 1284990 h 6865938"/>
              <a:gd name="connsiteX24" fmla="*/ 3386218 w 6355080"/>
              <a:gd name="connsiteY24" fmla="*/ 230501 h 6865938"/>
              <a:gd name="connsiteX25" fmla="*/ 3381127 w 6355080"/>
              <a:gd name="connsiteY25" fmla="*/ 235592 h 6865938"/>
              <a:gd name="connsiteX26" fmla="*/ 4851630 w 6355080"/>
              <a:gd name="connsiteY26" fmla="*/ 1706096 h 6865938"/>
              <a:gd name="connsiteX27" fmla="*/ 4856721 w 6355080"/>
              <a:gd name="connsiteY27" fmla="*/ 1701005 h 6865938"/>
              <a:gd name="connsiteX28" fmla="*/ 2199547 w 6355080"/>
              <a:gd name="connsiteY28" fmla="*/ 0 h 6865938"/>
              <a:gd name="connsiteX29" fmla="*/ 6355080 w 6355080"/>
              <a:gd name="connsiteY29" fmla="*/ 0 h 6865938"/>
              <a:gd name="connsiteX30" fmla="*/ 6355080 w 6355080"/>
              <a:gd name="connsiteY30" fmla="*/ 6865938 h 6865938"/>
              <a:gd name="connsiteX31" fmla="*/ 4741965 w 6355080"/>
              <a:gd name="connsiteY31" fmla="*/ 6865938 h 6865938"/>
              <a:gd name="connsiteX32" fmla="*/ 0 w 6355080"/>
              <a:gd name="connsiteY32" fmla="*/ 2175600 h 6865938"/>
            </a:gdLst>
            <a:ahLst/>
            <a:cxnLst/>
            <a:rect l="l" t="t" r="r" b="b"/>
            <a:pathLst>
              <a:path w="6355080" h="6865938">
                <a:moveTo>
                  <a:pt x="3536861" y="4135058"/>
                </a:moveTo>
                <a:lnTo>
                  <a:pt x="3531770" y="4140149"/>
                </a:lnTo>
                <a:lnTo>
                  <a:pt x="5002273" y="5610653"/>
                </a:lnTo>
                <a:lnTo>
                  <a:pt x="5007364" y="5605561"/>
                </a:lnTo>
                <a:close/>
                <a:moveTo>
                  <a:pt x="801713" y="2502185"/>
                </a:moveTo>
                <a:lnTo>
                  <a:pt x="796622" y="2507276"/>
                </a:lnTo>
                <a:lnTo>
                  <a:pt x="2267125" y="3977778"/>
                </a:lnTo>
                <a:lnTo>
                  <a:pt x="2272217" y="3972687"/>
                </a:lnTo>
                <a:close/>
                <a:moveTo>
                  <a:pt x="3741505" y="2378085"/>
                </a:moveTo>
                <a:lnTo>
                  <a:pt x="3736414" y="2383177"/>
                </a:lnTo>
                <a:lnTo>
                  <a:pt x="5777495" y="4424258"/>
                </a:lnTo>
                <a:lnTo>
                  <a:pt x="5782586" y="4419167"/>
                </a:lnTo>
                <a:close/>
                <a:moveTo>
                  <a:pt x="2176849" y="1579750"/>
                </a:moveTo>
                <a:lnTo>
                  <a:pt x="2171758" y="1584841"/>
                </a:lnTo>
                <a:lnTo>
                  <a:pt x="2810231" y="2223315"/>
                </a:lnTo>
                <a:lnTo>
                  <a:pt x="2815322" y="2218222"/>
                </a:lnTo>
                <a:close/>
                <a:moveTo>
                  <a:pt x="5320390" y="1521690"/>
                </a:moveTo>
                <a:lnTo>
                  <a:pt x="5315299" y="1526781"/>
                </a:lnTo>
                <a:lnTo>
                  <a:pt x="5953772" y="2165255"/>
                </a:lnTo>
                <a:lnTo>
                  <a:pt x="5958863" y="2160163"/>
                </a:lnTo>
                <a:close/>
                <a:moveTo>
                  <a:pt x="2132000" y="646516"/>
                </a:moveTo>
                <a:lnTo>
                  <a:pt x="2126909" y="651607"/>
                </a:lnTo>
                <a:lnTo>
                  <a:pt x="2765382" y="1290081"/>
                </a:lnTo>
                <a:lnTo>
                  <a:pt x="2770473" y="1284990"/>
                </a:lnTo>
                <a:close/>
                <a:moveTo>
                  <a:pt x="3386218" y="230501"/>
                </a:moveTo>
                <a:lnTo>
                  <a:pt x="3381127" y="235592"/>
                </a:lnTo>
                <a:lnTo>
                  <a:pt x="4851630" y="1706096"/>
                </a:lnTo>
                <a:lnTo>
                  <a:pt x="4856721" y="1701005"/>
                </a:lnTo>
                <a:close/>
                <a:moveTo>
                  <a:pt x="2199547" y="0"/>
                </a:moveTo>
                <a:lnTo>
                  <a:pt x="6355080" y="0"/>
                </a:lnTo>
                <a:lnTo>
                  <a:pt x="6355080" y="6865938"/>
                </a:lnTo>
                <a:lnTo>
                  <a:pt x="4741965" y="6865938"/>
                </a:lnTo>
                <a:lnTo>
                  <a:pt x="0" y="2175600"/>
                </a:lnTo>
                <a:close/>
              </a:path>
            </a:pathLst>
          </a:custGeom>
        </p:spPr>
        <p:txBody>
          <a:bodyPr wrap="square" tIns="2808000">
            <a:noAutofit/>
          </a:bodyPr>
          <a:lstStyle>
            <a:lvl1pPr marL="0" indent="0" algn="ctr">
              <a:buNone/>
              <a:defRPr sz="1100">
                <a:solidFill>
                  <a:srgbClr val="CDD1DA"/>
                </a:solidFill>
              </a:defRPr>
            </a:lvl1pPr>
          </a:lstStyle>
          <a:p>
            <a:endParaRPr/>
          </a:p>
        </p:txBody>
      </p:sp>
      <p:sp>
        <p:nvSpPr>
          <p:cNvPr id="20" name="Forma Livre: Forma 19">
            <a:extLst>
              <a:ext uri="{FF2B5EF4-FFF2-40B4-BE49-F238E27FC236}">
                <a16:creationId xmlns:a16="http://schemas.microsoft.com/office/drawing/2014/main" id="{A695A316-D76F-105F-1B34-01CFB1D86ED6}"/>
              </a:ext>
            </a:extLst>
          </p:cNvPr>
          <p:cNvSpPr>
            <a:spLocks noGrp="1"/>
          </p:cNvSpPr>
          <p:nvPr/>
        </p:nvSpPr>
        <p:spPr>
          <a:xfrm>
            <a:off x="5836920" y="3276815"/>
            <a:ext cx="4749539" cy="3581186"/>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90A4AE">
                  <a:alpha val="17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21" name="Forma Livre: Forma 20">
            <a:extLst>
              <a:ext uri="{FF2B5EF4-FFF2-40B4-BE49-F238E27FC236}">
                <a16:creationId xmlns:a16="http://schemas.microsoft.com/office/drawing/2014/main" id="{2A316B86-901B-DD6C-190F-4EC4F6104CF4}"/>
              </a:ext>
            </a:extLst>
          </p:cNvPr>
          <p:cNvSpPr>
            <a:spLocks noGrp="1"/>
          </p:cNvSpPr>
          <p:nvPr/>
        </p:nvSpPr>
        <p:spPr>
          <a:xfrm>
            <a:off x="6680550" y="392429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90A4AE">
                  <a:alpha val="17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27" name="Conector reto 26">
            <a:extLst>
              <a:ext uri="{FF2B5EF4-FFF2-40B4-BE49-F238E27FC236}">
                <a16:creationId xmlns:a16="http://schemas.microsoft.com/office/drawing/2014/main" id="{55ABD679-FE07-410E-AD14-25C1150F943F}"/>
              </a:ext>
            </a:extLst>
          </p:cNvPr>
          <p:cNvSpPr>
            <a:spLocks noGrp="1"/>
          </p:cNvSpPr>
          <p:nvPr/>
        </p:nvSpPr>
        <p:spPr>
          <a:xfrm flipH="1" flipV="1">
            <a:off x="7315620" y="4876800"/>
            <a:ext cx="1664969" cy="1664969"/>
          </a:xfrm>
          <a:prstGeom prst="line">
            <a:avLst/>
          </a:prstGeom>
          <a:ln>
            <a:solidFill>
              <a:srgbClr val="D3DBDF"/>
            </a:solidFill>
          </a:ln>
        </p:spPr>
        <p:style>
          <a:lnRef idx="1">
            <a:schemeClr val="accent1"/>
          </a:lnRef>
          <a:fillRef idx="0">
            <a:schemeClr val="accent1"/>
          </a:fillRef>
          <a:effectRef idx="0">
            <a:schemeClr val="accent1"/>
          </a:effectRef>
          <a:fontRef idx="minor">
            <a:schemeClr val="tx1"/>
          </a:fontRef>
        </p:style>
      </p:sp>
      <p:sp>
        <p:nvSpPr>
          <p:cNvPr id="30" name="Espaço Reservado para Texto 29">
            <a:extLst>
              <a:ext uri="{FF2B5EF4-FFF2-40B4-BE49-F238E27FC236}">
                <a16:creationId xmlns:a16="http://schemas.microsoft.com/office/drawing/2014/main" id="{33B682AE-B59C-7EED-A011-A111F8FCD691}"/>
              </a:ext>
            </a:extLst>
          </p:cNvPr>
          <p:cNvSpPr>
            <a:spLocks noGrp="1"/>
          </p:cNvSpPr>
          <p:nvPr>
            <p:ph type="body" idx="11"/>
          </p:nvPr>
        </p:nvSpPr>
        <p:spPr>
          <a:xfrm>
            <a:off x="355600" y="2855308"/>
            <a:ext cx="4970463" cy="861774"/>
          </a:xfrm>
        </p:spPr>
        <p:txBody>
          <a:bodyPr lIns="0" tIns="0" rIns="0" bIns="0" anchor="b">
            <a:spAutoFit/>
          </a:bodyPr>
          <a:lstStyle>
            <a:lvl1pPr marL="0" indent="0">
              <a:lnSpc>
                <a:spcPct val="100000"/>
              </a:lnSpc>
              <a:spcBef>
                <a:spcPts val="0"/>
              </a:spcBef>
              <a:buNone/>
              <a:defRPr cap="all" baseline="0">
                <a:solidFill>
                  <a:schemeClr val="accent5">
                    <a:lumMod val="75000"/>
                  </a:schemeClr>
                </a:solidFill>
              </a:defRPr>
            </a:lvl1pPr>
            <a:lvl2pPr marL="457200" indent="0">
              <a:buNone/>
              <a:defRPr/>
            </a:lvl2pPr>
          </a:lstStyle>
          <a:p>
            <a:pPr>
              <a:buNone/>
            </a:pPr>
            <a:r>
              <a:t>Clique para editar os estilos de texto Mestres</a:t>
            </a:r>
          </a:p>
        </p:txBody>
      </p:sp>
      <p:sp>
        <p:nvSpPr>
          <p:cNvPr id="51" name="Conector reto 50">
            <a:extLst>
              <a:ext uri="{FF2B5EF4-FFF2-40B4-BE49-F238E27FC236}">
                <a16:creationId xmlns:a16="http://schemas.microsoft.com/office/drawing/2014/main" id="{D78FC0EF-5FF1-4807-B0A5-DDBCAF7154D6}"/>
              </a:ext>
            </a:extLst>
          </p:cNvPr>
          <p:cNvSpPr>
            <a:spLocks noGrp="1"/>
          </p:cNvSpPr>
          <p:nvPr/>
        </p:nvSpPr>
        <p:spPr>
          <a:xfrm flipH="1" flipV="1">
            <a:off x="6368818" y="4409970"/>
            <a:ext cx="933659" cy="933659"/>
          </a:xfrm>
          <a:prstGeom prst="line">
            <a:avLst/>
          </a:prstGeom>
          <a:ln>
            <a:solidFill>
              <a:srgbClr val="D3DBDF"/>
            </a:solidFill>
          </a:ln>
        </p:spPr>
        <p:style>
          <a:lnRef idx="1">
            <a:schemeClr val="accent1"/>
          </a:lnRef>
          <a:fillRef idx="0">
            <a:schemeClr val="accent1"/>
          </a:fillRef>
          <a:effectRef idx="0">
            <a:schemeClr val="accent1"/>
          </a:effectRef>
          <a:fontRef idx="minor">
            <a:schemeClr val="tx1"/>
          </a:fontRef>
        </p:style>
      </p:sp>
      <p:sp>
        <p:nvSpPr>
          <p:cNvPr id="53" name="Espaço Reservado para Texto 29">
            <a:extLst>
              <a:ext uri="{FF2B5EF4-FFF2-40B4-BE49-F238E27FC236}">
                <a16:creationId xmlns:a16="http://schemas.microsoft.com/office/drawing/2014/main" id="{57EC0EC8-C415-12A2-DFB1-D87EC3881C17}"/>
              </a:ext>
            </a:extLst>
          </p:cNvPr>
          <p:cNvSpPr>
            <a:spLocks noGrp="1"/>
          </p:cNvSpPr>
          <p:nvPr>
            <p:ph type="body" idx="12"/>
          </p:nvPr>
        </p:nvSpPr>
        <p:spPr>
          <a:xfrm>
            <a:off x="355600" y="3831035"/>
            <a:ext cx="4970463" cy="307777"/>
          </a:xfrm>
        </p:spPr>
        <p:txBody>
          <a:bodyPr lIns="0" tIns="0" rIns="0" bIns="0" anchor="t">
            <a:spAutoFit/>
          </a:bodyPr>
          <a:lstStyle>
            <a:lvl1pPr marL="0" indent="0">
              <a:lnSpc>
                <a:spcPct val="100000"/>
              </a:lnSpc>
              <a:spcBef>
                <a:spcPts val="0"/>
              </a:spcBef>
              <a:buNone/>
              <a:defRPr sz="2000" cap="none" baseline="0">
                <a:solidFill>
                  <a:srgbClr val="69758F"/>
                </a:solidFill>
              </a:defRPr>
            </a:lvl1pPr>
            <a:lvl2pPr marL="457200" indent="0">
              <a:buNone/>
              <a:defRPr/>
            </a:lvl2pPr>
          </a:lstStyle>
          <a:p>
            <a:pPr>
              <a:buNone/>
            </a:pPr>
            <a:r>
              <a:t>Clique para editar os estilos de texto Mestres</a:t>
            </a:r>
          </a:p>
        </p:txBody>
      </p:sp>
      <p:sp>
        <p:nvSpPr>
          <p:cNvPr id="54" name="Retângulo 53">
            <a:extLst>
              <a:ext uri="{FF2B5EF4-FFF2-40B4-BE49-F238E27FC236}">
                <a16:creationId xmlns:a16="http://schemas.microsoft.com/office/drawing/2014/main" id="{710B3518-D4AF-78C1-23D5-55E53F14B173}"/>
              </a:ext>
            </a:extLst>
          </p:cNvPr>
          <p:cNvSpPr>
            <a:spLocks noGrp="1"/>
          </p:cNvSpPr>
          <p:nvPr/>
        </p:nvSpPr>
        <p:spPr>
          <a:xfrm>
            <a:off x="355600" y="3717082"/>
            <a:ext cx="1346868" cy="45719"/>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5" name="Forma Livre: Forma 54">
            <a:extLst>
              <a:ext uri="{FF2B5EF4-FFF2-40B4-BE49-F238E27FC236}">
                <a16:creationId xmlns:a16="http://schemas.microsoft.com/office/drawing/2014/main" id="{F123732E-376F-BDDA-C444-2AC988B74A12}"/>
              </a:ext>
            </a:extLst>
          </p:cNvPr>
          <p:cNvSpPr>
            <a:spLocks noGrp="1"/>
          </p:cNvSpPr>
          <p:nvPr/>
        </p:nvSpPr>
        <p:spPr>
          <a:xfrm>
            <a:off x="4920573" y="4274819"/>
            <a:ext cx="3425937" cy="2583181"/>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90A4AE">
                  <a:alpha val="17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56" name="Forma Livre: Forma 55">
            <a:extLst>
              <a:ext uri="{FF2B5EF4-FFF2-40B4-BE49-F238E27FC236}">
                <a16:creationId xmlns:a16="http://schemas.microsoft.com/office/drawing/2014/main" id="{ED9F62ED-C357-8E1B-7286-5410679E7073}"/>
              </a:ext>
            </a:extLst>
          </p:cNvPr>
          <p:cNvSpPr>
            <a:spLocks noGrp="1"/>
          </p:cNvSpPr>
          <p:nvPr/>
        </p:nvSpPr>
        <p:spPr>
          <a:xfrm>
            <a:off x="4942249" y="4770521"/>
            <a:ext cx="2768514" cy="2087479"/>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90A4AE">
                  <a:alpha val="17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57" name="Conector reto 56">
            <a:extLst>
              <a:ext uri="{FF2B5EF4-FFF2-40B4-BE49-F238E27FC236}">
                <a16:creationId xmlns:a16="http://schemas.microsoft.com/office/drawing/2014/main" id="{68BD2A13-2266-45AE-BAC9-CBA78954FA39}"/>
              </a:ext>
            </a:extLst>
          </p:cNvPr>
          <p:cNvSpPr>
            <a:spLocks noGrp="1"/>
          </p:cNvSpPr>
          <p:nvPr/>
        </p:nvSpPr>
        <p:spPr>
          <a:xfrm flipH="1" flipV="1">
            <a:off x="148697" y="5709145"/>
            <a:ext cx="933659" cy="933659"/>
          </a:xfrm>
          <a:prstGeom prst="line">
            <a:avLst/>
          </a:prstGeom>
          <a:ln>
            <a:solidFill>
              <a:srgbClr val="90A4AE"/>
            </a:solidFill>
          </a:ln>
        </p:spPr>
        <p:style>
          <a:lnRef idx="1">
            <a:schemeClr val="accent1"/>
          </a:lnRef>
          <a:fillRef idx="0">
            <a:schemeClr val="accent1"/>
          </a:fillRef>
          <a:effectRef idx="0">
            <a:schemeClr val="accent1"/>
          </a:effectRef>
          <a:fontRef idx="minor">
            <a:schemeClr val="tx1"/>
          </a:fontRef>
        </p:style>
      </p:sp>
      <p:sp>
        <p:nvSpPr>
          <p:cNvPr id="58" name="Conector reto 57">
            <a:extLst>
              <a:ext uri="{FF2B5EF4-FFF2-40B4-BE49-F238E27FC236}">
                <a16:creationId xmlns:a16="http://schemas.microsoft.com/office/drawing/2014/main" id="{3ED59C8B-3583-4D3A-999A-D414E7153027}"/>
              </a:ext>
            </a:extLst>
          </p:cNvPr>
          <p:cNvSpPr>
            <a:spLocks noGrp="1"/>
          </p:cNvSpPr>
          <p:nvPr/>
        </p:nvSpPr>
        <p:spPr>
          <a:xfrm flipH="1" flipV="1">
            <a:off x="1048211" y="5011153"/>
            <a:ext cx="1496327" cy="1496327"/>
          </a:xfrm>
          <a:prstGeom prst="line">
            <a:avLst/>
          </a:prstGeom>
          <a:ln>
            <a:solidFill>
              <a:srgbClr val="90A4AE"/>
            </a:solidFill>
          </a:ln>
        </p:spPr>
        <p:style>
          <a:lnRef idx="1">
            <a:schemeClr val="accent1"/>
          </a:lnRef>
          <a:fillRef idx="0">
            <a:schemeClr val="accent1"/>
          </a:fillRef>
          <a:effectRef idx="0">
            <a:schemeClr val="accent1"/>
          </a:effectRef>
          <a:fontRef idx="minor">
            <a:schemeClr val="tx1"/>
          </a:fontRef>
        </p:style>
      </p:sp>
      <p:sp>
        <p:nvSpPr>
          <p:cNvPr id="62" name="Forma Livre: Forma 61">
            <a:extLst>
              <a:ext uri="{FF2B5EF4-FFF2-40B4-BE49-F238E27FC236}">
                <a16:creationId xmlns:a16="http://schemas.microsoft.com/office/drawing/2014/main" id="{FDE7083E-77F3-910B-592C-868ADCAE10B8}"/>
              </a:ext>
            </a:extLst>
          </p:cNvPr>
          <p:cNvSpPr>
            <a:spLocks noGrp="1"/>
          </p:cNvSpPr>
          <p:nvPr/>
        </p:nvSpPr>
        <p:spPr>
          <a:xfrm flipH="1">
            <a:off x="5735353" y="115578"/>
            <a:ext cx="2171757" cy="163752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90A4AE">
                  <a:alpha val="17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63" name="Forma Livre: Forma 62">
            <a:extLst>
              <a:ext uri="{FF2B5EF4-FFF2-40B4-BE49-F238E27FC236}">
                <a16:creationId xmlns:a16="http://schemas.microsoft.com/office/drawing/2014/main" id="{891293D5-F76E-27B6-4DB3-5F58ACBA88A6}"/>
              </a:ext>
            </a:extLst>
          </p:cNvPr>
          <p:cNvSpPr>
            <a:spLocks noGrp="1"/>
          </p:cNvSpPr>
          <p:nvPr/>
        </p:nvSpPr>
        <p:spPr>
          <a:xfrm flipH="1">
            <a:off x="5943224" y="-121372"/>
            <a:ext cx="1963886" cy="1480784"/>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90A4AE">
                  <a:alpha val="17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65" name="Forma Livre: Forma 64">
            <a:extLst>
              <a:ext uri="{FF2B5EF4-FFF2-40B4-BE49-F238E27FC236}">
                <a16:creationId xmlns:a16="http://schemas.microsoft.com/office/drawing/2014/main" id="{D307ABE8-2253-FDCC-8A16-6A8F3F9D6616}"/>
              </a:ext>
            </a:extLst>
          </p:cNvPr>
          <p:cNvSpPr>
            <a:spLocks noGrp="1"/>
          </p:cNvSpPr>
          <p:nvPr/>
        </p:nvSpPr>
        <p:spPr>
          <a:xfrm flipH="1">
            <a:off x="3946764" y="-45931"/>
            <a:ext cx="2937715" cy="2215058"/>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90A4AE">
                  <a:alpha val="17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66" name="Forma Livre: Forma 65">
            <a:extLst>
              <a:ext uri="{FF2B5EF4-FFF2-40B4-BE49-F238E27FC236}">
                <a16:creationId xmlns:a16="http://schemas.microsoft.com/office/drawing/2014/main" id="{1BA9BA2F-BA68-93B2-6BF8-FAB13C2AACD0}"/>
              </a:ext>
            </a:extLst>
          </p:cNvPr>
          <p:cNvSpPr>
            <a:spLocks noGrp="1"/>
          </p:cNvSpPr>
          <p:nvPr/>
        </p:nvSpPr>
        <p:spPr>
          <a:xfrm flipH="1">
            <a:off x="4130219" y="129158"/>
            <a:ext cx="3007133" cy="2267400"/>
          </a:xfrm>
          <a:custGeom>
            <a:avLst/>
            <a:gdLst>
              <a:gd name="connsiteX0" fmla="*/ 0 w 4247470"/>
              <a:gd name="connsiteY0" fmla="*/ 0 h 3202623"/>
              <a:gd name="connsiteX1" fmla="*/ 1009594 w 4247470"/>
              <a:gd name="connsiteY1" fmla="*/ 0 h 3202623"/>
              <a:gd name="connsiteX2" fmla="*/ 4247470 w 4247470"/>
              <a:gd name="connsiteY2" fmla="*/ 3202623 h 3202623"/>
              <a:gd name="connsiteX3" fmla="*/ 3237874 w 4247470"/>
              <a:gd name="connsiteY3" fmla="*/ 3202623 h 3202623"/>
            </a:gdLst>
            <a:ahLst/>
            <a:cxnLst/>
            <a:rect l="l" t="t" r="r" b="b"/>
            <a:pathLst>
              <a:path w="4247470" h="3202623">
                <a:moveTo>
                  <a:pt x="0" y="0"/>
                </a:moveTo>
                <a:lnTo>
                  <a:pt x="1009594" y="0"/>
                </a:lnTo>
                <a:lnTo>
                  <a:pt x="4247470" y="3202623"/>
                </a:lnTo>
                <a:lnTo>
                  <a:pt x="3237874" y="3202623"/>
                </a:lnTo>
                <a:close/>
              </a:path>
            </a:pathLst>
          </a:custGeom>
          <a:gradFill>
            <a:gsLst>
              <a:gs pos="0">
                <a:schemeClr val="bg1">
                  <a:alpha val="33000"/>
                </a:schemeClr>
              </a:gs>
              <a:gs pos="75000">
                <a:srgbClr val="90A4AE">
                  <a:alpha val="17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pic>
        <p:nvPicPr>
          <p:cNvPr id="126" name="Imagem 66"/>
          <p:cNvPicPr>
            <a:picLocks noChangeAspect="1"/>
          </p:cNvPicPr>
          <p:nvPr/>
        </p:nvPicPr>
        <p:blipFill>
          <a:blip r:embed="rId2">
            <a:alphaModFix amt="45000"/>
          </a:blip>
          <a:stretch>
            <a:fillRect/>
          </a:stretch>
        </p:blipFill>
        <p:spPr>
          <a:xfrm rot="2699617">
            <a:off x="5138825" y="4258455"/>
            <a:ext cx="5580000" cy="108000"/>
          </a:xfrm>
          <a:prstGeom prst="rect">
            <a:avLst/>
          </a:prstGeom>
        </p:spPr>
      </p:pic>
      <p:pic>
        <p:nvPicPr>
          <p:cNvPr id="127" name="Imagem 67"/>
          <p:cNvPicPr>
            <a:picLocks noChangeAspect="1"/>
          </p:cNvPicPr>
          <p:nvPr/>
        </p:nvPicPr>
        <p:blipFill>
          <a:blip r:embed="rId2">
            <a:alphaModFix amt="45000"/>
          </a:blip>
          <a:stretch>
            <a:fillRect/>
          </a:stretch>
        </p:blipFill>
        <p:spPr>
          <a:xfrm rot="18900383" flipV="1">
            <a:off x="5203546" y="932963"/>
            <a:ext cx="3498233" cy="108000"/>
          </a:xfrm>
          <a:prstGeom prst="rect">
            <a:avLst/>
          </a:prstGeom>
        </p:spPr>
      </p:pic>
      <p:pic>
        <p:nvPicPr>
          <p:cNvPr id="128" name="Imagem 1"/>
          <p:cNvPicPr>
            <a:picLocks noChangeAspect="1"/>
          </p:cNvPicPr>
          <p:nvPr/>
        </p:nvPicPr>
        <p:blipFill>
          <a:blip r:embed="rId3"/>
          <a:stretch>
            <a:fillRect/>
          </a:stretch>
        </p:blipFill>
        <p:spPr>
          <a:xfrm>
            <a:off x="511782" y="394936"/>
            <a:ext cx="1461600" cy="666662"/>
          </a:xfrm>
          <a:prstGeom prst="rect">
            <a:avLst/>
          </a:prstGeom>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Layout Personalizado">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1384837C-8ACE-352D-BFA1-556C39F72480}"/>
              </a:ext>
            </a:extLst>
          </p:cNvPr>
          <p:cNvSpPr>
            <a:spLocks noGrp="1"/>
          </p:cNvSpPr>
          <p:nvPr/>
        </p:nvSpPr>
        <p:spPr>
          <a:xfrm>
            <a:off x="365125" y="365124"/>
            <a:ext cx="11455400" cy="6134736"/>
          </a:xfrm>
          <a:prstGeom prst="rect">
            <a:avLst/>
          </a:prstGeom>
          <a:solidFill>
            <a:srgbClr val="F2F2F2">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Forma Livre: Forma 7">
            <a:extLst>
              <a:ext uri="{FF2B5EF4-FFF2-40B4-BE49-F238E27FC236}">
                <a16:creationId xmlns:a16="http://schemas.microsoft.com/office/drawing/2014/main" id="{E0898596-799D-DD65-4DE3-DA76EB1C53FB}"/>
              </a:ext>
            </a:extLst>
          </p:cNvPr>
          <p:cNvSpPr>
            <a:spLocks noGrp="1"/>
          </p:cNvSpPr>
          <p:nvPr/>
        </p:nvSpPr>
        <p:spPr>
          <a:xfrm>
            <a:off x="9822180" y="2476500"/>
            <a:ext cx="2004060" cy="2011680"/>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Forma Livre: Forma 8">
            <a:extLst>
              <a:ext uri="{FF2B5EF4-FFF2-40B4-BE49-F238E27FC236}">
                <a16:creationId xmlns:a16="http://schemas.microsoft.com/office/drawing/2014/main" id="{4E5886E6-71C6-094F-DA95-66CF57306627}"/>
              </a:ext>
            </a:extLst>
          </p:cNvPr>
          <p:cNvSpPr>
            <a:spLocks noGrp="1"/>
          </p:cNvSpPr>
          <p:nvPr/>
        </p:nvSpPr>
        <p:spPr>
          <a:xfrm>
            <a:off x="10226040" y="2880013"/>
            <a:ext cx="1594485" cy="1600547"/>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Conector reto 9">
            <a:extLst>
              <a:ext uri="{FF2B5EF4-FFF2-40B4-BE49-F238E27FC236}">
                <a16:creationId xmlns:a16="http://schemas.microsoft.com/office/drawing/2014/main" id="{23CA8645-9C02-43C5-8FDB-EF56C520A342}"/>
              </a:ext>
            </a:extLst>
          </p:cNvPr>
          <p:cNvSpPr>
            <a:spLocks noGrp="1"/>
          </p:cNvSpPr>
          <p:nvPr/>
        </p:nvSpPr>
        <p:spPr>
          <a:xfrm flipV="1">
            <a:off x="9928860" y="2613660"/>
            <a:ext cx="1447800" cy="144780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sp>
      <p:sp>
        <p:nvSpPr>
          <p:cNvPr id="11" name="Conector reto 10">
            <a:extLst>
              <a:ext uri="{FF2B5EF4-FFF2-40B4-BE49-F238E27FC236}">
                <a16:creationId xmlns:a16="http://schemas.microsoft.com/office/drawing/2014/main" id="{016005B9-C9AA-4F76-A772-132409D12632}"/>
              </a:ext>
            </a:extLst>
          </p:cNvPr>
          <p:cNvSpPr>
            <a:spLocks noGrp="1"/>
          </p:cNvSpPr>
          <p:nvPr/>
        </p:nvSpPr>
        <p:spPr>
          <a:xfrm flipV="1">
            <a:off x="8629650" y="2956386"/>
            <a:ext cx="1447800" cy="144780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sp>
      <p:sp>
        <p:nvSpPr>
          <p:cNvPr id="12" name="Conector reto 11">
            <a:extLst>
              <a:ext uri="{FF2B5EF4-FFF2-40B4-BE49-F238E27FC236}">
                <a16:creationId xmlns:a16="http://schemas.microsoft.com/office/drawing/2014/main" id="{F14A61B8-0D3A-485E-8C43-C7CF0FEB4943}"/>
              </a:ext>
            </a:extLst>
          </p:cNvPr>
          <p:cNvSpPr>
            <a:spLocks noGrp="1"/>
          </p:cNvSpPr>
          <p:nvPr/>
        </p:nvSpPr>
        <p:spPr>
          <a:xfrm flipV="1">
            <a:off x="11023282" y="3797936"/>
            <a:ext cx="615632" cy="615632"/>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sp>
      <p:sp>
        <p:nvSpPr>
          <p:cNvPr id="34" name="Conector reto 33">
            <a:extLst>
              <a:ext uri="{FF2B5EF4-FFF2-40B4-BE49-F238E27FC236}">
                <a16:creationId xmlns:a16="http://schemas.microsoft.com/office/drawing/2014/main" id="{1B3F192B-8A84-4F30-9450-C94E5ACE2F6F}"/>
              </a:ext>
            </a:extLst>
          </p:cNvPr>
          <p:cNvSpPr>
            <a:spLocks noGrp="1"/>
          </p:cNvSpPr>
          <p:nvPr/>
        </p:nvSpPr>
        <p:spPr>
          <a:xfrm flipV="1">
            <a:off x="3605841" y="4000500"/>
            <a:ext cx="1447800" cy="1447800"/>
          </a:xfrm>
          <a:prstGeom prst="line">
            <a:avLst/>
          </a:prstGeom>
          <a:ln w="3175">
            <a:solidFill>
              <a:srgbClr val="F1E1E2"/>
            </a:solidFill>
          </a:ln>
        </p:spPr>
        <p:style>
          <a:lnRef idx="1">
            <a:schemeClr val="accent1"/>
          </a:lnRef>
          <a:fillRef idx="0">
            <a:schemeClr val="accent1"/>
          </a:fillRef>
          <a:effectRef idx="0">
            <a:schemeClr val="accent1"/>
          </a:effectRef>
          <a:fontRef idx="minor">
            <a:schemeClr val="tx1"/>
          </a:fontRef>
        </p:style>
      </p:sp>
      <p:sp>
        <p:nvSpPr>
          <p:cNvPr id="35" name="Conector reto 34">
            <a:extLst>
              <a:ext uri="{FF2B5EF4-FFF2-40B4-BE49-F238E27FC236}">
                <a16:creationId xmlns:a16="http://schemas.microsoft.com/office/drawing/2014/main" id="{98A73D12-61EB-4906-B057-DAE509290379}"/>
              </a:ext>
            </a:extLst>
          </p:cNvPr>
          <p:cNvSpPr>
            <a:spLocks noGrp="1"/>
          </p:cNvSpPr>
          <p:nvPr/>
        </p:nvSpPr>
        <p:spPr>
          <a:xfrm flipV="1">
            <a:off x="4138165" y="1699857"/>
            <a:ext cx="1447800" cy="1447800"/>
          </a:xfrm>
          <a:prstGeom prst="line">
            <a:avLst/>
          </a:prstGeom>
          <a:ln w="3175">
            <a:solidFill>
              <a:srgbClr val="F1E1E2"/>
            </a:solidFill>
          </a:ln>
        </p:spPr>
        <p:style>
          <a:lnRef idx="1">
            <a:schemeClr val="accent1"/>
          </a:lnRef>
          <a:fillRef idx="0">
            <a:schemeClr val="accent1"/>
          </a:fillRef>
          <a:effectRef idx="0">
            <a:schemeClr val="accent1"/>
          </a:effectRef>
          <a:fontRef idx="minor">
            <a:schemeClr val="tx1"/>
          </a:fontRef>
        </p:style>
      </p:sp>
      <p:sp>
        <p:nvSpPr>
          <p:cNvPr id="37" name="Forma Livre: Forma 36">
            <a:extLst>
              <a:ext uri="{FF2B5EF4-FFF2-40B4-BE49-F238E27FC236}">
                <a16:creationId xmlns:a16="http://schemas.microsoft.com/office/drawing/2014/main" id="{E112C766-A728-8457-D31F-3162319711E5}"/>
              </a:ext>
            </a:extLst>
          </p:cNvPr>
          <p:cNvSpPr>
            <a:spLocks noGrp="1"/>
          </p:cNvSpPr>
          <p:nvPr/>
        </p:nvSpPr>
        <p:spPr>
          <a:xfrm flipH="1">
            <a:off x="5483502" y="4480560"/>
            <a:ext cx="2672940" cy="2003405"/>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rotWithShape="1">
            <a:gsLst>
              <a:gs pos="100000">
                <a:schemeClr val="bg1">
                  <a:alpha val="3000"/>
                </a:schemeClr>
              </a:gs>
              <a:gs pos="0">
                <a:srgbClr val="69758F">
                  <a:alpha val="38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38" name="Forma Livre: Forma 37">
            <a:extLst>
              <a:ext uri="{FF2B5EF4-FFF2-40B4-BE49-F238E27FC236}">
                <a16:creationId xmlns:a16="http://schemas.microsoft.com/office/drawing/2014/main" id="{37CE2F21-014B-E961-8F8A-8183B8B9898D}"/>
              </a:ext>
            </a:extLst>
          </p:cNvPr>
          <p:cNvSpPr>
            <a:spLocks noGrp="1"/>
          </p:cNvSpPr>
          <p:nvPr/>
        </p:nvSpPr>
        <p:spPr>
          <a:xfrm flipH="1">
            <a:off x="5916613" y="4715593"/>
            <a:ext cx="2371250" cy="1777283"/>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rotWithShape="1">
            <a:gsLst>
              <a:gs pos="100000">
                <a:schemeClr val="bg1">
                  <a:alpha val="3000"/>
                </a:schemeClr>
              </a:gs>
              <a:gs pos="0">
                <a:srgbClr val="69758F">
                  <a:alpha val="38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0" name="Forma Livre: Forma 39">
            <a:extLst>
              <a:ext uri="{FF2B5EF4-FFF2-40B4-BE49-F238E27FC236}">
                <a16:creationId xmlns:a16="http://schemas.microsoft.com/office/drawing/2014/main" id="{C3EE6132-A127-97F5-B324-C93AEFC9A8A0}"/>
              </a:ext>
            </a:extLst>
          </p:cNvPr>
          <p:cNvSpPr>
            <a:spLocks noGrp="1"/>
          </p:cNvSpPr>
          <p:nvPr/>
        </p:nvSpPr>
        <p:spPr>
          <a:xfrm flipH="1">
            <a:off x="2927560" y="365124"/>
            <a:ext cx="2672940" cy="2003405"/>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rotWithShape="1">
            <a:gsLst>
              <a:gs pos="100000">
                <a:schemeClr val="bg1">
                  <a:alpha val="3000"/>
                </a:schemeClr>
              </a:gs>
              <a:gs pos="0">
                <a:srgbClr val="69758F">
                  <a:alpha val="38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1" name="Forma Livre: Forma 40">
            <a:extLst>
              <a:ext uri="{FF2B5EF4-FFF2-40B4-BE49-F238E27FC236}">
                <a16:creationId xmlns:a16="http://schemas.microsoft.com/office/drawing/2014/main" id="{A26EB523-A67F-72BB-7711-F37EFDA1D98A}"/>
              </a:ext>
            </a:extLst>
          </p:cNvPr>
          <p:cNvSpPr>
            <a:spLocks noGrp="1"/>
          </p:cNvSpPr>
          <p:nvPr/>
        </p:nvSpPr>
        <p:spPr>
          <a:xfrm flipH="1">
            <a:off x="3360671" y="600157"/>
            <a:ext cx="2371250" cy="1777283"/>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rotWithShape="1">
            <a:gsLst>
              <a:gs pos="100000">
                <a:schemeClr val="bg1">
                  <a:alpha val="3000"/>
                </a:schemeClr>
              </a:gs>
              <a:gs pos="0">
                <a:srgbClr val="69758F">
                  <a:alpha val="38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2" name="Conector reto 41">
            <a:extLst>
              <a:ext uri="{FF2B5EF4-FFF2-40B4-BE49-F238E27FC236}">
                <a16:creationId xmlns:a16="http://schemas.microsoft.com/office/drawing/2014/main" id="{73979EFC-8DEC-4171-88AA-D2E9922B0E62}"/>
              </a:ext>
            </a:extLst>
          </p:cNvPr>
          <p:cNvSpPr>
            <a:spLocks noGrp="1"/>
          </p:cNvSpPr>
          <p:nvPr/>
        </p:nvSpPr>
        <p:spPr>
          <a:xfrm flipV="1">
            <a:off x="2723164" y="1455778"/>
            <a:ext cx="697946" cy="697946"/>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sp>
      <p:sp>
        <p:nvSpPr>
          <p:cNvPr id="43" name="Retângulo 42">
            <a:extLst>
              <a:ext uri="{FF2B5EF4-FFF2-40B4-BE49-F238E27FC236}">
                <a16:creationId xmlns:a16="http://schemas.microsoft.com/office/drawing/2014/main" id="{7CACF285-9527-458F-E910-F45BF1FE4CA0}"/>
              </a:ext>
            </a:extLst>
          </p:cNvPr>
          <p:cNvSpPr>
            <a:spLocks noGrp="1"/>
          </p:cNvSpPr>
          <p:nvPr/>
        </p:nvSpPr>
        <p:spPr>
          <a:xfrm>
            <a:off x="5912644" y="4473417"/>
            <a:ext cx="5914231" cy="78000"/>
          </a:xfrm>
          <a:prstGeom prst="rect">
            <a:avLst/>
          </a:prstGeom>
          <a:solidFill>
            <a:srgbClr val="061844"/>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4" name="Forma Livre: Forma 43">
            <a:extLst>
              <a:ext uri="{FF2B5EF4-FFF2-40B4-BE49-F238E27FC236}">
                <a16:creationId xmlns:a16="http://schemas.microsoft.com/office/drawing/2014/main" id="{432BE317-1EE9-54E1-EEB5-0B7B594E4182}"/>
              </a:ext>
            </a:extLst>
          </p:cNvPr>
          <p:cNvSpPr>
            <a:spLocks noGrp="1"/>
          </p:cNvSpPr>
          <p:nvPr/>
        </p:nvSpPr>
        <p:spPr>
          <a:xfrm rot="16200000">
            <a:off x="8682305" y="1329444"/>
            <a:ext cx="3135292" cy="3147212"/>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6" name="Forma Livre: Forma 45">
            <a:extLst>
              <a:ext uri="{FF2B5EF4-FFF2-40B4-BE49-F238E27FC236}">
                <a16:creationId xmlns:a16="http://schemas.microsoft.com/office/drawing/2014/main" id="{5016AB37-40D4-075B-B8D8-13CEE1BD66FC}"/>
              </a:ext>
            </a:extLst>
          </p:cNvPr>
          <p:cNvSpPr>
            <a:spLocks noGrp="1"/>
          </p:cNvSpPr>
          <p:nvPr/>
        </p:nvSpPr>
        <p:spPr>
          <a:xfrm flipH="1">
            <a:off x="7918754" y="4531010"/>
            <a:ext cx="2774647" cy="2079636"/>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rotWithShape="1">
            <a:gsLst>
              <a:gs pos="100000">
                <a:schemeClr val="bg1">
                  <a:alpha val="3000"/>
                </a:schemeClr>
              </a:gs>
              <a:gs pos="0">
                <a:srgbClr val="69758F">
                  <a:alpha val="38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7" name="Forma Livre: Forma 46">
            <a:extLst>
              <a:ext uri="{FF2B5EF4-FFF2-40B4-BE49-F238E27FC236}">
                <a16:creationId xmlns:a16="http://schemas.microsoft.com/office/drawing/2014/main" id="{4D40EB62-BD0E-102C-3FB0-DF71C938A5F0}"/>
              </a:ext>
            </a:extLst>
          </p:cNvPr>
          <p:cNvSpPr>
            <a:spLocks noGrp="1"/>
          </p:cNvSpPr>
          <p:nvPr/>
        </p:nvSpPr>
        <p:spPr>
          <a:xfrm flipH="1">
            <a:off x="7564112" y="4552338"/>
            <a:ext cx="2903299" cy="2176062"/>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rotWithShape="1">
            <a:gsLst>
              <a:gs pos="100000">
                <a:schemeClr val="bg1">
                  <a:alpha val="3000"/>
                </a:schemeClr>
              </a:gs>
              <a:gs pos="0">
                <a:srgbClr val="69758F">
                  <a:alpha val="38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8" name="Forma Livre: Forma 47">
            <a:extLst>
              <a:ext uri="{FF2B5EF4-FFF2-40B4-BE49-F238E27FC236}">
                <a16:creationId xmlns:a16="http://schemas.microsoft.com/office/drawing/2014/main" id="{EA8299C6-A081-9D82-07AF-3DD67E5A307F}"/>
              </a:ext>
            </a:extLst>
          </p:cNvPr>
          <p:cNvSpPr>
            <a:spLocks noGrp="1"/>
          </p:cNvSpPr>
          <p:nvPr/>
        </p:nvSpPr>
        <p:spPr>
          <a:xfrm rot="16200000">
            <a:off x="10695549" y="1325003"/>
            <a:ext cx="1129477" cy="1133771"/>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4" name="Espaço Reservado para Imagem 63">
            <a:extLst>
              <a:ext uri="{FF2B5EF4-FFF2-40B4-BE49-F238E27FC236}">
                <a16:creationId xmlns:a16="http://schemas.microsoft.com/office/drawing/2014/main" id="{0E3172E3-5649-6AFD-084B-37DD4A1C617C}"/>
              </a:ext>
            </a:extLst>
          </p:cNvPr>
          <p:cNvSpPr>
            <a:spLocks noGrp="1"/>
          </p:cNvSpPr>
          <p:nvPr>
            <p:ph type="pic" idx="10"/>
          </p:nvPr>
        </p:nvSpPr>
        <p:spPr>
          <a:xfrm>
            <a:off x="5913120" y="1335088"/>
            <a:ext cx="5907405" cy="3135312"/>
          </a:xfrm>
          <a:custGeom>
            <a:avLst/>
            <a:gdLst>
              <a:gd name="connsiteX0" fmla="*/ 3613012 w 5907405"/>
              <a:gd name="connsiteY0" fmla="*/ 2326915 h 3135312"/>
              <a:gd name="connsiteX1" fmla="*/ 2938564 w 5907405"/>
              <a:gd name="connsiteY1" fmla="*/ 3001364 h 3135312"/>
              <a:gd name="connsiteX2" fmla="*/ 2941110 w 5907405"/>
              <a:gd name="connsiteY2" fmla="*/ 3003909 h 3135312"/>
              <a:gd name="connsiteX3" fmla="*/ 3615558 w 5907405"/>
              <a:gd name="connsiteY3" fmla="*/ 2329461 h 3135312"/>
              <a:gd name="connsiteX4" fmla="*/ 3464422 w 5907405"/>
              <a:gd name="connsiteY4" fmla="*/ 1883590 h 3135312"/>
              <a:gd name="connsiteX5" fmla="*/ 2789974 w 5907405"/>
              <a:gd name="connsiteY5" fmla="*/ 2558039 h 3135312"/>
              <a:gd name="connsiteX6" fmla="*/ 2792520 w 5907405"/>
              <a:gd name="connsiteY6" fmla="*/ 2560584 h 3135312"/>
              <a:gd name="connsiteX7" fmla="*/ 3466968 w 5907405"/>
              <a:gd name="connsiteY7" fmla="*/ 1886136 h 3135312"/>
              <a:gd name="connsiteX8" fmla="*/ 5092326 w 5907405"/>
              <a:gd name="connsiteY8" fmla="*/ 1682330 h 3135312"/>
              <a:gd name="connsiteX9" fmla="*/ 3913667 w 5907405"/>
              <a:gd name="connsiteY9" fmla="*/ 2860988 h 3135312"/>
              <a:gd name="connsiteX10" fmla="*/ 3916212 w 5907405"/>
              <a:gd name="connsiteY10" fmla="*/ 2863534 h 3135312"/>
              <a:gd name="connsiteX11" fmla="*/ 5094871 w 5907405"/>
              <a:gd name="connsiteY11" fmla="*/ 1684875 h 3135312"/>
              <a:gd name="connsiteX12" fmla="*/ 5092326 w 5907405"/>
              <a:gd name="connsiteY12" fmla="*/ 421589 h 3135312"/>
              <a:gd name="connsiteX13" fmla="*/ 4417878 w 5907405"/>
              <a:gd name="connsiteY13" fmla="*/ 1096038 h 3135312"/>
              <a:gd name="connsiteX14" fmla="*/ 4420424 w 5907405"/>
              <a:gd name="connsiteY14" fmla="*/ 1098583 h 3135312"/>
              <a:gd name="connsiteX15" fmla="*/ 5094872 w 5907405"/>
              <a:gd name="connsiteY15" fmla="*/ 424135 h 3135312"/>
              <a:gd name="connsiteX16" fmla="*/ 0 w 5907405"/>
              <a:gd name="connsiteY16" fmla="*/ 0 h 3135312"/>
              <a:gd name="connsiteX17" fmla="*/ 5907405 w 5907405"/>
              <a:gd name="connsiteY17" fmla="*/ 0 h 3135312"/>
              <a:gd name="connsiteX18" fmla="*/ 5907405 w 5907405"/>
              <a:gd name="connsiteY18" fmla="*/ 3135312 h 3135312"/>
              <a:gd name="connsiteX19" fmla="*/ 0 w 5907405"/>
              <a:gd name="connsiteY19" fmla="*/ 3135312 h 3135312"/>
            </a:gdLst>
            <a:ahLst/>
            <a:cxnLst/>
            <a:rect l="l" t="t" r="r" b="b"/>
            <a:pathLst>
              <a:path w="5907405" h="3135312">
                <a:moveTo>
                  <a:pt x="3613012" y="2326915"/>
                </a:moveTo>
                <a:lnTo>
                  <a:pt x="2938564" y="3001364"/>
                </a:lnTo>
                <a:lnTo>
                  <a:pt x="2941110" y="3003909"/>
                </a:lnTo>
                <a:lnTo>
                  <a:pt x="3615558" y="2329461"/>
                </a:lnTo>
                <a:close/>
                <a:moveTo>
                  <a:pt x="3464422" y="1883590"/>
                </a:moveTo>
                <a:lnTo>
                  <a:pt x="2789974" y="2558039"/>
                </a:lnTo>
                <a:lnTo>
                  <a:pt x="2792520" y="2560584"/>
                </a:lnTo>
                <a:lnTo>
                  <a:pt x="3466968" y="1886136"/>
                </a:lnTo>
                <a:close/>
                <a:moveTo>
                  <a:pt x="5092326" y="1682330"/>
                </a:moveTo>
                <a:lnTo>
                  <a:pt x="3913667" y="2860988"/>
                </a:lnTo>
                <a:lnTo>
                  <a:pt x="3916212" y="2863534"/>
                </a:lnTo>
                <a:lnTo>
                  <a:pt x="5094871" y="1684875"/>
                </a:lnTo>
                <a:close/>
                <a:moveTo>
                  <a:pt x="5092326" y="421589"/>
                </a:moveTo>
                <a:lnTo>
                  <a:pt x="4417878" y="1096038"/>
                </a:lnTo>
                <a:lnTo>
                  <a:pt x="4420424" y="1098583"/>
                </a:lnTo>
                <a:lnTo>
                  <a:pt x="5094872" y="424135"/>
                </a:lnTo>
                <a:close/>
                <a:moveTo>
                  <a:pt x="0" y="0"/>
                </a:moveTo>
                <a:lnTo>
                  <a:pt x="5907405" y="0"/>
                </a:lnTo>
                <a:lnTo>
                  <a:pt x="5907405" y="3135312"/>
                </a:lnTo>
                <a:lnTo>
                  <a:pt x="0" y="3135312"/>
                </a:lnTo>
                <a:close/>
              </a:path>
            </a:pathLst>
          </a:custGeom>
        </p:spPr>
        <p:txBody>
          <a:bodyPr wrap="square">
            <a:noAutofit/>
          </a:bodyPr>
          <a:lstStyle>
            <a:lvl1pPr marL="0" indent="0" algn="ctr">
              <a:buNone/>
              <a:defRPr sz="1200"/>
            </a:lvl1pPr>
          </a:lstStyle>
          <a:p>
            <a:endParaRPr/>
          </a:p>
        </p:txBody>
      </p:sp>
      <p:sp>
        <p:nvSpPr>
          <p:cNvPr id="51" name="Espaço Reservado para Texto 29">
            <a:extLst>
              <a:ext uri="{FF2B5EF4-FFF2-40B4-BE49-F238E27FC236}">
                <a16:creationId xmlns:a16="http://schemas.microsoft.com/office/drawing/2014/main" id="{FFF117DF-F6B0-B6BB-AD52-62517D1B306F}"/>
              </a:ext>
            </a:extLst>
          </p:cNvPr>
          <p:cNvSpPr>
            <a:spLocks noGrp="1"/>
          </p:cNvSpPr>
          <p:nvPr>
            <p:ph type="body" idx="11" hasCustomPrompt="1"/>
          </p:nvPr>
        </p:nvSpPr>
        <p:spPr>
          <a:xfrm>
            <a:off x="740727" y="3804217"/>
            <a:ext cx="4970463" cy="615553"/>
          </a:xfrm>
        </p:spPr>
        <p:txBody>
          <a:bodyPr wrap="square" lIns="0" tIns="0" rIns="0" bIns="0" anchor="b">
            <a:spAutoFit/>
          </a:bodyPr>
          <a:lstStyle>
            <a:lvl1pPr marL="0" indent="0">
              <a:lnSpc>
                <a:spcPct val="100000"/>
              </a:lnSpc>
              <a:spcBef>
                <a:spcPts val="0"/>
              </a:spcBef>
              <a:buNone/>
              <a:defRPr sz="2000" cap="all" baseline="0"/>
            </a:lvl1pPr>
            <a:lvl2pPr marL="457200" indent="0">
              <a:buNone/>
              <a:defRPr/>
            </a:lvl2pPr>
          </a:lstStyle>
          <a:p>
            <a:pPr>
              <a:buNone/>
            </a:pPr>
            <a:r>
              <a:t>Clique para editar </a:t>
            </a:r>
            <a:br/>
            <a:r>
              <a:t>os estilos de texto Mestres</a:t>
            </a:r>
          </a:p>
        </p:txBody>
      </p:sp>
      <p:sp>
        <p:nvSpPr>
          <p:cNvPr id="52" name="Espaço Reservado para Texto 29">
            <a:extLst>
              <a:ext uri="{FF2B5EF4-FFF2-40B4-BE49-F238E27FC236}">
                <a16:creationId xmlns:a16="http://schemas.microsoft.com/office/drawing/2014/main" id="{E8CD2D87-078F-C9E6-2767-93F54E412E7D}"/>
              </a:ext>
            </a:extLst>
          </p:cNvPr>
          <p:cNvSpPr>
            <a:spLocks noGrp="1"/>
          </p:cNvSpPr>
          <p:nvPr>
            <p:ph type="body" idx="12" hasCustomPrompt="1"/>
          </p:nvPr>
        </p:nvSpPr>
        <p:spPr>
          <a:xfrm>
            <a:off x="740727" y="4626257"/>
            <a:ext cx="4970463" cy="615553"/>
          </a:xfrm>
        </p:spPr>
        <p:txBody>
          <a:bodyPr lIns="0" tIns="0" rIns="0" bIns="0" anchor="t">
            <a:spAutoFit/>
          </a:bodyPr>
          <a:lstStyle>
            <a:lvl1pPr marL="0" indent="0">
              <a:lnSpc>
                <a:spcPct val="100000"/>
              </a:lnSpc>
              <a:spcBef>
                <a:spcPts val="0"/>
              </a:spcBef>
              <a:buNone/>
              <a:defRPr sz="2000" cap="none" baseline="0">
                <a:solidFill>
                  <a:srgbClr val="69758F"/>
                </a:solidFill>
              </a:defRPr>
            </a:lvl1pPr>
            <a:lvl2pPr marL="457200" indent="0">
              <a:buNone/>
              <a:defRPr/>
            </a:lvl2pPr>
          </a:lstStyle>
          <a:p>
            <a:pPr>
              <a:buNone/>
            </a:pPr>
            <a:r>
              <a:t>Clique para editar </a:t>
            </a:r>
            <a:br/>
            <a:r>
              <a:t>os estilos de texto Mestres</a:t>
            </a:r>
          </a:p>
        </p:txBody>
      </p:sp>
      <p:sp>
        <p:nvSpPr>
          <p:cNvPr id="54" name="Retângulo 53">
            <a:extLst>
              <a:ext uri="{FF2B5EF4-FFF2-40B4-BE49-F238E27FC236}">
                <a16:creationId xmlns:a16="http://schemas.microsoft.com/office/drawing/2014/main" id="{80E344DB-15AA-C8B9-3FCC-A5F7361BFCD4}"/>
              </a:ext>
            </a:extLst>
          </p:cNvPr>
          <p:cNvSpPr>
            <a:spLocks noGrp="1"/>
          </p:cNvSpPr>
          <p:nvPr/>
        </p:nvSpPr>
        <p:spPr>
          <a:xfrm>
            <a:off x="739140" y="4473417"/>
            <a:ext cx="779827" cy="78000"/>
          </a:xfrm>
          <a:prstGeom prst="rect">
            <a:avLst/>
          </a:prstGeom>
          <a:solidFill>
            <a:srgbClr val="061844"/>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88" name="Imagem 2"/>
          <p:cNvPicPr>
            <a:picLocks noChangeAspect="1"/>
          </p:cNvPicPr>
          <p:nvPr/>
        </p:nvPicPr>
        <p:blipFill>
          <a:blip r:embed="rId2"/>
          <a:stretch>
            <a:fillRect/>
          </a:stretch>
        </p:blipFill>
        <p:spPr>
          <a:xfrm>
            <a:off x="739140" y="668426"/>
            <a:ext cx="1461600" cy="666662"/>
          </a:xfrm>
          <a:prstGeom prst="rect">
            <a:avLst/>
          </a:prstGeom>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6_Layout Personalizado">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1384837C-8ACE-352D-BFA1-556C39F72480}"/>
              </a:ext>
            </a:extLst>
          </p:cNvPr>
          <p:cNvSpPr>
            <a:spLocks noGrp="1"/>
          </p:cNvSpPr>
          <p:nvPr/>
        </p:nvSpPr>
        <p:spPr>
          <a:xfrm>
            <a:off x="365125" y="365124"/>
            <a:ext cx="11455400" cy="6134736"/>
          </a:xfrm>
          <a:prstGeom prst="rect">
            <a:avLst/>
          </a:prstGeom>
          <a:solidFill>
            <a:srgbClr val="F2F2F2">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Forma Livre: Forma 7">
            <a:extLst>
              <a:ext uri="{FF2B5EF4-FFF2-40B4-BE49-F238E27FC236}">
                <a16:creationId xmlns:a16="http://schemas.microsoft.com/office/drawing/2014/main" id="{E0898596-799D-DD65-4DE3-DA76EB1C53FB}"/>
              </a:ext>
            </a:extLst>
          </p:cNvPr>
          <p:cNvSpPr>
            <a:spLocks noGrp="1"/>
          </p:cNvSpPr>
          <p:nvPr/>
        </p:nvSpPr>
        <p:spPr>
          <a:xfrm>
            <a:off x="9822180" y="2476500"/>
            <a:ext cx="2004060" cy="2011680"/>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Forma Livre: Forma 8">
            <a:extLst>
              <a:ext uri="{FF2B5EF4-FFF2-40B4-BE49-F238E27FC236}">
                <a16:creationId xmlns:a16="http://schemas.microsoft.com/office/drawing/2014/main" id="{4E5886E6-71C6-094F-DA95-66CF57306627}"/>
              </a:ext>
            </a:extLst>
          </p:cNvPr>
          <p:cNvSpPr>
            <a:spLocks noGrp="1"/>
          </p:cNvSpPr>
          <p:nvPr/>
        </p:nvSpPr>
        <p:spPr>
          <a:xfrm>
            <a:off x="10226040" y="2880013"/>
            <a:ext cx="1594485" cy="1600547"/>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Conector reto 9">
            <a:extLst>
              <a:ext uri="{FF2B5EF4-FFF2-40B4-BE49-F238E27FC236}">
                <a16:creationId xmlns:a16="http://schemas.microsoft.com/office/drawing/2014/main" id="{5325F30B-503C-4920-8946-4B273D9FECB9}"/>
              </a:ext>
            </a:extLst>
          </p:cNvPr>
          <p:cNvSpPr>
            <a:spLocks noGrp="1"/>
          </p:cNvSpPr>
          <p:nvPr/>
        </p:nvSpPr>
        <p:spPr>
          <a:xfrm flipV="1">
            <a:off x="9928860" y="2613660"/>
            <a:ext cx="1447800" cy="144780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sp>
      <p:sp>
        <p:nvSpPr>
          <p:cNvPr id="11" name="Conector reto 10">
            <a:extLst>
              <a:ext uri="{FF2B5EF4-FFF2-40B4-BE49-F238E27FC236}">
                <a16:creationId xmlns:a16="http://schemas.microsoft.com/office/drawing/2014/main" id="{DA55C8F6-3885-4D08-8CF2-760551ECEDCA}"/>
              </a:ext>
            </a:extLst>
          </p:cNvPr>
          <p:cNvSpPr>
            <a:spLocks noGrp="1"/>
          </p:cNvSpPr>
          <p:nvPr/>
        </p:nvSpPr>
        <p:spPr>
          <a:xfrm flipV="1">
            <a:off x="8629650" y="2956386"/>
            <a:ext cx="1447800" cy="144780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sp>
      <p:sp>
        <p:nvSpPr>
          <p:cNvPr id="12" name="Conector reto 11">
            <a:extLst>
              <a:ext uri="{FF2B5EF4-FFF2-40B4-BE49-F238E27FC236}">
                <a16:creationId xmlns:a16="http://schemas.microsoft.com/office/drawing/2014/main" id="{935D8E6E-212F-4D11-8DE3-C56E31B98893}"/>
              </a:ext>
            </a:extLst>
          </p:cNvPr>
          <p:cNvSpPr>
            <a:spLocks noGrp="1"/>
          </p:cNvSpPr>
          <p:nvPr/>
        </p:nvSpPr>
        <p:spPr>
          <a:xfrm flipV="1">
            <a:off x="11023282" y="3797936"/>
            <a:ext cx="615632" cy="615632"/>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sp>
      <p:sp>
        <p:nvSpPr>
          <p:cNvPr id="34" name="Conector reto 33">
            <a:extLst>
              <a:ext uri="{FF2B5EF4-FFF2-40B4-BE49-F238E27FC236}">
                <a16:creationId xmlns:a16="http://schemas.microsoft.com/office/drawing/2014/main" id="{A7239B90-AECE-4D15-94B9-C48E5B89AF34}"/>
              </a:ext>
            </a:extLst>
          </p:cNvPr>
          <p:cNvSpPr>
            <a:spLocks noGrp="1"/>
          </p:cNvSpPr>
          <p:nvPr/>
        </p:nvSpPr>
        <p:spPr>
          <a:xfrm flipV="1">
            <a:off x="3605841" y="4000500"/>
            <a:ext cx="1447800" cy="1447800"/>
          </a:xfrm>
          <a:prstGeom prst="line">
            <a:avLst/>
          </a:prstGeom>
          <a:ln w="3175">
            <a:solidFill>
              <a:srgbClr val="F1E1E2"/>
            </a:solidFill>
          </a:ln>
        </p:spPr>
        <p:style>
          <a:lnRef idx="1">
            <a:schemeClr val="accent1"/>
          </a:lnRef>
          <a:fillRef idx="0">
            <a:schemeClr val="accent1"/>
          </a:fillRef>
          <a:effectRef idx="0">
            <a:schemeClr val="accent1"/>
          </a:effectRef>
          <a:fontRef idx="minor">
            <a:schemeClr val="tx1"/>
          </a:fontRef>
        </p:style>
      </p:sp>
      <p:sp>
        <p:nvSpPr>
          <p:cNvPr id="35" name="Conector reto 34">
            <a:extLst>
              <a:ext uri="{FF2B5EF4-FFF2-40B4-BE49-F238E27FC236}">
                <a16:creationId xmlns:a16="http://schemas.microsoft.com/office/drawing/2014/main" id="{EBE73850-A292-4050-8939-F835DCE42209}"/>
              </a:ext>
            </a:extLst>
          </p:cNvPr>
          <p:cNvSpPr>
            <a:spLocks noGrp="1"/>
          </p:cNvSpPr>
          <p:nvPr/>
        </p:nvSpPr>
        <p:spPr>
          <a:xfrm flipV="1">
            <a:off x="4138165" y="1699857"/>
            <a:ext cx="1447800" cy="1447800"/>
          </a:xfrm>
          <a:prstGeom prst="line">
            <a:avLst/>
          </a:prstGeom>
          <a:ln w="3175">
            <a:solidFill>
              <a:srgbClr val="F1E1E2"/>
            </a:solidFill>
          </a:ln>
        </p:spPr>
        <p:style>
          <a:lnRef idx="1">
            <a:schemeClr val="accent1"/>
          </a:lnRef>
          <a:fillRef idx="0">
            <a:schemeClr val="accent1"/>
          </a:fillRef>
          <a:effectRef idx="0">
            <a:schemeClr val="accent1"/>
          </a:effectRef>
          <a:fontRef idx="minor">
            <a:schemeClr val="tx1"/>
          </a:fontRef>
        </p:style>
      </p:sp>
      <p:sp>
        <p:nvSpPr>
          <p:cNvPr id="37" name="Forma Livre: Forma 36">
            <a:extLst>
              <a:ext uri="{FF2B5EF4-FFF2-40B4-BE49-F238E27FC236}">
                <a16:creationId xmlns:a16="http://schemas.microsoft.com/office/drawing/2014/main" id="{E112C766-A728-8457-D31F-3162319711E5}"/>
              </a:ext>
            </a:extLst>
          </p:cNvPr>
          <p:cNvSpPr>
            <a:spLocks noGrp="1"/>
          </p:cNvSpPr>
          <p:nvPr/>
        </p:nvSpPr>
        <p:spPr>
          <a:xfrm flipH="1">
            <a:off x="5483502" y="4480560"/>
            <a:ext cx="2672940" cy="2003405"/>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38" name="Forma Livre: Forma 37">
            <a:extLst>
              <a:ext uri="{FF2B5EF4-FFF2-40B4-BE49-F238E27FC236}">
                <a16:creationId xmlns:a16="http://schemas.microsoft.com/office/drawing/2014/main" id="{37CE2F21-014B-E961-8F8A-8183B8B9898D}"/>
              </a:ext>
            </a:extLst>
          </p:cNvPr>
          <p:cNvSpPr>
            <a:spLocks noGrp="1"/>
          </p:cNvSpPr>
          <p:nvPr/>
        </p:nvSpPr>
        <p:spPr>
          <a:xfrm flipH="1">
            <a:off x="5916613" y="4715593"/>
            <a:ext cx="2371250" cy="1777283"/>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0" name="Forma Livre: Forma 39">
            <a:extLst>
              <a:ext uri="{FF2B5EF4-FFF2-40B4-BE49-F238E27FC236}">
                <a16:creationId xmlns:a16="http://schemas.microsoft.com/office/drawing/2014/main" id="{C3EE6132-A127-97F5-B324-C93AEFC9A8A0}"/>
              </a:ext>
            </a:extLst>
          </p:cNvPr>
          <p:cNvSpPr>
            <a:spLocks noGrp="1"/>
          </p:cNvSpPr>
          <p:nvPr/>
        </p:nvSpPr>
        <p:spPr>
          <a:xfrm flipH="1">
            <a:off x="2927560" y="365124"/>
            <a:ext cx="2672940" cy="2003405"/>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rotWithShape="1">
            <a:gsLst>
              <a:gs pos="100000">
                <a:schemeClr val="bg1">
                  <a:alpha val="3000"/>
                </a:schemeClr>
              </a:gs>
              <a:gs pos="0">
                <a:srgbClr val="4BA3C7">
                  <a:alpha val="14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1" name="Forma Livre: Forma 40">
            <a:extLst>
              <a:ext uri="{FF2B5EF4-FFF2-40B4-BE49-F238E27FC236}">
                <a16:creationId xmlns:a16="http://schemas.microsoft.com/office/drawing/2014/main" id="{A26EB523-A67F-72BB-7711-F37EFDA1D98A}"/>
              </a:ext>
            </a:extLst>
          </p:cNvPr>
          <p:cNvSpPr>
            <a:spLocks noGrp="1"/>
          </p:cNvSpPr>
          <p:nvPr/>
        </p:nvSpPr>
        <p:spPr>
          <a:xfrm flipH="1">
            <a:off x="3360671" y="600157"/>
            <a:ext cx="2371250" cy="1777283"/>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rotWithShape="1">
            <a:gsLst>
              <a:gs pos="100000">
                <a:schemeClr val="bg1">
                  <a:alpha val="3000"/>
                </a:schemeClr>
              </a:gs>
              <a:gs pos="0">
                <a:srgbClr val="4BA3C7">
                  <a:alpha val="14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2" name="Conector reto 41">
            <a:extLst>
              <a:ext uri="{FF2B5EF4-FFF2-40B4-BE49-F238E27FC236}">
                <a16:creationId xmlns:a16="http://schemas.microsoft.com/office/drawing/2014/main" id="{58C309CB-0D32-480E-B34A-94714BB72777}"/>
              </a:ext>
            </a:extLst>
          </p:cNvPr>
          <p:cNvSpPr>
            <a:spLocks noGrp="1"/>
          </p:cNvSpPr>
          <p:nvPr/>
        </p:nvSpPr>
        <p:spPr>
          <a:xfrm flipV="1">
            <a:off x="2723164" y="1455778"/>
            <a:ext cx="697946" cy="697946"/>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sp>
      <p:sp>
        <p:nvSpPr>
          <p:cNvPr id="43" name="Retângulo 42">
            <a:extLst>
              <a:ext uri="{FF2B5EF4-FFF2-40B4-BE49-F238E27FC236}">
                <a16:creationId xmlns:a16="http://schemas.microsoft.com/office/drawing/2014/main" id="{7CACF285-9527-458F-E910-F45BF1FE4CA0}"/>
              </a:ext>
            </a:extLst>
          </p:cNvPr>
          <p:cNvSpPr>
            <a:spLocks noGrp="1"/>
          </p:cNvSpPr>
          <p:nvPr/>
        </p:nvSpPr>
        <p:spPr>
          <a:xfrm>
            <a:off x="5912644" y="4473417"/>
            <a:ext cx="5914231" cy="78000"/>
          </a:xfrm>
          <a:prstGeom prst="rect">
            <a:avLst/>
          </a:prstGeom>
          <a:solidFill>
            <a:srgbClr val="4BA3C7"/>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4" name="Forma Livre: Forma 43">
            <a:extLst>
              <a:ext uri="{FF2B5EF4-FFF2-40B4-BE49-F238E27FC236}">
                <a16:creationId xmlns:a16="http://schemas.microsoft.com/office/drawing/2014/main" id="{432BE317-1EE9-54E1-EEB5-0B7B594E4182}"/>
              </a:ext>
            </a:extLst>
          </p:cNvPr>
          <p:cNvSpPr>
            <a:spLocks noGrp="1"/>
          </p:cNvSpPr>
          <p:nvPr/>
        </p:nvSpPr>
        <p:spPr>
          <a:xfrm rot="16200000">
            <a:off x="8682305" y="1329444"/>
            <a:ext cx="3135292" cy="3147212"/>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6" name="Forma Livre: Forma 45">
            <a:extLst>
              <a:ext uri="{FF2B5EF4-FFF2-40B4-BE49-F238E27FC236}">
                <a16:creationId xmlns:a16="http://schemas.microsoft.com/office/drawing/2014/main" id="{5016AB37-40D4-075B-B8D8-13CEE1BD66FC}"/>
              </a:ext>
            </a:extLst>
          </p:cNvPr>
          <p:cNvSpPr>
            <a:spLocks noGrp="1"/>
          </p:cNvSpPr>
          <p:nvPr/>
        </p:nvSpPr>
        <p:spPr>
          <a:xfrm flipH="1">
            <a:off x="7918754" y="4531010"/>
            <a:ext cx="2774647" cy="2079636"/>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7" name="Forma Livre: Forma 46">
            <a:extLst>
              <a:ext uri="{FF2B5EF4-FFF2-40B4-BE49-F238E27FC236}">
                <a16:creationId xmlns:a16="http://schemas.microsoft.com/office/drawing/2014/main" id="{4D40EB62-BD0E-102C-3FB0-DF71C938A5F0}"/>
              </a:ext>
            </a:extLst>
          </p:cNvPr>
          <p:cNvSpPr>
            <a:spLocks noGrp="1"/>
          </p:cNvSpPr>
          <p:nvPr/>
        </p:nvSpPr>
        <p:spPr>
          <a:xfrm flipH="1">
            <a:off x="7564112" y="4552338"/>
            <a:ext cx="2903299" cy="2176062"/>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8" name="Forma Livre: Forma 47">
            <a:extLst>
              <a:ext uri="{FF2B5EF4-FFF2-40B4-BE49-F238E27FC236}">
                <a16:creationId xmlns:a16="http://schemas.microsoft.com/office/drawing/2014/main" id="{EA8299C6-A081-9D82-07AF-3DD67E5A307F}"/>
              </a:ext>
            </a:extLst>
          </p:cNvPr>
          <p:cNvSpPr>
            <a:spLocks noGrp="1"/>
          </p:cNvSpPr>
          <p:nvPr/>
        </p:nvSpPr>
        <p:spPr>
          <a:xfrm rot="16200000">
            <a:off x="10695549" y="1325003"/>
            <a:ext cx="1129477" cy="1133771"/>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4" name="Espaço Reservado para Imagem 63">
            <a:extLst>
              <a:ext uri="{FF2B5EF4-FFF2-40B4-BE49-F238E27FC236}">
                <a16:creationId xmlns:a16="http://schemas.microsoft.com/office/drawing/2014/main" id="{0E3172E3-5649-6AFD-084B-37DD4A1C617C}"/>
              </a:ext>
            </a:extLst>
          </p:cNvPr>
          <p:cNvSpPr>
            <a:spLocks noGrp="1"/>
          </p:cNvSpPr>
          <p:nvPr>
            <p:ph type="pic" idx="10"/>
          </p:nvPr>
        </p:nvSpPr>
        <p:spPr>
          <a:xfrm>
            <a:off x="5913120" y="1335088"/>
            <a:ext cx="5907405" cy="3135312"/>
          </a:xfrm>
          <a:custGeom>
            <a:avLst/>
            <a:gdLst>
              <a:gd name="connsiteX0" fmla="*/ 3613012 w 5907405"/>
              <a:gd name="connsiteY0" fmla="*/ 2326915 h 3135312"/>
              <a:gd name="connsiteX1" fmla="*/ 2938564 w 5907405"/>
              <a:gd name="connsiteY1" fmla="*/ 3001364 h 3135312"/>
              <a:gd name="connsiteX2" fmla="*/ 2941110 w 5907405"/>
              <a:gd name="connsiteY2" fmla="*/ 3003909 h 3135312"/>
              <a:gd name="connsiteX3" fmla="*/ 3615558 w 5907405"/>
              <a:gd name="connsiteY3" fmla="*/ 2329461 h 3135312"/>
              <a:gd name="connsiteX4" fmla="*/ 3464422 w 5907405"/>
              <a:gd name="connsiteY4" fmla="*/ 1883590 h 3135312"/>
              <a:gd name="connsiteX5" fmla="*/ 2789974 w 5907405"/>
              <a:gd name="connsiteY5" fmla="*/ 2558039 h 3135312"/>
              <a:gd name="connsiteX6" fmla="*/ 2792520 w 5907405"/>
              <a:gd name="connsiteY6" fmla="*/ 2560584 h 3135312"/>
              <a:gd name="connsiteX7" fmla="*/ 3466968 w 5907405"/>
              <a:gd name="connsiteY7" fmla="*/ 1886136 h 3135312"/>
              <a:gd name="connsiteX8" fmla="*/ 5092326 w 5907405"/>
              <a:gd name="connsiteY8" fmla="*/ 1682330 h 3135312"/>
              <a:gd name="connsiteX9" fmla="*/ 3913667 w 5907405"/>
              <a:gd name="connsiteY9" fmla="*/ 2860988 h 3135312"/>
              <a:gd name="connsiteX10" fmla="*/ 3916212 w 5907405"/>
              <a:gd name="connsiteY10" fmla="*/ 2863534 h 3135312"/>
              <a:gd name="connsiteX11" fmla="*/ 5094871 w 5907405"/>
              <a:gd name="connsiteY11" fmla="*/ 1684875 h 3135312"/>
              <a:gd name="connsiteX12" fmla="*/ 5092326 w 5907405"/>
              <a:gd name="connsiteY12" fmla="*/ 421589 h 3135312"/>
              <a:gd name="connsiteX13" fmla="*/ 4417878 w 5907405"/>
              <a:gd name="connsiteY13" fmla="*/ 1096038 h 3135312"/>
              <a:gd name="connsiteX14" fmla="*/ 4420424 w 5907405"/>
              <a:gd name="connsiteY14" fmla="*/ 1098583 h 3135312"/>
              <a:gd name="connsiteX15" fmla="*/ 5094872 w 5907405"/>
              <a:gd name="connsiteY15" fmla="*/ 424135 h 3135312"/>
              <a:gd name="connsiteX16" fmla="*/ 0 w 5907405"/>
              <a:gd name="connsiteY16" fmla="*/ 0 h 3135312"/>
              <a:gd name="connsiteX17" fmla="*/ 5907405 w 5907405"/>
              <a:gd name="connsiteY17" fmla="*/ 0 h 3135312"/>
              <a:gd name="connsiteX18" fmla="*/ 5907405 w 5907405"/>
              <a:gd name="connsiteY18" fmla="*/ 3135312 h 3135312"/>
              <a:gd name="connsiteX19" fmla="*/ 0 w 5907405"/>
              <a:gd name="connsiteY19" fmla="*/ 3135312 h 3135312"/>
            </a:gdLst>
            <a:ahLst/>
            <a:cxnLst/>
            <a:rect l="l" t="t" r="r" b="b"/>
            <a:pathLst>
              <a:path w="5907405" h="3135312">
                <a:moveTo>
                  <a:pt x="3613012" y="2326915"/>
                </a:moveTo>
                <a:lnTo>
                  <a:pt x="2938564" y="3001364"/>
                </a:lnTo>
                <a:lnTo>
                  <a:pt x="2941110" y="3003909"/>
                </a:lnTo>
                <a:lnTo>
                  <a:pt x="3615558" y="2329461"/>
                </a:lnTo>
                <a:close/>
                <a:moveTo>
                  <a:pt x="3464422" y="1883590"/>
                </a:moveTo>
                <a:lnTo>
                  <a:pt x="2789974" y="2558039"/>
                </a:lnTo>
                <a:lnTo>
                  <a:pt x="2792520" y="2560584"/>
                </a:lnTo>
                <a:lnTo>
                  <a:pt x="3466968" y="1886136"/>
                </a:lnTo>
                <a:close/>
                <a:moveTo>
                  <a:pt x="5092326" y="1682330"/>
                </a:moveTo>
                <a:lnTo>
                  <a:pt x="3913667" y="2860988"/>
                </a:lnTo>
                <a:lnTo>
                  <a:pt x="3916212" y="2863534"/>
                </a:lnTo>
                <a:lnTo>
                  <a:pt x="5094871" y="1684875"/>
                </a:lnTo>
                <a:close/>
                <a:moveTo>
                  <a:pt x="5092326" y="421589"/>
                </a:moveTo>
                <a:lnTo>
                  <a:pt x="4417878" y="1096038"/>
                </a:lnTo>
                <a:lnTo>
                  <a:pt x="4420424" y="1098583"/>
                </a:lnTo>
                <a:lnTo>
                  <a:pt x="5094872" y="424135"/>
                </a:lnTo>
                <a:close/>
                <a:moveTo>
                  <a:pt x="0" y="0"/>
                </a:moveTo>
                <a:lnTo>
                  <a:pt x="5907405" y="0"/>
                </a:lnTo>
                <a:lnTo>
                  <a:pt x="5907405" y="3135312"/>
                </a:lnTo>
                <a:lnTo>
                  <a:pt x="0" y="3135312"/>
                </a:lnTo>
                <a:close/>
              </a:path>
            </a:pathLst>
          </a:custGeom>
        </p:spPr>
        <p:txBody>
          <a:bodyPr wrap="square">
            <a:noAutofit/>
          </a:bodyPr>
          <a:lstStyle>
            <a:lvl1pPr marL="0" indent="0" algn="ctr">
              <a:buNone/>
              <a:defRPr sz="1200"/>
            </a:lvl1pPr>
          </a:lstStyle>
          <a:p>
            <a:endParaRPr/>
          </a:p>
        </p:txBody>
      </p:sp>
      <p:sp>
        <p:nvSpPr>
          <p:cNvPr id="51" name="Espaço Reservado para Texto 29">
            <a:extLst>
              <a:ext uri="{FF2B5EF4-FFF2-40B4-BE49-F238E27FC236}">
                <a16:creationId xmlns:a16="http://schemas.microsoft.com/office/drawing/2014/main" id="{FFF117DF-F6B0-B6BB-AD52-62517D1B306F}"/>
              </a:ext>
            </a:extLst>
          </p:cNvPr>
          <p:cNvSpPr>
            <a:spLocks noGrp="1"/>
          </p:cNvSpPr>
          <p:nvPr>
            <p:ph type="body" idx="11" hasCustomPrompt="1"/>
          </p:nvPr>
        </p:nvSpPr>
        <p:spPr>
          <a:xfrm>
            <a:off x="740727" y="3804217"/>
            <a:ext cx="4970463" cy="615553"/>
          </a:xfrm>
        </p:spPr>
        <p:txBody>
          <a:bodyPr wrap="square" lIns="0" tIns="0" rIns="0" bIns="0" anchor="b">
            <a:spAutoFit/>
          </a:bodyPr>
          <a:lstStyle>
            <a:lvl1pPr marL="0" indent="0">
              <a:lnSpc>
                <a:spcPct val="100000"/>
              </a:lnSpc>
              <a:spcBef>
                <a:spcPts val="0"/>
              </a:spcBef>
              <a:buNone/>
              <a:defRPr sz="2000" cap="all" baseline="0"/>
            </a:lvl1pPr>
            <a:lvl2pPr marL="457200" indent="0">
              <a:buNone/>
              <a:defRPr/>
            </a:lvl2pPr>
          </a:lstStyle>
          <a:p>
            <a:pPr>
              <a:buNone/>
            </a:pPr>
            <a:r>
              <a:t>Clique para editar </a:t>
            </a:r>
            <a:br/>
            <a:r>
              <a:t>os estilos de texto Mestres</a:t>
            </a:r>
          </a:p>
        </p:txBody>
      </p:sp>
      <p:sp>
        <p:nvSpPr>
          <p:cNvPr id="52" name="Espaço Reservado para Texto 29">
            <a:extLst>
              <a:ext uri="{FF2B5EF4-FFF2-40B4-BE49-F238E27FC236}">
                <a16:creationId xmlns:a16="http://schemas.microsoft.com/office/drawing/2014/main" id="{E8CD2D87-078F-C9E6-2767-93F54E412E7D}"/>
              </a:ext>
            </a:extLst>
          </p:cNvPr>
          <p:cNvSpPr>
            <a:spLocks noGrp="1"/>
          </p:cNvSpPr>
          <p:nvPr>
            <p:ph type="body" idx="12" hasCustomPrompt="1"/>
          </p:nvPr>
        </p:nvSpPr>
        <p:spPr>
          <a:xfrm>
            <a:off x="740727" y="4626257"/>
            <a:ext cx="4970463" cy="430887"/>
          </a:xfrm>
        </p:spPr>
        <p:txBody>
          <a:bodyPr lIns="0" tIns="0" rIns="0" bIns="0" anchor="t">
            <a:spAutoFit/>
          </a:bodyPr>
          <a:lstStyle>
            <a:lvl1pPr marL="0" indent="0">
              <a:lnSpc>
                <a:spcPct val="100000"/>
              </a:lnSpc>
              <a:spcBef>
                <a:spcPts val="0"/>
              </a:spcBef>
              <a:buNone/>
              <a:defRPr sz="1400" cap="none" baseline="0">
                <a:solidFill>
                  <a:srgbClr val="69758F"/>
                </a:solidFill>
              </a:defRPr>
            </a:lvl1pPr>
            <a:lvl2pPr marL="457200" indent="0">
              <a:buNone/>
              <a:defRPr/>
            </a:lvl2pPr>
          </a:lstStyle>
          <a:p>
            <a:pPr>
              <a:buNone/>
            </a:pPr>
            <a:r>
              <a:t>Clique para editar </a:t>
            </a:r>
            <a:br/>
            <a:r>
              <a:t>os estilos de texto Mestres</a:t>
            </a:r>
          </a:p>
        </p:txBody>
      </p:sp>
      <p:sp>
        <p:nvSpPr>
          <p:cNvPr id="54" name="Retângulo 53">
            <a:extLst>
              <a:ext uri="{FF2B5EF4-FFF2-40B4-BE49-F238E27FC236}">
                <a16:creationId xmlns:a16="http://schemas.microsoft.com/office/drawing/2014/main" id="{80E344DB-15AA-C8B9-3FCC-A5F7361BFCD4}"/>
              </a:ext>
            </a:extLst>
          </p:cNvPr>
          <p:cNvSpPr>
            <a:spLocks noGrp="1"/>
          </p:cNvSpPr>
          <p:nvPr/>
        </p:nvSpPr>
        <p:spPr>
          <a:xfrm>
            <a:off x="739140" y="4473417"/>
            <a:ext cx="779827" cy="78000"/>
          </a:xfrm>
          <a:prstGeom prst="rect">
            <a:avLst/>
          </a:prstGeom>
          <a:solidFill>
            <a:srgbClr val="4BA3C7"/>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88" name="Imagem 1"/>
          <p:cNvPicPr>
            <a:picLocks noChangeAspect="1"/>
          </p:cNvPicPr>
          <p:nvPr/>
        </p:nvPicPr>
        <p:blipFill>
          <a:blip r:embed="rId2"/>
          <a:stretch>
            <a:fillRect/>
          </a:stretch>
        </p:blipFill>
        <p:spPr>
          <a:xfrm>
            <a:off x="739140" y="668426"/>
            <a:ext cx="1461600" cy="666662"/>
          </a:xfrm>
          <a:prstGeom prst="rect">
            <a:avLst/>
          </a:prstGeom>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7_Layout Personalizado">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1384837C-8ACE-352D-BFA1-556C39F72480}"/>
              </a:ext>
            </a:extLst>
          </p:cNvPr>
          <p:cNvSpPr>
            <a:spLocks noGrp="1"/>
          </p:cNvSpPr>
          <p:nvPr/>
        </p:nvSpPr>
        <p:spPr>
          <a:xfrm>
            <a:off x="365125" y="365124"/>
            <a:ext cx="11455400" cy="6134736"/>
          </a:xfrm>
          <a:prstGeom prst="rect">
            <a:avLst/>
          </a:prstGeom>
          <a:solidFill>
            <a:srgbClr val="F2F2F2">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Forma Livre: Forma 7">
            <a:extLst>
              <a:ext uri="{FF2B5EF4-FFF2-40B4-BE49-F238E27FC236}">
                <a16:creationId xmlns:a16="http://schemas.microsoft.com/office/drawing/2014/main" id="{E0898596-799D-DD65-4DE3-DA76EB1C53FB}"/>
              </a:ext>
            </a:extLst>
          </p:cNvPr>
          <p:cNvSpPr>
            <a:spLocks noGrp="1"/>
          </p:cNvSpPr>
          <p:nvPr/>
        </p:nvSpPr>
        <p:spPr>
          <a:xfrm>
            <a:off x="9822180" y="2476500"/>
            <a:ext cx="2004060" cy="2011680"/>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Forma Livre: Forma 8">
            <a:extLst>
              <a:ext uri="{FF2B5EF4-FFF2-40B4-BE49-F238E27FC236}">
                <a16:creationId xmlns:a16="http://schemas.microsoft.com/office/drawing/2014/main" id="{4E5886E6-71C6-094F-DA95-66CF57306627}"/>
              </a:ext>
            </a:extLst>
          </p:cNvPr>
          <p:cNvSpPr>
            <a:spLocks noGrp="1"/>
          </p:cNvSpPr>
          <p:nvPr/>
        </p:nvSpPr>
        <p:spPr>
          <a:xfrm>
            <a:off x="10226040" y="2880013"/>
            <a:ext cx="1594485" cy="1600547"/>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Conector reto 9">
            <a:extLst>
              <a:ext uri="{FF2B5EF4-FFF2-40B4-BE49-F238E27FC236}">
                <a16:creationId xmlns:a16="http://schemas.microsoft.com/office/drawing/2014/main" id="{F13F4A47-88A3-47B3-87E8-00457863D651}"/>
              </a:ext>
            </a:extLst>
          </p:cNvPr>
          <p:cNvSpPr>
            <a:spLocks noGrp="1"/>
          </p:cNvSpPr>
          <p:nvPr/>
        </p:nvSpPr>
        <p:spPr>
          <a:xfrm flipV="1">
            <a:off x="9928860" y="2613660"/>
            <a:ext cx="1447800" cy="144780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sp>
      <p:sp>
        <p:nvSpPr>
          <p:cNvPr id="11" name="Conector reto 10">
            <a:extLst>
              <a:ext uri="{FF2B5EF4-FFF2-40B4-BE49-F238E27FC236}">
                <a16:creationId xmlns:a16="http://schemas.microsoft.com/office/drawing/2014/main" id="{535203AC-CF95-4A18-8EBA-F6F8F426FC0F}"/>
              </a:ext>
            </a:extLst>
          </p:cNvPr>
          <p:cNvSpPr>
            <a:spLocks noGrp="1"/>
          </p:cNvSpPr>
          <p:nvPr/>
        </p:nvSpPr>
        <p:spPr>
          <a:xfrm flipV="1">
            <a:off x="8629650" y="2956386"/>
            <a:ext cx="1447800" cy="144780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sp>
      <p:sp>
        <p:nvSpPr>
          <p:cNvPr id="12" name="Conector reto 11">
            <a:extLst>
              <a:ext uri="{FF2B5EF4-FFF2-40B4-BE49-F238E27FC236}">
                <a16:creationId xmlns:a16="http://schemas.microsoft.com/office/drawing/2014/main" id="{5CC45DF1-1C0B-4385-8AC6-EDB544BB5094}"/>
              </a:ext>
            </a:extLst>
          </p:cNvPr>
          <p:cNvSpPr>
            <a:spLocks noGrp="1"/>
          </p:cNvSpPr>
          <p:nvPr/>
        </p:nvSpPr>
        <p:spPr>
          <a:xfrm flipV="1">
            <a:off x="11023282" y="3797936"/>
            <a:ext cx="615632" cy="615632"/>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sp>
      <p:sp>
        <p:nvSpPr>
          <p:cNvPr id="34" name="Conector reto 33">
            <a:extLst>
              <a:ext uri="{FF2B5EF4-FFF2-40B4-BE49-F238E27FC236}">
                <a16:creationId xmlns:a16="http://schemas.microsoft.com/office/drawing/2014/main" id="{7AA14BCE-023E-4824-AAC1-889BAC1E5B94}"/>
              </a:ext>
            </a:extLst>
          </p:cNvPr>
          <p:cNvSpPr>
            <a:spLocks noGrp="1"/>
          </p:cNvSpPr>
          <p:nvPr/>
        </p:nvSpPr>
        <p:spPr>
          <a:xfrm flipV="1">
            <a:off x="3605841" y="4000500"/>
            <a:ext cx="1447800" cy="1447800"/>
          </a:xfrm>
          <a:prstGeom prst="line">
            <a:avLst/>
          </a:prstGeom>
          <a:ln w="3175">
            <a:solidFill>
              <a:srgbClr val="F1E1E2"/>
            </a:solidFill>
          </a:ln>
        </p:spPr>
        <p:style>
          <a:lnRef idx="1">
            <a:schemeClr val="accent1"/>
          </a:lnRef>
          <a:fillRef idx="0">
            <a:schemeClr val="accent1"/>
          </a:fillRef>
          <a:effectRef idx="0">
            <a:schemeClr val="accent1"/>
          </a:effectRef>
          <a:fontRef idx="minor">
            <a:schemeClr val="tx1"/>
          </a:fontRef>
        </p:style>
      </p:sp>
      <p:sp>
        <p:nvSpPr>
          <p:cNvPr id="35" name="Conector reto 34">
            <a:extLst>
              <a:ext uri="{FF2B5EF4-FFF2-40B4-BE49-F238E27FC236}">
                <a16:creationId xmlns:a16="http://schemas.microsoft.com/office/drawing/2014/main" id="{9CF553BA-FE04-420F-890A-EE27EEB2B3A5}"/>
              </a:ext>
            </a:extLst>
          </p:cNvPr>
          <p:cNvSpPr>
            <a:spLocks noGrp="1"/>
          </p:cNvSpPr>
          <p:nvPr/>
        </p:nvSpPr>
        <p:spPr>
          <a:xfrm flipV="1">
            <a:off x="4138165" y="1699857"/>
            <a:ext cx="1447800" cy="1447800"/>
          </a:xfrm>
          <a:prstGeom prst="line">
            <a:avLst/>
          </a:prstGeom>
          <a:ln w="3175">
            <a:solidFill>
              <a:srgbClr val="F1E1E2"/>
            </a:solidFill>
          </a:ln>
        </p:spPr>
        <p:style>
          <a:lnRef idx="1">
            <a:schemeClr val="accent1"/>
          </a:lnRef>
          <a:fillRef idx="0">
            <a:schemeClr val="accent1"/>
          </a:fillRef>
          <a:effectRef idx="0">
            <a:schemeClr val="accent1"/>
          </a:effectRef>
          <a:fontRef idx="minor">
            <a:schemeClr val="tx1"/>
          </a:fontRef>
        </p:style>
      </p:sp>
      <p:sp>
        <p:nvSpPr>
          <p:cNvPr id="37" name="Forma Livre: Forma 36">
            <a:extLst>
              <a:ext uri="{FF2B5EF4-FFF2-40B4-BE49-F238E27FC236}">
                <a16:creationId xmlns:a16="http://schemas.microsoft.com/office/drawing/2014/main" id="{E112C766-A728-8457-D31F-3162319711E5}"/>
              </a:ext>
            </a:extLst>
          </p:cNvPr>
          <p:cNvSpPr>
            <a:spLocks noGrp="1"/>
          </p:cNvSpPr>
          <p:nvPr/>
        </p:nvSpPr>
        <p:spPr>
          <a:xfrm flipH="1">
            <a:off x="5483502" y="4480560"/>
            <a:ext cx="2672940" cy="2003405"/>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rotWithShape="1">
            <a:gsLst>
              <a:gs pos="100000">
                <a:schemeClr val="bg1">
                  <a:alpha val="3000"/>
                </a:schemeClr>
              </a:gs>
              <a:gs pos="0">
                <a:srgbClr val="82ADA9">
                  <a:alpha val="27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38" name="Forma Livre: Forma 37">
            <a:extLst>
              <a:ext uri="{FF2B5EF4-FFF2-40B4-BE49-F238E27FC236}">
                <a16:creationId xmlns:a16="http://schemas.microsoft.com/office/drawing/2014/main" id="{37CE2F21-014B-E961-8F8A-8183B8B9898D}"/>
              </a:ext>
            </a:extLst>
          </p:cNvPr>
          <p:cNvSpPr>
            <a:spLocks noGrp="1"/>
          </p:cNvSpPr>
          <p:nvPr/>
        </p:nvSpPr>
        <p:spPr>
          <a:xfrm flipH="1">
            <a:off x="5916613" y="4715593"/>
            <a:ext cx="2371250" cy="1777283"/>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rotWithShape="1">
            <a:gsLst>
              <a:gs pos="100000">
                <a:schemeClr val="bg1">
                  <a:alpha val="3000"/>
                </a:schemeClr>
              </a:gs>
              <a:gs pos="0">
                <a:srgbClr val="82ADA9">
                  <a:alpha val="27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0" name="Forma Livre: Forma 39">
            <a:extLst>
              <a:ext uri="{FF2B5EF4-FFF2-40B4-BE49-F238E27FC236}">
                <a16:creationId xmlns:a16="http://schemas.microsoft.com/office/drawing/2014/main" id="{C3EE6132-A127-97F5-B324-C93AEFC9A8A0}"/>
              </a:ext>
            </a:extLst>
          </p:cNvPr>
          <p:cNvSpPr>
            <a:spLocks noGrp="1"/>
          </p:cNvSpPr>
          <p:nvPr/>
        </p:nvSpPr>
        <p:spPr>
          <a:xfrm flipH="1">
            <a:off x="2927560" y="365124"/>
            <a:ext cx="2672940" cy="2003405"/>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rotWithShape="1">
            <a:gsLst>
              <a:gs pos="100000">
                <a:schemeClr val="bg1">
                  <a:alpha val="3000"/>
                </a:schemeClr>
              </a:gs>
              <a:gs pos="0">
                <a:srgbClr val="82ADA9">
                  <a:alpha val="27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1" name="Forma Livre: Forma 40">
            <a:extLst>
              <a:ext uri="{FF2B5EF4-FFF2-40B4-BE49-F238E27FC236}">
                <a16:creationId xmlns:a16="http://schemas.microsoft.com/office/drawing/2014/main" id="{A26EB523-A67F-72BB-7711-F37EFDA1D98A}"/>
              </a:ext>
            </a:extLst>
          </p:cNvPr>
          <p:cNvSpPr>
            <a:spLocks noGrp="1"/>
          </p:cNvSpPr>
          <p:nvPr/>
        </p:nvSpPr>
        <p:spPr>
          <a:xfrm flipH="1">
            <a:off x="3360671" y="600157"/>
            <a:ext cx="2371250" cy="1777283"/>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rotWithShape="1">
            <a:gsLst>
              <a:gs pos="100000">
                <a:schemeClr val="bg1">
                  <a:alpha val="3000"/>
                </a:schemeClr>
              </a:gs>
              <a:gs pos="0">
                <a:srgbClr val="82ADA9">
                  <a:alpha val="27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2" name="Conector reto 41">
            <a:extLst>
              <a:ext uri="{FF2B5EF4-FFF2-40B4-BE49-F238E27FC236}">
                <a16:creationId xmlns:a16="http://schemas.microsoft.com/office/drawing/2014/main" id="{7A16AC22-E52A-4218-AD08-66131F84F8C9}"/>
              </a:ext>
            </a:extLst>
          </p:cNvPr>
          <p:cNvSpPr>
            <a:spLocks noGrp="1"/>
          </p:cNvSpPr>
          <p:nvPr/>
        </p:nvSpPr>
        <p:spPr>
          <a:xfrm flipV="1">
            <a:off x="2723164" y="1455778"/>
            <a:ext cx="697946" cy="697946"/>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sp>
      <p:sp>
        <p:nvSpPr>
          <p:cNvPr id="43" name="Retângulo 42">
            <a:extLst>
              <a:ext uri="{FF2B5EF4-FFF2-40B4-BE49-F238E27FC236}">
                <a16:creationId xmlns:a16="http://schemas.microsoft.com/office/drawing/2014/main" id="{7CACF285-9527-458F-E910-F45BF1FE4CA0}"/>
              </a:ext>
            </a:extLst>
          </p:cNvPr>
          <p:cNvSpPr>
            <a:spLocks noGrp="1"/>
          </p:cNvSpPr>
          <p:nvPr/>
        </p:nvSpPr>
        <p:spPr>
          <a:xfrm>
            <a:off x="5912644" y="4473417"/>
            <a:ext cx="5914231" cy="78000"/>
          </a:xfrm>
          <a:prstGeom prst="rect">
            <a:avLst/>
          </a:prstGeom>
          <a:solidFill>
            <a:srgbClr val="82ADA9"/>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4" name="Forma Livre: Forma 43">
            <a:extLst>
              <a:ext uri="{FF2B5EF4-FFF2-40B4-BE49-F238E27FC236}">
                <a16:creationId xmlns:a16="http://schemas.microsoft.com/office/drawing/2014/main" id="{432BE317-1EE9-54E1-EEB5-0B7B594E4182}"/>
              </a:ext>
            </a:extLst>
          </p:cNvPr>
          <p:cNvSpPr>
            <a:spLocks noGrp="1"/>
          </p:cNvSpPr>
          <p:nvPr/>
        </p:nvSpPr>
        <p:spPr>
          <a:xfrm rot="16200000">
            <a:off x="8682305" y="1329444"/>
            <a:ext cx="3135292" cy="3147212"/>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6" name="Forma Livre: Forma 45">
            <a:extLst>
              <a:ext uri="{FF2B5EF4-FFF2-40B4-BE49-F238E27FC236}">
                <a16:creationId xmlns:a16="http://schemas.microsoft.com/office/drawing/2014/main" id="{5016AB37-40D4-075B-B8D8-13CEE1BD66FC}"/>
              </a:ext>
            </a:extLst>
          </p:cNvPr>
          <p:cNvSpPr>
            <a:spLocks noGrp="1"/>
          </p:cNvSpPr>
          <p:nvPr/>
        </p:nvSpPr>
        <p:spPr>
          <a:xfrm flipH="1">
            <a:off x="7918754" y="4531010"/>
            <a:ext cx="2774647" cy="2079636"/>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rotWithShape="1">
            <a:gsLst>
              <a:gs pos="100000">
                <a:schemeClr val="bg1">
                  <a:alpha val="3000"/>
                </a:schemeClr>
              </a:gs>
              <a:gs pos="0">
                <a:srgbClr val="82ADA9">
                  <a:alpha val="27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7" name="Forma Livre: Forma 46">
            <a:extLst>
              <a:ext uri="{FF2B5EF4-FFF2-40B4-BE49-F238E27FC236}">
                <a16:creationId xmlns:a16="http://schemas.microsoft.com/office/drawing/2014/main" id="{4D40EB62-BD0E-102C-3FB0-DF71C938A5F0}"/>
              </a:ext>
            </a:extLst>
          </p:cNvPr>
          <p:cNvSpPr>
            <a:spLocks noGrp="1"/>
          </p:cNvSpPr>
          <p:nvPr/>
        </p:nvSpPr>
        <p:spPr>
          <a:xfrm flipH="1">
            <a:off x="7564112" y="4552338"/>
            <a:ext cx="2903299" cy="2176062"/>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rotWithShape="1">
            <a:gsLst>
              <a:gs pos="100000">
                <a:schemeClr val="bg1">
                  <a:alpha val="3000"/>
                </a:schemeClr>
              </a:gs>
              <a:gs pos="0">
                <a:srgbClr val="82ADA9">
                  <a:alpha val="27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8" name="Forma Livre: Forma 47">
            <a:extLst>
              <a:ext uri="{FF2B5EF4-FFF2-40B4-BE49-F238E27FC236}">
                <a16:creationId xmlns:a16="http://schemas.microsoft.com/office/drawing/2014/main" id="{EA8299C6-A081-9D82-07AF-3DD67E5A307F}"/>
              </a:ext>
            </a:extLst>
          </p:cNvPr>
          <p:cNvSpPr>
            <a:spLocks noGrp="1"/>
          </p:cNvSpPr>
          <p:nvPr/>
        </p:nvSpPr>
        <p:spPr>
          <a:xfrm rot="16200000">
            <a:off x="10695549" y="1325003"/>
            <a:ext cx="1129477" cy="1133771"/>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4" name="Espaço Reservado para Imagem 63">
            <a:extLst>
              <a:ext uri="{FF2B5EF4-FFF2-40B4-BE49-F238E27FC236}">
                <a16:creationId xmlns:a16="http://schemas.microsoft.com/office/drawing/2014/main" id="{0E3172E3-5649-6AFD-084B-37DD4A1C617C}"/>
              </a:ext>
            </a:extLst>
          </p:cNvPr>
          <p:cNvSpPr>
            <a:spLocks noGrp="1"/>
          </p:cNvSpPr>
          <p:nvPr>
            <p:ph type="pic" idx="10"/>
          </p:nvPr>
        </p:nvSpPr>
        <p:spPr>
          <a:xfrm>
            <a:off x="5913120" y="1335088"/>
            <a:ext cx="5907405" cy="3135312"/>
          </a:xfrm>
          <a:custGeom>
            <a:avLst/>
            <a:gdLst>
              <a:gd name="connsiteX0" fmla="*/ 3613012 w 5907405"/>
              <a:gd name="connsiteY0" fmla="*/ 2326915 h 3135312"/>
              <a:gd name="connsiteX1" fmla="*/ 2938564 w 5907405"/>
              <a:gd name="connsiteY1" fmla="*/ 3001364 h 3135312"/>
              <a:gd name="connsiteX2" fmla="*/ 2941110 w 5907405"/>
              <a:gd name="connsiteY2" fmla="*/ 3003909 h 3135312"/>
              <a:gd name="connsiteX3" fmla="*/ 3615558 w 5907405"/>
              <a:gd name="connsiteY3" fmla="*/ 2329461 h 3135312"/>
              <a:gd name="connsiteX4" fmla="*/ 3464422 w 5907405"/>
              <a:gd name="connsiteY4" fmla="*/ 1883590 h 3135312"/>
              <a:gd name="connsiteX5" fmla="*/ 2789974 w 5907405"/>
              <a:gd name="connsiteY5" fmla="*/ 2558039 h 3135312"/>
              <a:gd name="connsiteX6" fmla="*/ 2792520 w 5907405"/>
              <a:gd name="connsiteY6" fmla="*/ 2560584 h 3135312"/>
              <a:gd name="connsiteX7" fmla="*/ 3466968 w 5907405"/>
              <a:gd name="connsiteY7" fmla="*/ 1886136 h 3135312"/>
              <a:gd name="connsiteX8" fmla="*/ 5092326 w 5907405"/>
              <a:gd name="connsiteY8" fmla="*/ 1682330 h 3135312"/>
              <a:gd name="connsiteX9" fmla="*/ 3913667 w 5907405"/>
              <a:gd name="connsiteY9" fmla="*/ 2860988 h 3135312"/>
              <a:gd name="connsiteX10" fmla="*/ 3916212 w 5907405"/>
              <a:gd name="connsiteY10" fmla="*/ 2863534 h 3135312"/>
              <a:gd name="connsiteX11" fmla="*/ 5094871 w 5907405"/>
              <a:gd name="connsiteY11" fmla="*/ 1684875 h 3135312"/>
              <a:gd name="connsiteX12" fmla="*/ 5092326 w 5907405"/>
              <a:gd name="connsiteY12" fmla="*/ 421589 h 3135312"/>
              <a:gd name="connsiteX13" fmla="*/ 4417878 w 5907405"/>
              <a:gd name="connsiteY13" fmla="*/ 1096038 h 3135312"/>
              <a:gd name="connsiteX14" fmla="*/ 4420424 w 5907405"/>
              <a:gd name="connsiteY14" fmla="*/ 1098583 h 3135312"/>
              <a:gd name="connsiteX15" fmla="*/ 5094872 w 5907405"/>
              <a:gd name="connsiteY15" fmla="*/ 424135 h 3135312"/>
              <a:gd name="connsiteX16" fmla="*/ 0 w 5907405"/>
              <a:gd name="connsiteY16" fmla="*/ 0 h 3135312"/>
              <a:gd name="connsiteX17" fmla="*/ 5907405 w 5907405"/>
              <a:gd name="connsiteY17" fmla="*/ 0 h 3135312"/>
              <a:gd name="connsiteX18" fmla="*/ 5907405 w 5907405"/>
              <a:gd name="connsiteY18" fmla="*/ 3135312 h 3135312"/>
              <a:gd name="connsiteX19" fmla="*/ 0 w 5907405"/>
              <a:gd name="connsiteY19" fmla="*/ 3135312 h 3135312"/>
            </a:gdLst>
            <a:ahLst/>
            <a:cxnLst/>
            <a:rect l="l" t="t" r="r" b="b"/>
            <a:pathLst>
              <a:path w="5907405" h="3135312">
                <a:moveTo>
                  <a:pt x="3613012" y="2326915"/>
                </a:moveTo>
                <a:lnTo>
                  <a:pt x="2938564" y="3001364"/>
                </a:lnTo>
                <a:lnTo>
                  <a:pt x="2941110" y="3003909"/>
                </a:lnTo>
                <a:lnTo>
                  <a:pt x="3615558" y="2329461"/>
                </a:lnTo>
                <a:close/>
                <a:moveTo>
                  <a:pt x="3464422" y="1883590"/>
                </a:moveTo>
                <a:lnTo>
                  <a:pt x="2789974" y="2558039"/>
                </a:lnTo>
                <a:lnTo>
                  <a:pt x="2792520" y="2560584"/>
                </a:lnTo>
                <a:lnTo>
                  <a:pt x="3466968" y="1886136"/>
                </a:lnTo>
                <a:close/>
                <a:moveTo>
                  <a:pt x="5092326" y="1682330"/>
                </a:moveTo>
                <a:lnTo>
                  <a:pt x="3913667" y="2860988"/>
                </a:lnTo>
                <a:lnTo>
                  <a:pt x="3916212" y="2863534"/>
                </a:lnTo>
                <a:lnTo>
                  <a:pt x="5094871" y="1684875"/>
                </a:lnTo>
                <a:close/>
                <a:moveTo>
                  <a:pt x="5092326" y="421589"/>
                </a:moveTo>
                <a:lnTo>
                  <a:pt x="4417878" y="1096038"/>
                </a:lnTo>
                <a:lnTo>
                  <a:pt x="4420424" y="1098583"/>
                </a:lnTo>
                <a:lnTo>
                  <a:pt x="5094872" y="424135"/>
                </a:lnTo>
                <a:close/>
                <a:moveTo>
                  <a:pt x="0" y="0"/>
                </a:moveTo>
                <a:lnTo>
                  <a:pt x="5907405" y="0"/>
                </a:lnTo>
                <a:lnTo>
                  <a:pt x="5907405" y="3135312"/>
                </a:lnTo>
                <a:lnTo>
                  <a:pt x="0" y="3135312"/>
                </a:lnTo>
                <a:close/>
              </a:path>
            </a:pathLst>
          </a:custGeom>
        </p:spPr>
        <p:txBody>
          <a:bodyPr wrap="square">
            <a:noAutofit/>
          </a:bodyPr>
          <a:lstStyle>
            <a:lvl1pPr marL="0" indent="0" algn="ctr">
              <a:buNone/>
              <a:defRPr sz="1200"/>
            </a:lvl1pPr>
          </a:lstStyle>
          <a:p>
            <a:endParaRPr/>
          </a:p>
        </p:txBody>
      </p:sp>
      <p:sp>
        <p:nvSpPr>
          <p:cNvPr id="51" name="Espaço Reservado para Texto 29">
            <a:extLst>
              <a:ext uri="{FF2B5EF4-FFF2-40B4-BE49-F238E27FC236}">
                <a16:creationId xmlns:a16="http://schemas.microsoft.com/office/drawing/2014/main" id="{FFF117DF-F6B0-B6BB-AD52-62517D1B306F}"/>
              </a:ext>
            </a:extLst>
          </p:cNvPr>
          <p:cNvSpPr>
            <a:spLocks noGrp="1"/>
          </p:cNvSpPr>
          <p:nvPr>
            <p:ph type="body" idx="11" hasCustomPrompt="1"/>
          </p:nvPr>
        </p:nvSpPr>
        <p:spPr>
          <a:xfrm>
            <a:off x="740727" y="3804217"/>
            <a:ext cx="4970463" cy="615553"/>
          </a:xfrm>
        </p:spPr>
        <p:txBody>
          <a:bodyPr wrap="square" lIns="0" tIns="0" rIns="0" bIns="0" anchor="b">
            <a:spAutoFit/>
          </a:bodyPr>
          <a:lstStyle>
            <a:lvl1pPr marL="0" indent="0">
              <a:lnSpc>
                <a:spcPct val="100000"/>
              </a:lnSpc>
              <a:spcBef>
                <a:spcPts val="0"/>
              </a:spcBef>
              <a:buNone/>
              <a:defRPr sz="2000" cap="all" baseline="0"/>
            </a:lvl1pPr>
            <a:lvl2pPr marL="457200" indent="0">
              <a:buNone/>
              <a:defRPr/>
            </a:lvl2pPr>
          </a:lstStyle>
          <a:p>
            <a:pPr>
              <a:buNone/>
            </a:pPr>
            <a:r>
              <a:t>Clique para editar </a:t>
            </a:r>
            <a:br/>
            <a:r>
              <a:t>os estilos de texto Mestres</a:t>
            </a:r>
          </a:p>
        </p:txBody>
      </p:sp>
      <p:sp>
        <p:nvSpPr>
          <p:cNvPr id="52" name="Espaço Reservado para Texto 29">
            <a:extLst>
              <a:ext uri="{FF2B5EF4-FFF2-40B4-BE49-F238E27FC236}">
                <a16:creationId xmlns:a16="http://schemas.microsoft.com/office/drawing/2014/main" id="{E8CD2D87-078F-C9E6-2767-93F54E412E7D}"/>
              </a:ext>
            </a:extLst>
          </p:cNvPr>
          <p:cNvSpPr>
            <a:spLocks noGrp="1"/>
          </p:cNvSpPr>
          <p:nvPr>
            <p:ph type="body" idx="12" hasCustomPrompt="1"/>
          </p:nvPr>
        </p:nvSpPr>
        <p:spPr>
          <a:xfrm>
            <a:off x="740727" y="4626257"/>
            <a:ext cx="4970463" cy="430887"/>
          </a:xfrm>
        </p:spPr>
        <p:txBody>
          <a:bodyPr lIns="0" tIns="0" rIns="0" bIns="0" anchor="t">
            <a:spAutoFit/>
          </a:bodyPr>
          <a:lstStyle>
            <a:lvl1pPr marL="0" indent="0">
              <a:lnSpc>
                <a:spcPct val="100000"/>
              </a:lnSpc>
              <a:spcBef>
                <a:spcPts val="0"/>
              </a:spcBef>
              <a:buNone/>
              <a:defRPr sz="1400" cap="none" baseline="0">
                <a:solidFill>
                  <a:srgbClr val="69758F"/>
                </a:solidFill>
              </a:defRPr>
            </a:lvl1pPr>
            <a:lvl2pPr marL="457200" indent="0">
              <a:buNone/>
              <a:defRPr/>
            </a:lvl2pPr>
          </a:lstStyle>
          <a:p>
            <a:pPr>
              <a:buNone/>
            </a:pPr>
            <a:r>
              <a:t>Clique para editar </a:t>
            </a:r>
            <a:br/>
            <a:r>
              <a:t>os estilos de texto Mestres</a:t>
            </a:r>
          </a:p>
        </p:txBody>
      </p:sp>
      <p:sp>
        <p:nvSpPr>
          <p:cNvPr id="54" name="Retângulo 53">
            <a:extLst>
              <a:ext uri="{FF2B5EF4-FFF2-40B4-BE49-F238E27FC236}">
                <a16:creationId xmlns:a16="http://schemas.microsoft.com/office/drawing/2014/main" id="{80E344DB-15AA-C8B9-3FCC-A5F7361BFCD4}"/>
              </a:ext>
            </a:extLst>
          </p:cNvPr>
          <p:cNvSpPr>
            <a:spLocks noGrp="1"/>
          </p:cNvSpPr>
          <p:nvPr/>
        </p:nvSpPr>
        <p:spPr>
          <a:xfrm>
            <a:off x="739140" y="4473417"/>
            <a:ext cx="779827" cy="78000"/>
          </a:xfrm>
          <a:prstGeom prst="rect">
            <a:avLst/>
          </a:prstGeom>
          <a:solidFill>
            <a:srgbClr val="82ADA9"/>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88" name="Imagem 1"/>
          <p:cNvPicPr>
            <a:picLocks noChangeAspect="1"/>
          </p:cNvPicPr>
          <p:nvPr/>
        </p:nvPicPr>
        <p:blipFill>
          <a:blip r:embed="rId2"/>
          <a:stretch>
            <a:fillRect/>
          </a:stretch>
        </p:blipFill>
        <p:spPr>
          <a:xfrm>
            <a:off x="739140" y="668426"/>
            <a:ext cx="1461600" cy="666662"/>
          </a:xfrm>
          <a:prstGeom prst="rect">
            <a:avLst/>
          </a:prstGeom>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8_Layout Personalizado">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1384837C-8ACE-352D-BFA1-556C39F72480}"/>
              </a:ext>
            </a:extLst>
          </p:cNvPr>
          <p:cNvSpPr>
            <a:spLocks noGrp="1"/>
          </p:cNvSpPr>
          <p:nvPr/>
        </p:nvSpPr>
        <p:spPr>
          <a:xfrm>
            <a:off x="365125" y="365124"/>
            <a:ext cx="11455400" cy="6134736"/>
          </a:xfrm>
          <a:prstGeom prst="rect">
            <a:avLst/>
          </a:prstGeom>
          <a:solidFill>
            <a:srgbClr val="F2F2F2">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Forma Livre: Forma 7">
            <a:extLst>
              <a:ext uri="{FF2B5EF4-FFF2-40B4-BE49-F238E27FC236}">
                <a16:creationId xmlns:a16="http://schemas.microsoft.com/office/drawing/2014/main" id="{E0898596-799D-DD65-4DE3-DA76EB1C53FB}"/>
              </a:ext>
            </a:extLst>
          </p:cNvPr>
          <p:cNvSpPr>
            <a:spLocks noGrp="1"/>
          </p:cNvSpPr>
          <p:nvPr/>
        </p:nvSpPr>
        <p:spPr>
          <a:xfrm>
            <a:off x="9822180" y="2476500"/>
            <a:ext cx="2004060" cy="2011680"/>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Forma Livre: Forma 8">
            <a:extLst>
              <a:ext uri="{FF2B5EF4-FFF2-40B4-BE49-F238E27FC236}">
                <a16:creationId xmlns:a16="http://schemas.microsoft.com/office/drawing/2014/main" id="{4E5886E6-71C6-094F-DA95-66CF57306627}"/>
              </a:ext>
            </a:extLst>
          </p:cNvPr>
          <p:cNvSpPr>
            <a:spLocks noGrp="1"/>
          </p:cNvSpPr>
          <p:nvPr/>
        </p:nvSpPr>
        <p:spPr>
          <a:xfrm>
            <a:off x="10226040" y="2880013"/>
            <a:ext cx="1594485" cy="1600547"/>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Conector reto 9">
            <a:extLst>
              <a:ext uri="{FF2B5EF4-FFF2-40B4-BE49-F238E27FC236}">
                <a16:creationId xmlns:a16="http://schemas.microsoft.com/office/drawing/2014/main" id="{12CB7C6B-017C-4797-B024-F5BFD71596F9}"/>
              </a:ext>
            </a:extLst>
          </p:cNvPr>
          <p:cNvSpPr>
            <a:spLocks noGrp="1"/>
          </p:cNvSpPr>
          <p:nvPr/>
        </p:nvSpPr>
        <p:spPr>
          <a:xfrm flipV="1">
            <a:off x="9928860" y="2613660"/>
            <a:ext cx="1447800" cy="144780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sp>
      <p:sp>
        <p:nvSpPr>
          <p:cNvPr id="11" name="Conector reto 10">
            <a:extLst>
              <a:ext uri="{FF2B5EF4-FFF2-40B4-BE49-F238E27FC236}">
                <a16:creationId xmlns:a16="http://schemas.microsoft.com/office/drawing/2014/main" id="{37B2E74D-AAD1-4359-A2A0-E1051A2A641D}"/>
              </a:ext>
            </a:extLst>
          </p:cNvPr>
          <p:cNvSpPr>
            <a:spLocks noGrp="1"/>
          </p:cNvSpPr>
          <p:nvPr/>
        </p:nvSpPr>
        <p:spPr>
          <a:xfrm flipV="1">
            <a:off x="8629650" y="2956386"/>
            <a:ext cx="1447800" cy="144780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sp>
      <p:sp>
        <p:nvSpPr>
          <p:cNvPr id="12" name="Conector reto 11">
            <a:extLst>
              <a:ext uri="{FF2B5EF4-FFF2-40B4-BE49-F238E27FC236}">
                <a16:creationId xmlns:a16="http://schemas.microsoft.com/office/drawing/2014/main" id="{434866EA-35DE-4018-BD3C-518117652E9E}"/>
              </a:ext>
            </a:extLst>
          </p:cNvPr>
          <p:cNvSpPr>
            <a:spLocks noGrp="1"/>
          </p:cNvSpPr>
          <p:nvPr/>
        </p:nvSpPr>
        <p:spPr>
          <a:xfrm flipV="1">
            <a:off x="11023282" y="3797936"/>
            <a:ext cx="615632" cy="615632"/>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sp>
      <p:sp>
        <p:nvSpPr>
          <p:cNvPr id="34" name="Conector reto 33">
            <a:extLst>
              <a:ext uri="{FF2B5EF4-FFF2-40B4-BE49-F238E27FC236}">
                <a16:creationId xmlns:a16="http://schemas.microsoft.com/office/drawing/2014/main" id="{BE3C8D2C-FF45-45C7-BAD0-6F198BCA06F8}"/>
              </a:ext>
            </a:extLst>
          </p:cNvPr>
          <p:cNvSpPr>
            <a:spLocks noGrp="1"/>
          </p:cNvSpPr>
          <p:nvPr/>
        </p:nvSpPr>
        <p:spPr>
          <a:xfrm flipV="1">
            <a:off x="3605841" y="4000500"/>
            <a:ext cx="1447800" cy="1447800"/>
          </a:xfrm>
          <a:prstGeom prst="line">
            <a:avLst/>
          </a:prstGeom>
          <a:ln w="3175">
            <a:solidFill>
              <a:srgbClr val="F1E1E2"/>
            </a:solidFill>
          </a:ln>
        </p:spPr>
        <p:style>
          <a:lnRef idx="1">
            <a:schemeClr val="accent1"/>
          </a:lnRef>
          <a:fillRef idx="0">
            <a:schemeClr val="accent1"/>
          </a:fillRef>
          <a:effectRef idx="0">
            <a:schemeClr val="accent1"/>
          </a:effectRef>
          <a:fontRef idx="minor">
            <a:schemeClr val="tx1"/>
          </a:fontRef>
        </p:style>
      </p:sp>
      <p:sp>
        <p:nvSpPr>
          <p:cNvPr id="35" name="Conector reto 34">
            <a:extLst>
              <a:ext uri="{FF2B5EF4-FFF2-40B4-BE49-F238E27FC236}">
                <a16:creationId xmlns:a16="http://schemas.microsoft.com/office/drawing/2014/main" id="{53BC3284-DAE1-4AC2-A146-ADB8145571B6}"/>
              </a:ext>
            </a:extLst>
          </p:cNvPr>
          <p:cNvSpPr>
            <a:spLocks noGrp="1"/>
          </p:cNvSpPr>
          <p:nvPr/>
        </p:nvSpPr>
        <p:spPr>
          <a:xfrm flipV="1">
            <a:off x="4138165" y="1699857"/>
            <a:ext cx="1447800" cy="1447800"/>
          </a:xfrm>
          <a:prstGeom prst="line">
            <a:avLst/>
          </a:prstGeom>
          <a:ln w="3175">
            <a:solidFill>
              <a:srgbClr val="F1E1E2"/>
            </a:solidFill>
          </a:ln>
        </p:spPr>
        <p:style>
          <a:lnRef idx="1">
            <a:schemeClr val="accent1"/>
          </a:lnRef>
          <a:fillRef idx="0">
            <a:schemeClr val="accent1"/>
          </a:fillRef>
          <a:effectRef idx="0">
            <a:schemeClr val="accent1"/>
          </a:effectRef>
          <a:fontRef idx="minor">
            <a:schemeClr val="tx1"/>
          </a:fontRef>
        </p:style>
      </p:sp>
      <p:sp>
        <p:nvSpPr>
          <p:cNvPr id="37" name="Forma Livre: Forma 36">
            <a:extLst>
              <a:ext uri="{FF2B5EF4-FFF2-40B4-BE49-F238E27FC236}">
                <a16:creationId xmlns:a16="http://schemas.microsoft.com/office/drawing/2014/main" id="{E112C766-A728-8457-D31F-3162319711E5}"/>
              </a:ext>
            </a:extLst>
          </p:cNvPr>
          <p:cNvSpPr>
            <a:spLocks noGrp="1"/>
          </p:cNvSpPr>
          <p:nvPr/>
        </p:nvSpPr>
        <p:spPr>
          <a:xfrm flipH="1">
            <a:off x="5483502" y="4480560"/>
            <a:ext cx="2672940" cy="2003405"/>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rotWithShape="1">
            <a:gsLst>
              <a:gs pos="100000">
                <a:schemeClr val="bg1">
                  <a:alpha val="3000"/>
                </a:schemeClr>
              </a:gs>
              <a:gs pos="0">
                <a:srgbClr val="8FA155">
                  <a:alpha val="26667"/>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38" name="Forma Livre: Forma 37">
            <a:extLst>
              <a:ext uri="{FF2B5EF4-FFF2-40B4-BE49-F238E27FC236}">
                <a16:creationId xmlns:a16="http://schemas.microsoft.com/office/drawing/2014/main" id="{37CE2F21-014B-E961-8F8A-8183B8B9898D}"/>
              </a:ext>
            </a:extLst>
          </p:cNvPr>
          <p:cNvSpPr>
            <a:spLocks noGrp="1"/>
          </p:cNvSpPr>
          <p:nvPr/>
        </p:nvSpPr>
        <p:spPr>
          <a:xfrm flipH="1">
            <a:off x="5916613" y="4715593"/>
            <a:ext cx="2371250" cy="1777283"/>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rotWithShape="1">
            <a:gsLst>
              <a:gs pos="100000">
                <a:schemeClr val="bg1">
                  <a:alpha val="3000"/>
                </a:schemeClr>
              </a:gs>
              <a:gs pos="0">
                <a:srgbClr val="8FA155">
                  <a:alpha val="26667"/>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0" name="Forma Livre: Forma 39">
            <a:extLst>
              <a:ext uri="{FF2B5EF4-FFF2-40B4-BE49-F238E27FC236}">
                <a16:creationId xmlns:a16="http://schemas.microsoft.com/office/drawing/2014/main" id="{C3EE6132-A127-97F5-B324-C93AEFC9A8A0}"/>
              </a:ext>
            </a:extLst>
          </p:cNvPr>
          <p:cNvSpPr>
            <a:spLocks noGrp="1"/>
          </p:cNvSpPr>
          <p:nvPr/>
        </p:nvSpPr>
        <p:spPr>
          <a:xfrm flipH="1">
            <a:off x="2927560" y="365124"/>
            <a:ext cx="2672940" cy="2003405"/>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rotWithShape="1">
            <a:gsLst>
              <a:gs pos="100000">
                <a:schemeClr val="bg1">
                  <a:alpha val="3000"/>
                </a:schemeClr>
              </a:gs>
              <a:gs pos="0">
                <a:srgbClr val="8FA155">
                  <a:alpha val="26667"/>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1" name="Forma Livre: Forma 40">
            <a:extLst>
              <a:ext uri="{FF2B5EF4-FFF2-40B4-BE49-F238E27FC236}">
                <a16:creationId xmlns:a16="http://schemas.microsoft.com/office/drawing/2014/main" id="{A26EB523-A67F-72BB-7711-F37EFDA1D98A}"/>
              </a:ext>
            </a:extLst>
          </p:cNvPr>
          <p:cNvSpPr>
            <a:spLocks noGrp="1"/>
          </p:cNvSpPr>
          <p:nvPr/>
        </p:nvSpPr>
        <p:spPr>
          <a:xfrm flipH="1">
            <a:off x="3360671" y="600157"/>
            <a:ext cx="2371250" cy="1777283"/>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rotWithShape="1">
            <a:gsLst>
              <a:gs pos="100000">
                <a:schemeClr val="bg1">
                  <a:alpha val="3000"/>
                </a:schemeClr>
              </a:gs>
              <a:gs pos="0">
                <a:srgbClr val="8FA155">
                  <a:alpha val="26667"/>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2" name="Conector reto 41">
            <a:extLst>
              <a:ext uri="{FF2B5EF4-FFF2-40B4-BE49-F238E27FC236}">
                <a16:creationId xmlns:a16="http://schemas.microsoft.com/office/drawing/2014/main" id="{9097D284-207F-4BF3-98CA-992ADA899EA1}"/>
              </a:ext>
            </a:extLst>
          </p:cNvPr>
          <p:cNvSpPr>
            <a:spLocks noGrp="1"/>
          </p:cNvSpPr>
          <p:nvPr/>
        </p:nvSpPr>
        <p:spPr>
          <a:xfrm flipV="1">
            <a:off x="2723164" y="1455778"/>
            <a:ext cx="697946" cy="697946"/>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sp>
      <p:sp>
        <p:nvSpPr>
          <p:cNvPr id="43" name="Retângulo 42">
            <a:extLst>
              <a:ext uri="{FF2B5EF4-FFF2-40B4-BE49-F238E27FC236}">
                <a16:creationId xmlns:a16="http://schemas.microsoft.com/office/drawing/2014/main" id="{7CACF285-9527-458F-E910-F45BF1FE4CA0}"/>
              </a:ext>
            </a:extLst>
          </p:cNvPr>
          <p:cNvSpPr>
            <a:spLocks noGrp="1"/>
          </p:cNvSpPr>
          <p:nvPr/>
        </p:nvSpPr>
        <p:spPr>
          <a:xfrm>
            <a:off x="5912644" y="4473417"/>
            <a:ext cx="5914231" cy="78000"/>
          </a:xfrm>
          <a:prstGeom prst="rect">
            <a:avLst/>
          </a:prstGeom>
          <a:solidFill>
            <a:srgbClr val="8FA155"/>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4" name="Forma Livre: Forma 43">
            <a:extLst>
              <a:ext uri="{FF2B5EF4-FFF2-40B4-BE49-F238E27FC236}">
                <a16:creationId xmlns:a16="http://schemas.microsoft.com/office/drawing/2014/main" id="{432BE317-1EE9-54E1-EEB5-0B7B594E4182}"/>
              </a:ext>
            </a:extLst>
          </p:cNvPr>
          <p:cNvSpPr>
            <a:spLocks noGrp="1"/>
          </p:cNvSpPr>
          <p:nvPr/>
        </p:nvSpPr>
        <p:spPr>
          <a:xfrm rot="16200000">
            <a:off x="8682305" y="1329444"/>
            <a:ext cx="3135292" cy="3147212"/>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6" name="Forma Livre: Forma 45">
            <a:extLst>
              <a:ext uri="{FF2B5EF4-FFF2-40B4-BE49-F238E27FC236}">
                <a16:creationId xmlns:a16="http://schemas.microsoft.com/office/drawing/2014/main" id="{5016AB37-40D4-075B-B8D8-13CEE1BD66FC}"/>
              </a:ext>
            </a:extLst>
          </p:cNvPr>
          <p:cNvSpPr>
            <a:spLocks noGrp="1"/>
          </p:cNvSpPr>
          <p:nvPr/>
        </p:nvSpPr>
        <p:spPr>
          <a:xfrm flipH="1">
            <a:off x="7918754" y="4531010"/>
            <a:ext cx="2774647" cy="2079636"/>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rotWithShape="1">
            <a:gsLst>
              <a:gs pos="100000">
                <a:schemeClr val="bg1">
                  <a:alpha val="3000"/>
                </a:schemeClr>
              </a:gs>
              <a:gs pos="0">
                <a:srgbClr val="8FA155">
                  <a:alpha val="26667"/>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7" name="Forma Livre: Forma 46">
            <a:extLst>
              <a:ext uri="{FF2B5EF4-FFF2-40B4-BE49-F238E27FC236}">
                <a16:creationId xmlns:a16="http://schemas.microsoft.com/office/drawing/2014/main" id="{4D40EB62-BD0E-102C-3FB0-DF71C938A5F0}"/>
              </a:ext>
            </a:extLst>
          </p:cNvPr>
          <p:cNvSpPr>
            <a:spLocks noGrp="1"/>
          </p:cNvSpPr>
          <p:nvPr/>
        </p:nvSpPr>
        <p:spPr>
          <a:xfrm flipH="1">
            <a:off x="7564112" y="4552338"/>
            <a:ext cx="2903299" cy="2176062"/>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rotWithShape="1">
            <a:gsLst>
              <a:gs pos="100000">
                <a:schemeClr val="bg1">
                  <a:alpha val="3000"/>
                </a:schemeClr>
              </a:gs>
              <a:gs pos="0">
                <a:srgbClr val="8FA155">
                  <a:alpha val="26667"/>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8" name="Forma Livre: Forma 47">
            <a:extLst>
              <a:ext uri="{FF2B5EF4-FFF2-40B4-BE49-F238E27FC236}">
                <a16:creationId xmlns:a16="http://schemas.microsoft.com/office/drawing/2014/main" id="{EA8299C6-A081-9D82-07AF-3DD67E5A307F}"/>
              </a:ext>
            </a:extLst>
          </p:cNvPr>
          <p:cNvSpPr>
            <a:spLocks noGrp="1"/>
          </p:cNvSpPr>
          <p:nvPr/>
        </p:nvSpPr>
        <p:spPr>
          <a:xfrm rot="16200000">
            <a:off x="10695549" y="1325003"/>
            <a:ext cx="1129477" cy="1133771"/>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4" name="Espaço Reservado para Imagem 63">
            <a:extLst>
              <a:ext uri="{FF2B5EF4-FFF2-40B4-BE49-F238E27FC236}">
                <a16:creationId xmlns:a16="http://schemas.microsoft.com/office/drawing/2014/main" id="{0E3172E3-5649-6AFD-084B-37DD4A1C617C}"/>
              </a:ext>
            </a:extLst>
          </p:cNvPr>
          <p:cNvSpPr>
            <a:spLocks noGrp="1"/>
          </p:cNvSpPr>
          <p:nvPr>
            <p:ph type="pic" idx="10"/>
          </p:nvPr>
        </p:nvSpPr>
        <p:spPr>
          <a:xfrm>
            <a:off x="5913120" y="1335088"/>
            <a:ext cx="5907405" cy="3135312"/>
          </a:xfrm>
          <a:custGeom>
            <a:avLst/>
            <a:gdLst>
              <a:gd name="connsiteX0" fmla="*/ 3613012 w 5907405"/>
              <a:gd name="connsiteY0" fmla="*/ 2326915 h 3135312"/>
              <a:gd name="connsiteX1" fmla="*/ 2938564 w 5907405"/>
              <a:gd name="connsiteY1" fmla="*/ 3001364 h 3135312"/>
              <a:gd name="connsiteX2" fmla="*/ 2941110 w 5907405"/>
              <a:gd name="connsiteY2" fmla="*/ 3003909 h 3135312"/>
              <a:gd name="connsiteX3" fmla="*/ 3615558 w 5907405"/>
              <a:gd name="connsiteY3" fmla="*/ 2329461 h 3135312"/>
              <a:gd name="connsiteX4" fmla="*/ 3464422 w 5907405"/>
              <a:gd name="connsiteY4" fmla="*/ 1883590 h 3135312"/>
              <a:gd name="connsiteX5" fmla="*/ 2789974 w 5907405"/>
              <a:gd name="connsiteY5" fmla="*/ 2558039 h 3135312"/>
              <a:gd name="connsiteX6" fmla="*/ 2792520 w 5907405"/>
              <a:gd name="connsiteY6" fmla="*/ 2560584 h 3135312"/>
              <a:gd name="connsiteX7" fmla="*/ 3466968 w 5907405"/>
              <a:gd name="connsiteY7" fmla="*/ 1886136 h 3135312"/>
              <a:gd name="connsiteX8" fmla="*/ 5092326 w 5907405"/>
              <a:gd name="connsiteY8" fmla="*/ 1682330 h 3135312"/>
              <a:gd name="connsiteX9" fmla="*/ 3913667 w 5907405"/>
              <a:gd name="connsiteY9" fmla="*/ 2860988 h 3135312"/>
              <a:gd name="connsiteX10" fmla="*/ 3916212 w 5907405"/>
              <a:gd name="connsiteY10" fmla="*/ 2863534 h 3135312"/>
              <a:gd name="connsiteX11" fmla="*/ 5094871 w 5907405"/>
              <a:gd name="connsiteY11" fmla="*/ 1684875 h 3135312"/>
              <a:gd name="connsiteX12" fmla="*/ 5092326 w 5907405"/>
              <a:gd name="connsiteY12" fmla="*/ 421589 h 3135312"/>
              <a:gd name="connsiteX13" fmla="*/ 4417878 w 5907405"/>
              <a:gd name="connsiteY13" fmla="*/ 1096038 h 3135312"/>
              <a:gd name="connsiteX14" fmla="*/ 4420424 w 5907405"/>
              <a:gd name="connsiteY14" fmla="*/ 1098583 h 3135312"/>
              <a:gd name="connsiteX15" fmla="*/ 5094872 w 5907405"/>
              <a:gd name="connsiteY15" fmla="*/ 424135 h 3135312"/>
              <a:gd name="connsiteX16" fmla="*/ 0 w 5907405"/>
              <a:gd name="connsiteY16" fmla="*/ 0 h 3135312"/>
              <a:gd name="connsiteX17" fmla="*/ 5907405 w 5907405"/>
              <a:gd name="connsiteY17" fmla="*/ 0 h 3135312"/>
              <a:gd name="connsiteX18" fmla="*/ 5907405 w 5907405"/>
              <a:gd name="connsiteY18" fmla="*/ 3135312 h 3135312"/>
              <a:gd name="connsiteX19" fmla="*/ 0 w 5907405"/>
              <a:gd name="connsiteY19" fmla="*/ 3135312 h 3135312"/>
            </a:gdLst>
            <a:ahLst/>
            <a:cxnLst/>
            <a:rect l="l" t="t" r="r" b="b"/>
            <a:pathLst>
              <a:path w="5907405" h="3135312">
                <a:moveTo>
                  <a:pt x="3613012" y="2326915"/>
                </a:moveTo>
                <a:lnTo>
                  <a:pt x="2938564" y="3001364"/>
                </a:lnTo>
                <a:lnTo>
                  <a:pt x="2941110" y="3003909"/>
                </a:lnTo>
                <a:lnTo>
                  <a:pt x="3615558" y="2329461"/>
                </a:lnTo>
                <a:close/>
                <a:moveTo>
                  <a:pt x="3464422" y="1883590"/>
                </a:moveTo>
                <a:lnTo>
                  <a:pt x="2789974" y="2558039"/>
                </a:lnTo>
                <a:lnTo>
                  <a:pt x="2792520" y="2560584"/>
                </a:lnTo>
                <a:lnTo>
                  <a:pt x="3466968" y="1886136"/>
                </a:lnTo>
                <a:close/>
                <a:moveTo>
                  <a:pt x="5092326" y="1682330"/>
                </a:moveTo>
                <a:lnTo>
                  <a:pt x="3913667" y="2860988"/>
                </a:lnTo>
                <a:lnTo>
                  <a:pt x="3916212" y="2863534"/>
                </a:lnTo>
                <a:lnTo>
                  <a:pt x="5094871" y="1684875"/>
                </a:lnTo>
                <a:close/>
                <a:moveTo>
                  <a:pt x="5092326" y="421589"/>
                </a:moveTo>
                <a:lnTo>
                  <a:pt x="4417878" y="1096038"/>
                </a:lnTo>
                <a:lnTo>
                  <a:pt x="4420424" y="1098583"/>
                </a:lnTo>
                <a:lnTo>
                  <a:pt x="5094872" y="424135"/>
                </a:lnTo>
                <a:close/>
                <a:moveTo>
                  <a:pt x="0" y="0"/>
                </a:moveTo>
                <a:lnTo>
                  <a:pt x="5907405" y="0"/>
                </a:lnTo>
                <a:lnTo>
                  <a:pt x="5907405" y="3135312"/>
                </a:lnTo>
                <a:lnTo>
                  <a:pt x="0" y="3135312"/>
                </a:lnTo>
                <a:close/>
              </a:path>
            </a:pathLst>
          </a:custGeom>
        </p:spPr>
        <p:txBody>
          <a:bodyPr wrap="square">
            <a:noAutofit/>
          </a:bodyPr>
          <a:lstStyle>
            <a:lvl1pPr marL="0" indent="0" algn="ctr">
              <a:buNone/>
              <a:defRPr sz="1200"/>
            </a:lvl1pPr>
          </a:lstStyle>
          <a:p>
            <a:endParaRPr/>
          </a:p>
        </p:txBody>
      </p:sp>
      <p:sp>
        <p:nvSpPr>
          <p:cNvPr id="51" name="Espaço Reservado para Texto 29">
            <a:extLst>
              <a:ext uri="{FF2B5EF4-FFF2-40B4-BE49-F238E27FC236}">
                <a16:creationId xmlns:a16="http://schemas.microsoft.com/office/drawing/2014/main" id="{FFF117DF-F6B0-B6BB-AD52-62517D1B306F}"/>
              </a:ext>
            </a:extLst>
          </p:cNvPr>
          <p:cNvSpPr>
            <a:spLocks noGrp="1"/>
          </p:cNvSpPr>
          <p:nvPr>
            <p:ph type="body" idx="11" hasCustomPrompt="1"/>
          </p:nvPr>
        </p:nvSpPr>
        <p:spPr>
          <a:xfrm>
            <a:off x="740727" y="3804217"/>
            <a:ext cx="4970463" cy="615553"/>
          </a:xfrm>
        </p:spPr>
        <p:txBody>
          <a:bodyPr wrap="square" lIns="0" tIns="0" rIns="0" bIns="0" anchor="b">
            <a:spAutoFit/>
          </a:bodyPr>
          <a:lstStyle>
            <a:lvl1pPr marL="0" indent="0">
              <a:lnSpc>
                <a:spcPct val="100000"/>
              </a:lnSpc>
              <a:spcBef>
                <a:spcPts val="0"/>
              </a:spcBef>
              <a:buNone/>
              <a:defRPr sz="2000" cap="all" baseline="0"/>
            </a:lvl1pPr>
            <a:lvl2pPr marL="457200" indent="0">
              <a:buNone/>
              <a:defRPr/>
            </a:lvl2pPr>
          </a:lstStyle>
          <a:p>
            <a:pPr>
              <a:buNone/>
            </a:pPr>
            <a:r>
              <a:t>Clique para editar </a:t>
            </a:r>
            <a:br/>
            <a:r>
              <a:t>os estilos de texto Mestres</a:t>
            </a:r>
          </a:p>
        </p:txBody>
      </p:sp>
      <p:sp>
        <p:nvSpPr>
          <p:cNvPr id="52" name="Espaço Reservado para Texto 29">
            <a:extLst>
              <a:ext uri="{FF2B5EF4-FFF2-40B4-BE49-F238E27FC236}">
                <a16:creationId xmlns:a16="http://schemas.microsoft.com/office/drawing/2014/main" id="{E8CD2D87-078F-C9E6-2767-93F54E412E7D}"/>
              </a:ext>
            </a:extLst>
          </p:cNvPr>
          <p:cNvSpPr>
            <a:spLocks noGrp="1"/>
          </p:cNvSpPr>
          <p:nvPr>
            <p:ph type="body" idx="12" hasCustomPrompt="1"/>
          </p:nvPr>
        </p:nvSpPr>
        <p:spPr>
          <a:xfrm>
            <a:off x="740727" y="4626257"/>
            <a:ext cx="4970463" cy="430887"/>
          </a:xfrm>
        </p:spPr>
        <p:txBody>
          <a:bodyPr lIns="0" tIns="0" rIns="0" bIns="0" anchor="t">
            <a:spAutoFit/>
          </a:bodyPr>
          <a:lstStyle>
            <a:lvl1pPr marL="0" indent="0">
              <a:lnSpc>
                <a:spcPct val="100000"/>
              </a:lnSpc>
              <a:spcBef>
                <a:spcPts val="0"/>
              </a:spcBef>
              <a:buNone/>
              <a:defRPr sz="1400" cap="none" baseline="0">
                <a:solidFill>
                  <a:srgbClr val="69758F"/>
                </a:solidFill>
              </a:defRPr>
            </a:lvl1pPr>
            <a:lvl2pPr marL="457200" indent="0">
              <a:buNone/>
              <a:defRPr/>
            </a:lvl2pPr>
          </a:lstStyle>
          <a:p>
            <a:pPr>
              <a:buNone/>
            </a:pPr>
            <a:r>
              <a:t>Clique para editar </a:t>
            </a:r>
            <a:br/>
            <a:r>
              <a:t>os estilos de texto Mestres</a:t>
            </a:r>
          </a:p>
        </p:txBody>
      </p:sp>
      <p:sp>
        <p:nvSpPr>
          <p:cNvPr id="54" name="Retângulo 53">
            <a:extLst>
              <a:ext uri="{FF2B5EF4-FFF2-40B4-BE49-F238E27FC236}">
                <a16:creationId xmlns:a16="http://schemas.microsoft.com/office/drawing/2014/main" id="{80E344DB-15AA-C8B9-3FCC-A5F7361BFCD4}"/>
              </a:ext>
            </a:extLst>
          </p:cNvPr>
          <p:cNvSpPr>
            <a:spLocks noGrp="1"/>
          </p:cNvSpPr>
          <p:nvPr/>
        </p:nvSpPr>
        <p:spPr>
          <a:xfrm>
            <a:off x="739140" y="4473417"/>
            <a:ext cx="779827" cy="78000"/>
          </a:xfrm>
          <a:prstGeom prst="rect">
            <a:avLst/>
          </a:prstGeom>
          <a:solidFill>
            <a:srgbClr val="8FA155"/>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88" name="Imagem 1"/>
          <p:cNvPicPr>
            <a:picLocks noChangeAspect="1"/>
          </p:cNvPicPr>
          <p:nvPr/>
        </p:nvPicPr>
        <p:blipFill>
          <a:blip r:embed="rId2"/>
          <a:stretch>
            <a:fillRect/>
          </a:stretch>
        </p:blipFill>
        <p:spPr>
          <a:xfrm>
            <a:off x="739140" y="668426"/>
            <a:ext cx="1461600" cy="666662"/>
          </a:xfrm>
          <a:prstGeom prst="rect">
            <a:avLst/>
          </a:prstGeom>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9_Layout Personalizado">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1384837C-8ACE-352D-BFA1-556C39F72480}"/>
              </a:ext>
            </a:extLst>
          </p:cNvPr>
          <p:cNvSpPr>
            <a:spLocks noGrp="1"/>
          </p:cNvSpPr>
          <p:nvPr/>
        </p:nvSpPr>
        <p:spPr>
          <a:xfrm>
            <a:off x="365125" y="365124"/>
            <a:ext cx="11455400" cy="6134736"/>
          </a:xfrm>
          <a:prstGeom prst="rect">
            <a:avLst/>
          </a:prstGeom>
          <a:solidFill>
            <a:srgbClr val="F2F2F2">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Forma Livre: Forma 7">
            <a:extLst>
              <a:ext uri="{FF2B5EF4-FFF2-40B4-BE49-F238E27FC236}">
                <a16:creationId xmlns:a16="http://schemas.microsoft.com/office/drawing/2014/main" id="{E0898596-799D-DD65-4DE3-DA76EB1C53FB}"/>
              </a:ext>
            </a:extLst>
          </p:cNvPr>
          <p:cNvSpPr>
            <a:spLocks noGrp="1"/>
          </p:cNvSpPr>
          <p:nvPr/>
        </p:nvSpPr>
        <p:spPr>
          <a:xfrm>
            <a:off x="9822180" y="2476500"/>
            <a:ext cx="2004060" cy="2011680"/>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Forma Livre: Forma 8">
            <a:extLst>
              <a:ext uri="{FF2B5EF4-FFF2-40B4-BE49-F238E27FC236}">
                <a16:creationId xmlns:a16="http://schemas.microsoft.com/office/drawing/2014/main" id="{4E5886E6-71C6-094F-DA95-66CF57306627}"/>
              </a:ext>
            </a:extLst>
          </p:cNvPr>
          <p:cNvSpPr>
            <a:spLocks noGrp="1"/>
          </p:cNvSpPr>
          <p:nvPr/>
        </p:nvSpPr>
        <p:spPr>
          <a:xfrm>
            <a:off x="10226040" y="2880013"/>
            <a:ext cx="1594485" cy="1600547"/>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Conector reto 9">
            <a:extLst>
              <a:ext uri="{FF2B5EF4-FFF2-40B4-BE49-F238E27FC236}">
                <a16:creationId xmlns:a16="http://schemas.microsoft.com/office/drawing/2014/main" id="{F6F5ADB4-F731-4424-A426-802AAEE96AB7}"/>
              </a:ext>
            </a:extLst>
          </p:cNvPr>
          <p:cNvSpPr>
            <a:spLocks noGrp="1"/>
          </p:cNvSpPr>
          <p:nvPr/>
        </p:nvSpPr>
        <p:spPr>
          <a:xfrm flipV="1">
            <a:off x="9928860" y="2613660"/>
            <a:ext cx="1447800" cy="144780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sp>
      <p:sp>
        <p:nvSpPr>
          <p:cNvPr id="11" name="Conector reto 10">
            <a:extLst>
              <a:ext uri="{FF2B5EF4-FFF2-40B4-BE49-F238E27FC236}">
                <a16:creationId xmlns:a16="http://schemas.microsoft.com/office/drawing/2014/main" id="{CBBC79AC-ECB7-43B2-B59B-58495C80235E}"/>
              </a:ext>
            </a:extLst>
          </p:cNvPr>
          <p:cNvSpPr>
            <a:spLocks noGrp="1"/>
          </p:cNvSpPr>
          <p:nvPr/>
        </p:nvSpPr>
        <p:spPr>
          <a:xfrm flipV="1">
            <a:off x="8629650" y="2956386"/>
            <a:ext cx="1447800" cy="144780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sp>
      <p:sp>
        <p:nvSpPr>
          <p:cNvPr id="12" name="Conector reto 11">
            <a:extLst>
              <a:ext uri="{FF2B5EF4-FFF2-40B4-BE49-F238E27FC236}">
                <a16:creationId xmlns:a16="http://schemas.microsoft.com/office/drawing/2014/main" id="{22CE6B07-07F8-4341-ACF4-F454B2F818E4}"/>
              </a:ext>
            </a:extLst>
          </p:cNvPr>
          <p:cNvSpPr>
            <a:spLocks noGrp="1"/>
          </p:cNvSpPr>
          <p:nvPr/>
        </p:nvSpPr>
        <p:spPr>
          <a:xfrm flipV="1">
            <a:off x="11023282" y="3797936"/>
            <a:ext cx="615632" cy="615632"/>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sp>
      <p:sp>
        <p:nvSpPr>
          <p:cNvPr id="34" name="Conector reto 33">
            <a:extLst>
              <a:ext uri="{FF2B5EF4-FFF2-40B4-BE49-F238E27FC236}">
                <a16:creationId xmlns:a16="http://schemas.microsoft.com/office/drawing/2014/main" id="{177FE351-D747-4EE3-B01D-15D8FE78F042}"/>
              </a:ext>
            </a:extLst>
          </p:cNvPr>
          <p:cNvSpPr>
            <a:spLocks noGrp="1"/>
          </p:cNvSpPr>
          <p:nvPr/>
        </p:nvSpPr>
        <p:spPr>
          <a:xfrm flipV="1">
            <a:off x="3605841" y="4000500"/>
            <a:ext cx="1447800" cy="1447800"/>
          </a:xfrm>
          <a:prstGeom prst="line">
            <a:avLst/>
          </a:prstGeom>
          <a:ln w="3175">
            <a:solidFill>
              <a:srgbClr val="F1E1E2"/>
            </a:solidFill>
          </a:ln>
        </p:spPr>
        <p:style>
          <a:lnRef idx="1">
            <a:schemeClr val="accent1"/>
          </a:lnRef>
          <a:fillRef idx="0">
            <a:schemeClr val="accent1"/>
          </a:fillRef>
          <a:effectRef idx="0">
            <a:schemeClr val="accent1"/>
          </a:effectRef>
          <a:fontRef idx="minor">
            <a:schemeClr val="tx1"/>
          </a:fontRef>
        </p:style>
      </p:sp>
      <p:sp>
        <p:nvSpPr>
          <p:cNvPr id="35" name="Conector reto 34">
            <a:extLst>
              <a:ext uri="{FF2B5EF4-FFF2-40B4-BE49-F238E27FC236}">
                <a16:creationId xmlns:a16="http://schemas.microsoft.com/office/drawing/2014/main" id="{53A6035B-BA9B-4F9E-8314-9BD3E010F5AC}"/>
              </a:ext>
            </a:extLst>
          </p:cNvPr>
          <p:cNvSpPr>
            <a:spLocks noGrp="1"/>
          </p:cNvSpPr>
          <p:nvPr/>
        </p:nvSpPr>
        <p:spPr>
          <a:xfrm flipV="1">
            <a:off x="4138165" y="1699857"/>
            <a:ext cx="1447800" cy="1447800"/>
          </a:xfrm>
          <a:prstGeom prst="line">
            <a:avLst/>
          </a:prstGeom>
          <a:ln w="3175">
            <a:solidFill>
              <a:srgbClr val="F1E1E2"/>
            </a:solidFill>
          </a:ln>
        </p:spPr>
        <p:style>
          <a:lnRef idx="1">
            <a:schemeClr val="accent1"/>
          </a:lnRef>
          <a:fillRef idx="0">
            <a:schemeClr val="accent1"/>
          </a:fillRef>
          <a:effectRef idx="0">
            <a:schemeClr val="accent1"/>
          </a:effectRef>
          <a:fontRef idx="minor">
            <a:schemeClr val="tx1"/>
          </a:fontRef>
        </p:style>
      </p:sp>
      <p:sp>
        <p:nvSpPr>
          <p:cNvPr id="37" name="Forma Livre: Forma 36">
            <a:extLst>
              <a:ext uri="{FF2B5EF4-FFF2-40B4-BE49-F238E27FC236}">
                <a16:creationId xmlns:a16="http://schemas.microsoft.com/office/drawing/2014/main" id="{E112C766-A728-8457-D31F-3162319711E5}"/>
              </a:ext>
            </a:extLst>
          </p:cNvPr>
          <p:cNvSpPr>
            <a:spLocks noGrp="1"/>
          </p:cNvSpPr>
          <p:nvPr/>
        </p:nvSpPr>
        <p:spPr>
          <a:xfrm flipH="1">
            <a:off x="5483502" y="4480560"/>
            <a:ext cx="2672940" cy="2003405"/>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rotWithShape="1">
            <a:gsLst>
              <a:gs pos="100000">
                <a:schemeClr val="bg1">
                  <a:alpha val="3000"/>
                </a:schemeClr>
              </a:gs>
              <a:gs pos="0">
                <a:srgbClr val="90A4AE">
                  <a:alpha val="24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38" name="Forma Livre: Forma 37">
            <a:extLst>
              <a:ext uri="{FF2B5EF4-FFF2-40B4-BE49-F238E27FC236}">
                <a16:creationId xmlns:a16="http://schemas.microsoft.com/office/drawing/2014/main" id="{37CE2F21-014B-E961-8F8A-8183B8B9898D}"/>
              </a:ext>
            </a:extLst>
          </p:cNvPr>
          <p:cNvSpPr>
            <a:spLocks noGrp="1"/>
          </p:cNvSpPr>
          <p:nvPr/>
        </p:nvSpPr>
        <p:spPr>
          <a:xfrm flipH="1">
            <a:off x="5916613" y="4715593"/>
            <a:ext cx="2371250" cy="1777283"/>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rotWithShape="1">
            <a:gsLst>
              <a:gs pos="100000">
                <a:schemeClr val="bg1">
                  <a:alpha val="3000"/>
                </a:schemeClr>
              </a:gs>
              <a:gs pos="0">
                <a:srgbClr val="90A4AE">
                  <a:alpha val="24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0" name="Forma Livre: Forma 39">
            <a:extLst>
              <a:ext uri="{FF2B5EF4-FFF2-40B4-BE49-F238E27FC236}">
                <a16:creationId xmlns:a16="http://schemas.microsoft.com/office/drawing/2014/main" id="{C3EE6132-A127-97F5-B324-C93AEFC9A8A0}"/>
              </a:ext>
            </a:extLst>
          </p:cNvPr>
          <p:cNvSpPr>
            <a:spLocks noGrp="1"/>
          </p:cNvSpPr>
          <p:nvPr/>
        </p:nvSpPr>
        <p:spPr>
          <a:xfrm flipH="1">
            <a:off x="2927560" y="365124"/>
            <a:ext cx="2672940" cy="2003405"/>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rotWithShape="1">
            <a:gsLst>
              <a:gs pos="100000">
                <a:schemeClr val="bg1">
                  <a:alpha val="3000"/>
                </a:schemeClr>
              </a:gs>
              <a:gs pos="0">
                <a:srgbClr val="90A4AE">
                  <a:alpha val="24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1" name="Forma Livre: Forma 40">
            <a:extLst>
              <a:ext uri="{FF2B5EF4-FFF2-40B4-BE49-F238E27FC236}">
                <a16:creationId xmlns:a16="http://schemas.microsoft.com/office/drawing/2014/main" id="{A26EB523-A67F-72BB-7711-F37EFDA1D98A}"/>
              </a:ext>
            </a:extLst>
          </p:cNvPr>
          <p:cNvSpPr>
            <a:spLocks noGrp="1"/>
          </p:cNvSpPr>
          <p:nvPr/>
        </p:nvSpPr>
        <p:spPr>
          <a:xfrm flipH="1">
            <a:off x="3360671" y="600157"/>
            <a:ext cx="2371250" cy="1777283"/>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rotWithShape="1">
            <a:gsLst>
              <a:gs pos="100000">
                <a:schemeClr val="bg1">
                  <a:alpha val="3000"/>
                </a:schemeClr>
              </a:gs>
              <a:gs pos="0">
                <a:srgbClr val="90A4AE">
                  <a:alpha val="24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2" name="Conector reto 41">
            <a:extLst>
              <a:ext uri="{FF2B5EF4-FFF2-40B4-BE49-F238E27FC236}">
                <a16:creationId xmlns:a16="http://schemas.microsoft.com/office/drawing/2014/main" id="{B27D03AF-00AC-4913-8F32-A52D7CBBE34D}"/>
              </a:ext>
            </a:extLst>
          </p:cNvPr>
          <p:cNvSpPr>
            <a:spLocks noGrp="1"/>
          </p:cNvSpPr>
          <p:nvPr/>
        </p:nvSpPr>
        <p:spPr>
          <a:xfrm flipV="1">
            <a:off x="2723164" y="1455778"/>
            <a:ext cx="697946" cy="697946"/>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sp>
      <p:sp>
        <p:nvSpPr>
          <p:cNvPr id="43" name="Retângulo 42">
            <a:extLst>
              <a:ext uri="{FF2B5EF4-FFF2-40B4-BE49-F238E27FC236}">
                <a16:creationId xmlns:a16="http://schemas.microsoft.com/office/drawing/2014/main" id="{7CACF285-9527-458F-E910-F45BF1FE4CA0}"/>
              </a:ext>
            </a:extLst>
          </p:cNvPr>
          <p:cNvSpPr>
            <a:spLocks noGrp="1"/>
          </p:cNvSpPr>
          <p:nvPr/>
        </p:nvSpPr>
        <p:spPr>
          <a:xfrm>
            <a:off x="5912644" y="4473417"/>
            <a:ext cx="5914231" cy="78000"/>
          </a:xfrm>
          <a:prstGeom prst="rect">
            <a:avLst/>
          </a:prstGeom>
          <a:solidFill>
            <a:srgbClr val="90A4AE"/>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4" name="Forma Livre: Forma 43">
            <a:extLst>
              <a:ext uri="{FF2B5EF4-FFF2-40B4-BE49-F238E27FC236}">
                <a16:creationId xmlns:a16="http://schemas.microsoft.com/office/drawing/2014/main" id="{432BE317-1EE9-54E1-EEB5-0B7B594E4182}"/>
              </a:ext>
            </a:extLst>
          </p:cNvPr>
          <p:cNvSpPr>
            <a:spLocks noGrp="1"/>
          </p:cNvSpPr>
          <p:nvPr/>
        </p:nvSpPr>
        <p:spPr>
          <a:xfrm rot="16200000">
            <a:off x="8682305" y="1329444"/>
            <a:ext cx="3135292" cy="3147212"/>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6" name="Forma Livre: Forma 45">
            <a:extLst>
              <a:ext uri="{FF2B5EF4-FFF2-40B4-BE49-F238E27FC236}">
                <a16:creationId xmlns:a16="http://schemas.microsoft.com/office/drawing/2014/main" id="{5016AB37-40D4-075B-B8D8-13CEE1BD66FC}"/>
              </a:ext>
            </a:extLst>
          </p:cNvPr>
          <p:cNvSpPr>
            <a:spLocks noGrp="1"/>
          </p:cNvSpPr>
          <p:nvPr/>
        </p:nvSpPr>
        <p:spPr>
          <a:xfrm flipH="1">
            <a:off x="7918754" y="4531010"/>
            <a:ext cx="2774647" cy="2079636"/>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rotWithShape="1">
            <a:gsLst>
              <a:gs pos="100000">
                <a:schemeClr val="bg1">
                  <a:alpha val="3000"/>
                </a:schemeClr>
              </a:gs>
              <a:gs pos="0">
                <a:srgbClr val="90A4AE">
                  <a:alpha val="24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7" name="Forma Livre: Forma 46">
            <a:extLst>
              <a:ext uri="{FF2B5EF4-FFF2-40B4-BE49-F238E27FC236}">
                <a16:creationId xmlns:a16="http://schemas.microsoft.com/office/drawing/2014/main" id="{4D40EB62-BD0E-102C-3FB0-DF71C938A5F0}"/>
              </a:ext>
            </a:extLst>
          </p:cNvPr>
          <p:cNvSpPr>
            <a:spLocks noGrp="1"/>
          </p:cNvSpPr>
          <p:nvPr/>
        </p:nvSpPr>
        <p:spPr>
          <a:xfrm flipH="1">
            <a:off x="7564112" y="4552338"/>
            <a:ext cx="2903299" cy="2176062"/>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rotWithShape="1">
            <a:gsLst>
              <a:gs pos="100000">
                <a:schemeClr val="bg1">
                  <a:alpha val="3000"/>
                </a:schemeClr>
              </a:gs>
              <a:gs pos="0">
                <a:srgbClr val="90A4AE">
                  <a:alpha val="24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8" name="Forma Livre: Forma 47">
            <a:extLst>
              <a:ext uri="{FF2B5EF4-FFF2-40B4-BE49-F238E27FC236}">
                <a16:creationId xmlns:a16="http://schemas.microsoft.com/office/drawing/2014/main" id="{EA8299C6-A081-9D82-07AF-3DD67E5A307F}"/>
              </a:ext>
            </a:extLst>
          </p:cNvPr>
          <p:cNvSpPr>
            <a:spLocks noGrp="1"/>
          </p:cNvSpPr>
          <p:nvPr/>
        </p:nvSpPr>
        <p:spPr>
          <a:xfrm rot="16200000">
            <a:off x="10695549" y="1325003"/>
            <a:ext cx="1129477" cy="1133771"/>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4" name="Espaço Reservado para Imagem 63">
            <a:extLst>
              <a:ext uri="{FF2B5EF4-FFF2-40B4-BE49-F238E27FC236}">
                <a16:creationId xmlns:a16="http://schemas.microsoft.com/office/drawing/2014/main" id="{0E3172E3-5649-6AFD-084B-37DD4A1C617C}"/>
              </a:ext>
            </a:extLst>
          </p:cNvPr>
          <p:cNvSpPr>
            <a:spLocks noGrp="1"/>
          </p:cNvSpPr>
          <p:nvPr>
            <p:ph type="pic" idx="10"/>
          </p:nvPr>
        </p:nvSpPr>
        <p:spPr>
          <a:xfrm>
            <a:off x="5913120" y="1335088"/>
            <a:ext cx="5907405" cy="3135312"/>
          </a:xfrm>
          <a:custGeom>
            <a:avLst/>
            <a:gdLst>
              <a:gd name="connsiteX0" fmla="*/ 3613012 w 5907405"/>
              <a:gd name="connsiteY0" fmla="*/ 2326915 h 3135312"/>
              <a:gd name="connsiteX1" fmla="*/ 2938564 w 5907405"/>
              <a:gd name="connsiteY1" fmla="*/ 3001364 h 3135312"/>
              <a:gd name="connsiteX2" fmla="*/ 2941110 w 5907405"/>
              <a:gd name="connsiteY2" fmla="*/ 3003909 h 3135312"/>
              <a:gd name="connsiteX3" fmla="*/ 3615558 w 5907405"/>
              <a:gd name="connsiteY3" fmla="*/ 2329461 h 3135312"/>
              <a:gd name="connsiteX4" fmla="*/ 3464422 w 5907405"/>
              <a:gd name="connsiteY4" fmla="*/ 1883590 h 3135312"/>
              <a:gd name="connsiteX5" fmla="*/ 2789974 w 5907405"/>
              <a:gd name="connsiteY5" fmla="*/ 2558039 h 3135312"/>
              <a:gd name="connsiteX6" fmla="*/ 2792520 w 5907405"/>
              <a:gd name="connsiteY6" fmla="*/ 2560584 h 3135312"/>
              <a:gd name="connsiteX7" fmla="*/ 3466968 w 5907405"/>
              <a:gd name="connsiteY7" fmla="*/ 1886136 h 3135312"/>
              <a:gd name="connsiteX8" fmla="*/ 5092326 w 5907405"/>
              <a:gd name="connsiteY8" fmla="*/ 1682330 h 3135312"/>
              <a:gd name="connsiteX9" fmla="*/ 3913667 w 5907405"/>
              <a:gd name="connsiteY9" fmla="*/ 2860988 h 3135312"/>
              <a:gd name="connsiteX10" fmla="*/ 3916212 w 5907405"/>
              <a:gd name="connsiteY10" fmla="*/ 2863534 h 3135312"/>
              <a:gd name="connsiteX11" fmla="*/ 5094871 w 5907405"/>
              <a:gd name="connsiteY11" fmla="*/ 1684875 h 3135312"/>
              <a:gd name="connsiteX12" fmla="*/ 5092326 w 5907405"/>
              <a:gd name="connsiteY12" fmla="*/ 421589 h 3135312"/>
              <a:gd name="connsiteX13" fmla="*/ 4417878 w 5907405"/>
              <a:gd name="connsiteY13" fmla="*/ 1096038 h 3135312"/>
              <a:gd name="connsiteX14" fmla="*/ 4420424 w 5907405"/>
              <a:gd name="connsiteY14" fmla="*/ 1098583 h 3135312"/>
              <a:gd name="connsiteX15" fmla="*/ 5094872 w 5907405"/>
              <a:gd name="connsiteY15" fmla="*/ 424135 h 3135312"/>
              <a:gd name="connsiteX16" fmla="*/ 0 w 5907405"/>
              <a:gd name="connsiteY16" fmla="*/ 0 h 3135312"/>
              <a:gd name="connsiteX17" fmla="*/ 5907405 w 5907405"/>
              <a:gd name="connsiteY17" fmla="*/ 0 h 3135312"/>
              <a:gd name="connsiteX18" fmla="*/ 5907405 w 5907405"/>
              <a:gd name="connsiteY18" fmla="*/ 3135312 h 3135312"/>
              <a:gd name="connsiteX19" fmla="*/ 0 w 5907405"/>
              <a:gd name="connsiteY19" fmla="*/ 3135312 h 3135312"/>
            </a:gdLst>
            <a:ahLst/>
            <a:cxnLst/>
            <a:rect l="l" t="t" r="r" b="b"/>
            <a:pathLst>
              <a:path w="5907405" h="3135312">
                <a:moveTo>
                  <a:pt x="3613012" y="2326915"/>
                </a:moveTo>
                <a:lnTo>
                  <a:pt x="2938564" y="3001364"/>
                </a:lnTo>
                <a:lnTo>
                  <a:pt x="2941110" y="3003909"/>
                </a:lnTo>
                <a:lnTo>
                  <a:pt x="3615558" y="2329461"/>
                </a:lnTo>
                <a:close/>
                <a:moveTo>
                  <a:pt x="3464422" y="1883590"/>
                </a:moveTo>
                <a:lnTo>
                  <a:pt x="2789974" y="2558039"/>
                </a:lnTo>
                <a:lnTo>
                  <a:pt x="2792520" y="2560584"/>
                </a:lnTo>
                <a:lnTo>
                  <a:pt x="3466968" y="1886136"/>
                </a:lnTo>
                <a:close/>
                <a:moveTo>
                  <a:pt x="5092326" y="1682330"/>
                </a:moveTo>
                <a:lnTo>
                  <a:pt x="3913667" y="2860988"/>
                </a:lnTo>
                <a:lnTo>
                  <a:pt x="3916212" y="2863534"/>
                </a:lnTo>
                <a:lnTo>
                  <a:pt x="5094871" y="1684875"/>
                </a:lnTo>
                <a:close/>
                <a:moveTo>
                  <a:pt x="5092326" y="421589"/>
                </a:moveTo>
                <a:lnTo>
                  <a:pt x="4417878" y="1096038"/>
                </a:lnTo>
                <a:lnTo>
                  <a:pt x="4420424" y="1098583"/>
                </a:lnTo>
                <a:lnTo>
                  <a:pt x="5094872" y="424135"/>
                </a:lnTo>
                <a:close/>
                <a:moveTo>
                  <a:pt x="0" y="0"/>
                </a:moveTo>
                <a:lnTo>
                  <a:pt x="5907405" y="0"/>
                </a:lnTo>
                <a:lnTo>
                  <a:pt x="5907405" y="3135312"/>
                </a:lnTo>
                <a:lnTo>
                  <a:pt x="0" y="3135312"/>
                </a:lnTo>
                <a:close/>
              </a:path>
            </a:pathLst>
          </a:custGeom>
        </p:spPr>
        <p:txBody>
          <a:bodyPr wrap="square">
            <a:noAutofit/>
          </a:bodyPr>
          <a:lstStyle>
            <a:lvl1pPr marL="0" indent="0" algn="ctr">
              <a:buNone/>
              <a:defRPr sz="1200"/>
            </a:lvl1pPr>
          </a:lstStyle>
          <a:p>
            <a:endParaRPr/>
          </a:p>
        </p:txBody>
      </p:sp>
      <p:sp>
        <p:nvSpPr>
          <p:cNvPr id="51" name="Espaço Reservado para Texto 29">
            <a:extLst>
              <a:ext uri="{FF2B5EF4-FFF2-40B4-BE49-F238E27FC236}">
                <a16:creationId xmlns:a16="http://schemas.microsoft.com/office/drawing/2014/main" id="{FFF117DF-F6B0-B6BB-AD52-62517D1B306F}"/>
              </a:ext>
            </a:extLst>
          </p:cNvPr>
          <p:cNvSpPr>
            <a:spLocks noGrp="1"/>
          </p:cNvSpPr>
          <p:nvPr>
            <p:ph type="body" idx="11" hasCustomPrompt="1"/>
          </p:nvPr>
        </p:nvSpPr>
        <p:spPr>
          <a:xfrm>
            <a:off x="740727" y="3804217"/>
            <a:ext cx="4970463" cy="615553"/>
          </a:xfrm>
        </p:spPr>
        <p:txBody>
          <a:bodyPr wrap="square" lIns="0" tIns="0" rIns="0" bIns="0" anchor="b">
            <a:spAutoFit/>
          </a:bodyPr>
          <a:lstStyle>
            <a:lvl1pPr marL="0" indent="0">
              <a:lnSpc>
                <a:spcPct val="100000"/>
              </a:lnSpc>
              <a:spcBef>
                <a:spcPts val="0"/>
              </a:spcBef>
              <a:buNone/>
              <a:defRPr sz="2000" cap="all" baseline="0"/>
            </a:lvl1pPr>
            <a:lvl2pPr marL="457200" indent="0">
              <a:buNone/>
              <a:defRPr/>
            </a:lvl2pPr>
          </a:lstStyle>
          <a:p>
            <a:pPr>
              <a:buNone/>
            </a:pPr>
            <a:r>
              <a:t>Clique para editar </a:t>
            </a:r>
            <a:br/>
            <a:r>
              <a:t>os estilos de texto Mestres</a:t>
            </a:r>
          </a:p>
        </p:txBody>
      </p:sp>
      <p:sp>
        <p:nvSpPr>
          <p:cNvPr id="52" name="Espaço Reservado para Texto 29">
            <a:extLst>
              <a:ext uri="{FF2B5EF4-FFF2-40B4-BE49-F238E27FC236}">
                <a16:creationId xmlns:a16="http://schemas.microsoft.com/office/drawing/2014/main" id="{E8CD2D87-078F-C9E6-2767-93F54E412E7D}"/>
              </a:ext>
            </a:extLst>
          </p:cNvPr>
          <p:cNvSpPr>
            <a:spLocks noGrp="1"/>
          </p:cNvSpPr>
          <p:nvPr>
            <p:ph type="body" idx="12" hasCustomPrompt="1"/>
          </p:nvPr>
        </p:nvSpPr>
        <p:spPr>
          <a:xfrm>
            <a:off x="740727" y="4626257"/>
            <a:ext cx="4970463" cy="430887"/>
          </a:xfrm>
        </p:spPr>
        <p:txBody>
          <a:bodyPr lIns="0" tIns="0" rIns="0" bIns="0" anchor="t">
            <a:spAutoFit/>
          </a:bodyPr>
          <a:lstStyle>
            <a:lvl1pPr marL="0" indent="0">
              <a:lnSpc>
                <a:spcPct val="100000"/>
              </a:lnSpc>
              <a:spcBef>
                <a:spcPts val="0"/>
              </a:spcBef>
              <a:buNone/>
              <a:defRPr sz="1400" cap="none" baseline="0">
                <a:solidFill>
                  <a:srgbClr val="69758F"/>
                </a:solidFill>
              </a:defRPr>
            </a:lvl1pPr>
            <a:lvl2pPr marL="457200" indent="0">
              <a:buNone/>
              <a:defRPr/>
            </a:lvl2pPr>
          </a:lstStyle>
          <a:p>
            <a:pPr>
              <a:buNone/>
            </a:pPr>
            <a:r>
              <a:t>Clique para editar </a:t>
            </a:r>
            <a:br/>
            <a:r>
              <a:t>os estilos de texto Mestres</a:t>
            </a:r>
          </a:p>
        </p:txBody>
      </p:sp>
      <p:sp>
        <p:nvSpPr>
          <p:cNvPr id="54" name="Retângulo 53">
            <a:extLst>
              <a:ext uri="{FF2B5EF4-FFF2-40B4-BE49-F238E27FC236}">
                <a16:creationId xmlns:a16="http://schemas.microsoft.com/office/drawing/2014/main" id="{80E344DB-15AA-C8B9-3FCC-A5F7361BFCD4}"/>
              </a:ext>
            </a:extLst>
          </p:cNvPr>
          <p:cNvSpPr>
            <a:spLocks noGrp="1"/>
          </p:cNvSpPr>
          <p:nvPr/>
        </p:nvSpPr>
        <p:spPr>
          <a:xfrm>
            <a:off x="739140" y="4473417"/>
            <a:ext cx="779827" cy="78000"/>
          </a:xfrm>
          <a:prstGeom prst="rect">
            <a:avLst/>
          </a:prstGeom>
          <a:solidFill>
            <a:srgbClr val="90A4AE"/>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88" name="Imagem 1"/>
          <p:cNvPicPr>
            <a:picLocks noChangeAspect="1"/>
          </p:cNvPicPr>
          <p:nvPr/>
        </p:nvPicPr>
        <p:blipFill>
          <a:blip r:embed="rId2"/>
          <a:stretch>
            <a:fillRect/>
          </a:stretch>
        </p:blipFill>
        <p:spPr>
          <a:xfrm>
            <a:off x="739140" y="668426"/>
            <a:ext cx="1461600" cy="666662"/>
          </a:xfrm>
          <a:prstGeom prst="rect">
            <a:avLst/>
          </a:prstGeom>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0_Layout Personalizado">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1384837C-8ACE-352D-BFA1-556C39F72480}"/>
              </a:ext>
            </a:extLst>
          </p:cNvPr>
          <p:cNvSpPr>
            <a:spLocks noGrp="1"/>
          </p:cNvSpPr>
          <p:nvPr/>
        </p:nvSpPr>
        <p:spPr>
          <a:xfrm>
            <a:off x="365125" y="365124"/>
            <a:ext cx="11455400" cy="6134736"/>
          </a:xfrm>
          <a:prstGeom prst="rect">
            <a:avLst/>
          </a:prstGeom>
          <a:solidFill>
            <a:srgbClr val="F2F2F2">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Forma Livre: Forma 7">
            <a:extLst>
              <a:ext uri="{FF2B5EF4-FFF2-40B4-BE49-F238E27FC236}">
                <a16:creationId xmlns:a16="http://schemas.microsoft.com/office/drawing/2014/main" id="{E0898596-799D-DD65-4DE3-DA76EB1C53FB}"/>
              </a:ext>
            </a:extLst>
          </p:cNvPr>
          <p:cNvSpPr>
            <a:spLocks noGrp="1"/>
          </p:cNvSpPr>
          <p:nvPr/>
        </p:nvSpPr>
        <p:spPr>
          <a:xfrm>
            <a:off x="9822180" y="2476500"/>
            <a:ext cx="2004060" cy="2011680"/>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Forma Livre: Forma 8">
            <a:extLst>
              <a:ext uri="{FF2B5EF4-FFF2-40B4-BE49-F238E27FC236}">
                <a16:creationId xmlns:a16="http://schemas.microsoft.com/office/drawing/2014/main" id="{4E5886E6-71C6-094F-DA95-66CF57306627}"/>
              </a:ext>
            </a:extLst>
          </p:cNvPr>
          <p:cNvSpPr>
            <a:spLocks noGrp="1"/>
          </p:cNvSpPr>
          <p:nvPr/>
        </p:nvSpPr>
        <p:spPr>
          <a:xfrm>
            <a:off x="10226040" y="2880013"/>
            <a:ext cx="1594485" cy="1600547"/>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Conector reto 9">
            <a:extLst>
              <a:ext uri="{FF2B5EF4-FFF2-40B4-BE49-F238E27FC236}">
                <a16:creationId xmlns:a16="http://schemas.microsoft.com/office/drawing/2014/main" id="{5DA4C456-00A6-4E21-8278-43E0BE4E8F9D}"/>
              </a:ext>
            </a:extLst>
          </p:cNvPr>
          <p:cNvSpPr>
            <a:spLocks noGrp="1"/>
          </p:cNvSpPr>
          <p:nvPr/>
        </p:nvSpPr>
        <p:spPr>
          <a:xfrm flipV="1">
            <a:off x="9928860" y="2613660"/>
            <a:ext cx="1447800" cy="144780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sp>
      <p:sp>
        <p:nvSpPr>
          <p:cNvPr id="11" name="Conector reto 10">
            <a:extLst>
              <a:ext uri="{FF2B5EF4-FFF2-40B4-BE49-F238E27FC236}">
                <a16:creationId xmlns:a16="http://schemas.microsoft.com/office/drawing/2014/main" id="{BD65E513-C082-4F58-8346-ADEECB4B0071}"/>
              </a:ext>
            </a:extLst>
          </p:cNvPr>
          <p:cNvSpPr>
            <a:spLocks noGrp="1"/>
          </p:cNvSpPr>
          <p:nvPr/>
        </p:nvSpPr>
        <p:spPr>
          <a:xfrm flipV="1">
            <a:off x="8629650" y="2956386"/>
            <a:ext cx="1447800" cy="144780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sp>
      <p:sp>
        <p:nvSpPr>
          <p:cNvPr id="12" name="Conector reto 11">
            <a:extLst>
              <a:ext uri="{FF2B5EF4-FFF2-40B4-BE49-F238E27FC236}">
                <a16:creationId xmlns:a16="http://schemas.microsoft.com/office/drawing/2014/main" id="{CC0F083C-9519-47BD-AA94-DA1E35B321AD}"/>
              </a:ext>
            </a:extLst>
          </p:cNvPr>
          <p:cNvSpPr>
            <a:spLocks noGrp="1"/>
          </p:cNvSpPr>
          <p:nvPr/>
        </p:nvSpPr>
        <p:spPr>
          <a:xfrm flipV="1">
            <a:off x="11023282" y="3797936"/>
            <a:ext cx="615632" cy="615632"/>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sp>
      <p:sp>
        <p:nvSpPr>
          <p:cNvPr id="34" name="Conector reto 33">
            <a:extLst>
              <a:ext uri="{FF2B5EF4-FFF2-40B4-BE49-F238E27FC236}">
                <a16:creationId xmlns:a16="http://schemas.microsoft.com/office/drawing/2014/main" id="{3B4FE30A-8089-4F92-AA9A-9754BEDC91FF}"/>
              </a:ext>
            </a:extLst>
          </p:cNvPr>
          <p:cNvSpPr>
            <a:spLocks noGrp="1"/>
          </p:cNvSpPr>
          <p:nvPr/>
        </p:nvSpPr>
        <p:spPr>
          <a:xfrm flipV="1">
            <a:off x="3605841" y="4000500"/>
            <a:ext cx="1447800" cy="1447800"/>
          </a:xfrm>
          <a:prstGeom prst="line">
            <a:avLst/>
          </a:prstGeom>
          <a:ln w="3175">
            <a:solidFill>
              <a:srgbClr val="F1E1E2"/>
            </a:solidFill>
          </a:ln>
        </p:spPr>
        <p:style>
          <a:lnRef idx="1">
            <a:schemeClr val="accent1"/>
          </a:lnRef>
          <a:fillRef idx="0">
            <a:schemeClr val="accent1"/>
          </a:fillRef>
          <a:effectRef idx="0">
            <a:schemeClr val="accent1"/>
          </a:effectRef>
          <a:fontRef idx="minor">
            <a:schemeClr val="tx1"/>
          </a:fontRef>
        </p:style>
      </p:sp>
      <p:sp>
        <p:nvSpPr>
          <p:cNvPr id="35" name="Conector reto 34">
            <a:extLst>
              <a:ext uri="{FF2B5EF4-FFF2-40B4-BE49-F238E27FC236}">
                <a16:creationId xmlns:a16="http://schemas.microsoft.com/office/drawing/2014/main" id="{E86ED14F-5E39-4EE0-84A8-5EB3D754B38A}"/>
              </a:ext>
            </a:extLst>
          </p:cNvPr>
          <p:cNvSpPr>
            <a:spLocks noGrp="1"/>
          </p:cNvSpPr>
          <p:nvPr/>
        </p:nvSpPr>
        <p:spPr>
          <a:xfrm flipV="1">
            <a:off x="4138165" y="1699857"/>
            <a:ext cx="1447800" cy="1447800"/>
          </a:xfrm>
          <a:prstGeom prst="line">
            <a:avLst/>
          </a:prstGeom>
          <a:ln w="3175">
            <a:solidFill>
              <a:srgbClr val="F1E1E2"/>
            </a:solidFill>
          </a:ln>
        </p:spPr>
        <p:style>
          <a:lnRef idx="1">
            <a:schemeClr val="accent1"/>
          </a:lnRef>
          <a:fillRef idx="0">
            <a:schemeClr val="accent1"/>
          </a:fillRef>
          <a:effectRef idx="0">
            <a:schemeClr val="accent1"/>
          </a:effectRef>
          <a:fontRef idx="minor">
            <a:schemeClr val="tx1"/>
          </a:fontRef>
        </p:style>
      </p:sp>
      <p:sp>
        <p:nvSpPr>
          <p:cNvPr id="37" name="Forma Livre: Forma 36">
            <a:extLst>
              <a:ext uri="{FF2B5EF4-FFF2-40B4-BE49-F238E27FC236}">
                <a16:creationId xmlns:a16="http://schemas.microsoft.com/office/drawing/2014/main" id="{E112C766-A728-8457-D31F-3162319711E5}"/>
              </a:ext>
            </a:extLst>
          </p:cNvPr>
          <p:cNvSpPr>
            <a:spLocks noGrp="1"/>
          </p:cNvSpPr>
          <p:nvPr/>
        </p:nvSpPr>
        <p:spPr>
          <a:xfrm flipH="1">
            <a:off x="5483502" y="4480560"/>
            <a:ext cx="2672940" cy="2003405"/>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rotWithShape="1">
            <a:gsLst>
              <a:gs pos="100000">
                <a:schemeClr val="bg1">
                  <a:alpha val="3000"/>
                </a:schemeClr>
              </a:gs>
              <a:gs pos="0">
                <a:srgbClr val="CBBA83">
                  <a:alpha val="28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38" name="Forma Livre: Forma 37">
            <a:extLst>
              <a:ext uri="{FF2B5EF4-FFF2-40B4-BE49-F238E27FC236}">
                <a16:creationId xmlns:a16="http://schemas.microsoft.com/office/drawing/2014/main" id="{37CE2F21-014B-E961-8F8A-8183B8B9898D}"/>
              </a:ext>
            </a:extLst>
          </p:cNvPr>
          <p:cNvSpPr>
            <a:spLocks noGrp="1"/>
          </p:cNvSpPr>
          <p:nvPr/>
        </p:nvSpPr>
        <p:spPr>
          <a:xfrm flipH="1">
            <a:off x="5916613" y="4715593"/>
            <a:ext cx="2371250" cy="1777283"/>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rotWithShape="1">
            <a:gsLst>
              <a:gs pos="100000">
                <a:schemeClr val="bg1">
                  <a:alpha val="3000"/>
                </a:schemeClr>
              </a:gs>
              <a:gs pos="0">
                <a:srgbClr val="CBBA83">
                  <a:alpha val="28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0" name="Forma Livre: Forma 39">
            <a:extLst>
              <a:ext uri="{FF2B5EF4-FFF2-40B4-BE49-F238E27FC236}">
                <a16:creationId xmlns:a16="http://schemas.microsoft.com/office/drawing/2014/main" id="{C3EE6132-A127-97F5-B324-C93AEFC9A8A0}"/>
              </a:ext>
            </a:extLst>
          </p:cNvPr>
          <p:cNvSpPr>
            <a:spLocks noGrp="1"/>
          </p:cNvSpPr>
          <p:nvPr/>
        </p:nvSpPr>
        <p:spPr>
          <a:xfrm flipH="1">
            <a:off x="2927560" y="365124"/>
            <a:ext cx="2672940" cy="2003405"/>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rotWithShape="1">
            <a:gsLst>
              <a:gs pos="100000">
                <a:schemeClr val="bg1">
                  <a:alpha val="3000"/>
                </a:schemeClr>
              </a:gs>
              <a:gs pos="0">
                <a:srgbClr val="CBBA83">
                  <a:alpha val="28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1" name="Forma Livre: Forma 40">
            <a:extLst>
              <a:ext uri="{FF2B5EF4-FFF2-40B4-BE49-F238E27FC236}">
                <a16:creationId xmlns:a16="http://schemas.microsoft.com/office/drawing/2014/main" id="{A26EB523-A67F-72BB-7711-F37EFDA1D98A}"/>
              </a:ext>
            </a:extLst>
          </p:cNvPr>
          <p:cNvSpPr>
            <a:spLocks noGrp="1"/>
          </p:cNvSpPr>
          <p:nvPr/>
        </p:nvSpPr>
        <p:spPr>
          <a:xfrm flipH="1">
            <a:off x="3360671" y="600157"/>
            <a:ext cx="2371250" cy="1777283"/>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rotWithShape="1">
            <a:gsLst>
              <a:gs pos="100000">
                <a:schemeClr val="bg1">
                  <a:alpha val="3000"/>
                </a:schemeClr>
              </a:gs>
              <a:gs pos="0">
                <a:srgbClr val="CBBA83">
                  <a:alpha val="28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2" name="Conector reto 41">
            <a:extLst>
              <a:ext uri="{FF2B5EF4-FFF2-40B4-BE49-F238E27FC236}">
                <a16:creationId xmlns:a16="http://schemas.microsoft.com/office/drawing/2014/main" id="{711C7F61-242A-4F71-96F4-423A04334F82}"/>
              </a:ext>
            </a:extLst>
          </p:cNvPr>
          <p:cNvSpPr>
            <a:spLocks noGrp="1"/>
          </p:cNvSpPr>
          <p:nvPr/>
        </p:nvSpPr>
        <p:spPr>
          <a:xfrm flipV="1">
            <a:off x="2723164" y="1455778"/>
            <a:ext cx="697946" cy="697946"/>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sp>
      <p:sp>
        <p:nvSpPr>
          <p:cNvPr id="43" name="Retângulo 42">
            <a:extLst>
              <a:ext uri="{FF2B5EF4-FFF2-40B4-BE49-F238E27FC236}">
                <a16:creationId xmlns:a16="http://schemas.microsoft.com/office/drawing/2014/main" id="{7CACF285-9527-458F-E910-F45BF1FE4CA0}"/>
              </a:ext>
            </a:extLst>
          </p:cNvPr>
          <p:cNvSpPr>
            <a:spLocks noGrp="1"/>
          </p:cNvSpPr>
          <p:nvPr/>
        </p:nvSpPr>
        <p:spPr>
          <a:xfrm>
            <a:off x="5912644" y="4473417"/>
            <a:ext cx="5914231" cy="78000"/>
          </a:xfrm>
          <a:prstGeom prst="rect">
            <a:avLst/>
          </a:prstGeom>
          <a:solidFill>
            <a:srgbClr val="CBBA83"/>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4" name="Forma Livre: Forma 43">
            <a:extLst>
              <a:ext uri="{FF2B5EF4-FFF2-40B4-BE49-F238E27FC236}">
                <a16:creationId xmlns:a16="http://schemas.microsoft.com/office/drawing/2014/main" id="{432BE317-1EE9-54E1-EEB5-0B7B594E4182}"/>
              </a:ext>
            </a:extLst>
          </p:cNvPr>
          <p:cNvSpPr>
            <a:spLocks noGrp="1"/>
          </p:cNvSpPr>
          <p:nvPr/>
        </p:nvSpPr>
        <p:spPr>
          <a:xfrm rot="16200000">
            <a:off x="8682305" y="1329444"/>
            <a:ext cx="3135292" cy="3147212"/>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6" name="Forma Livre: Forma 45">
            <a:extLst>
              <a:ext uri="{FF2B5EF4-FFF2-40B4-BE49-F238E27FC236}">
                <a16:creationId xmlns:a16="http://schemas.microsoft.com/office/drawing/2014/main" id="{5016AB37-40D4-075B-B8D8-13CEE1BD66FC}"/>
              </a:ext>
            </a:extLst>
          </p:cNvPr>
          <p:cNvSpPr>
            <a:spLocks noGrp="1"/>
          </p:cNvSpPr>
          <p:nvPr/>
        </p:nvSpPr>
        <p:spPr>
          <a:xfrm flipH="1">
            <a:off x="7918754" y="4531010"/>
            <a:ext cx="2774647" cy="2079636"/>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rotWithShape="1">
            <a:gsLst>
              <a:gs pos="100000">
                <a:schemeClr val="bg1">
                  <a:alpha val="3000"/>
                </a:schemeClr>
              </a:gs>
              <a:gs pos="0">
                <a:srgbClr val="CBBA83">
                  <a:alpha val="28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7" name="Forma Livre: Forma 46">
            <a:extLst>
              <a:ext uri="{FF2B5EF4-FFF2-40B4-BE49-F238E27FC236}">
                <a16:creationId xmlns:a16="http://schemas.microsoft.com/office/drawing/2014/main" id="{4D40EB62-BD0E-102C-3FB0-DF71C938A5F0}"/>
              </a:ext>
            </a:extLst>
          </p:cNvPr>
          <p:cNvSpPr>
            <a:spLocks noGrp="1"/>
          </p:cNvSpPr>
          <p:nvPr/>
        </p:nvSpPr>
        <p:spPr>
          <a:xfrm flipH="1">
            <a:off x="7564112" y="4552338"/>
            <a:ext cx="2903299" cy="2176062"/>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rotWithShape="1">
            <a:gsLst>
              <a:gs pos="100000">
                <a:schemeClr val="bg1">
                  <a:alpha val="3000"/>
                </a:schemeClr>
              </a:gs>
              <a:gs pos="0">
                <a:srgbClr val="CBBA83">
                  <a:alpha val="28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8" name="Forma Livre: Forma 47">
            <a:extLst>
              <a:ext uri="{FF2B5EF4-FFF2-40B4-BE49-F238E27FC236}">
                <a16:creationId xmlns:a16="http://schemas.microsoft.com/office/drawing/2014/main" id="{EA8299C6-A081-9D82-07AF-3DD67E5A307F}"/>
              </a:ext>
            </a:extLst>
          </p:cNvPr>
          <p:cNvSpPr>
            <a:spLocks noGrp="1"/>
          </p:cNvSpPr>
          <p:nvPr/>
        </p:nvSpPr>
        <p:spPr>
          <a:xfrm rot="16200000">
            <a:off x="10695549" y="1325003"/>
            <a:ext cx="1129477" cy="1133771"/>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4" name="Espaço Reservado para Imagem 63">
            <a:extLst>
              <a:ext uri="{FF2B5EF4-FFF2-40B4-BE49-F238E27FC236}">
                <a16:creationId xmlns:a16="http://schemas.microsoft.com/office/drawing/2014/main" id="{0E3172E3-5649-6AFD-084B-37DD4A1C617C}"/>
              </a:ext>
            </a:extLst>
          </p:cNvPr>
          <p:cNvSpPr>
            <a:spLocks noGrp="1"/>
          </p:cNvSpPr>
          <p:nvPr>
            <p:ph type="pic" idx="10"/>
          </p:nvPr>
        </p:nvSpPr>
        <p:spPr>
          <a:xfrm>
            <a:off x="5913120" y="1335088"/>
            <a:ext cx="5907405" cy="3135312"/>
          </a:xfrm>
          <a:custGeom>
            <a:avLst/>
            <a:gdLst>
              <a:gd name="connsiteX0" fmla="*/ 3613012 w 5907405"/>
              <a:gd name="connsiteY0" fmla="*/ 2326915 h 3135312"/>
              <a:gd name="connsiteX1" fmla="*/ 2938564 w 5907405"/>
              <a:gd name="connsiteY1" fmla="*/ 3001364 h 3135312"/>
              <a:gd name="connsiteX2" fmla="*/ 2941110 w 5907405"/>
              <a:gd name="connsiteY2" fmla="*/ 3003909 h 3135312"/>
              <a:gd name="connsiteX3" fmla="*/ 3615558 w 5907405"/>
              <a:gd name="connsiteY3" fmla="*/ 2329461 h 3135312"/>
              <a:gd name="connsiteX4" fmla="*/ 3464422 w 5907405"/>
              <a:gd name="connsiteY4" fmla="*/ 1883590 h 3135312"/>
              <a:gd name="connsiteX5" fmla="*/ 2789974 w 5907405"/>
              <a:gd name="connsiteY5" fmla="*/ 2558039 h 3135312"/>
              <a:gd name="connsiteX6" fmla="*/ 2792520 w 5907405"/>
              <a:gd name="connsiteY6" fmla="*/ 2560584 h 3135312"/>
              <a:gd name="connsiteX7" fmla="*/ 3466968 w 5907405"/>
              <a:gd name="connsiteY7" fmla="*/ 1886136 h 3135312"/>
              <a:gd name="connsiteX8" fmla="*/ 5092326 w 5907405"/>
              <a:gd name="connsiteY8" fmla="*/ 1682330 h 3135312"/>
              <a:gd name="connsiteX9" fmla="*/ 3913667 w 5907405"/>
              <a:gd name="connsiteY9" fmla="*/ 2860988 h 3135312"/>
              <a:gd name="connsiteX10" fmla="*/ 3916212 w 5907405"/>
              <a:gd name="connsiteY10" fmla="*/ 2863534 h 3135312"/>
              <a:gd name="connsiteX11" fmla="*/ 5094871 w 5907405"/>
              <a:gd name="connsiteY11" fmla="*/ 1684875 h 3135312"/>
              <a:gd name="connsiteX12" fmla="*/ 5092326 w 5907405"/>
              <a:gd name="connsiteY12" fmla="*/ 421589 h 3135312"/>
              <a:gd name="connsiteX13" fmla="*/ 4417878 w 5907405"/>
              <a:gd name="connsiteY13" fmla="*/ 1096038 h 3135312"/>
              <a:gd name="connsiteX14" fmla="*/ 4420424 w 5907405"/>
              <a:gd name="connsiteY14" fmla="*/ 1098583 h 3135312"/>
              <a:gd name="connsiteX15" fmla="*/ 5094872 w 5907405"/>
              <a:gd name="connsiteY15" fmla="*/ 424135 h 3135312"/>
              <a:gd name="connsiteX16" fmla="*/ 0 w 5907405"/>
              <a:gd name="connsiteY16" fmla="*/ 0 h 3135312"/>
              <a:gd name="connsiteX17" fmla="*/ 5907405 w 5907405"/>
              <a:gd name="connsiteY17" fmla="*/ 0 h 3135312"/>
              <a:gd name="connsiteX18" fmla="*/ 5907405 w 5907405"/>
              <a:gd name="connsiteY18" fmla="*/ 3135312 h 3135312"/>
              <a:gd name="connsiteX19" fmla="*/ 0 w 5907405"/>
              <a:gd name="connsiteY19" fmla="*/ 3135312 h 3135312"/>
            </a:gdLst>
            <a:ahLst/>
            <a:cxnLst/>
            <a:rect l="l" t="t" r="r" b="b"/>
            <a:pathLst>
              <a:path w="5907405" h="3135312">
                <a:moveTo>
                  <a:pt x="3613012" y="2326915"/>
                </a:moveTo>
                <a:lnTo>
                  <a:pt x="2938564" y="3001364"/>
                </a:lnTo>
                <a:lnTo>
                  <a:pt x="2941110" y="3003909"/>
                </a:lnTo>
                <a:lnTo>
                  <a:pt x="3615558" y="2329461"/>
                </a:lnTo>
                <a:close/>
                <a:moveTo>
                  <a:pt x="3464422" y="1883590"/>
                </a:moveTo>
                <a:lnTo>
                  <a:pt x="2789974" y="2558039"/>
                </a:lnTo>
                <a:lnTo>
                  <a:pt x="2792520" y="2560584"/>
                </a:lnTo>
                <a:lnTo>
                  <a:pt x="3466968" y="1886136"/>
                </a:lnTo>
                <a:close/>
                <a:moveTo>
                  <a:pt x="5092326" y="1682330"/>
                </a:moveTo>
                <a:lnTo>
                  <a:pt x="3913667" y="2860988"/>
                </a:lnTo>
                <a:lnTo>
                  <a:pt x="3916212" y="2863534"/>
                </a:lnTo>
                <a:lnTo>
                  <a:pt x="5094871" y="1684875"/>
                </a:lnTo>
                <a:close/>
                <a:moveTo>
                  <a:pt x="5092326" y="421589"/>
                </a:moveTo>
                <a:lnTo>
                  <a:pt x="4417878" y="1096038"/>
                </a:lnTo>
                <a:lnTo>
                  <a:pt x="4420424" y="1098583"/>
                </a:lnTo>
                <a:lnTo>
                  <a:pt x="5094872" y="424135"/>
                </a:lnTo>
                <a:close/>
                <a:moveTo>
                  <a:pt x="0" y="0"/>
                </a:moveTo>
                <a:lnTo>
                  <a:pt x="5907405" y="0"/>
                </a:lnTo>
                <a:lnTo>
                  <a:pt x="5907405" y="3135312"/>
                </a:lnTo>
                <a:lnTo>
                  <a:pt x="0" y="3135312"/>
                </a:lnTo>
                <a:close/>
              </a:path>
            </a:pathLst>
          </a:custGeom>
        </p:spPr>
        <p:txBody>
          <a:bodyPr wrap="square">
            <a:noAutofit/>
          </a:bodyPr>
          <a:lstStyle>
            <a:lvl1pPr marL="0" indent="0" algn="ctr">
              <a:buNone/>
              <a:defRPr sz="1200"/>
            </a:lvl1pPr>
          </a:lstStyle>
          <a:p>
            <a:endParaRPr/>
          </a:p>
        </p:txBody>
      </p:sp>
      <p:sp>
        <p:nvSpPr>
          <p:cNvPr id="51" name="Espaço Reservado para Texto 29">
            <a:extLst>
              <a:ext uri="{FF2B5EF4-FFF2-40B4-BE49-F238E27FC236}">
                <a16:creationId xmlns:a16="http://schemas.microsoft.com/office/drawing/2014/main" id="{FFF117DF-F6B0-B6BB-AD52-62517D1B306F}"/>
              </a:ext>
            </a:extLst>
          </p:cNvPr>
          <p:cNvSpPr>
            <a:spLocks noGrp="1"/>
          </p:cNvSpPr>
          <p:nvPr>
            <p:ph type="body" idx="11" hasCustomPrompt="1"/>
          </p:nvPr>
        </p:nvSpPr>
        <p:spPr>
          <a:xfrm>
            <a:off x="740727" y="3804217"/>
            <a:ext cx="4970463" cy="615553"/>
          </a:xfrm>
        </p:spPr>
        <p:txBody>
          <a:bodyPr wrap="square" lIns="0" tIns="0" rIns="0" bIns="0" anchor="b">
            <a:spAutoFit/>
          </a:bodyPr>
          <a:lstStyle>
            <a:lvl1pPr marL="0" indent="0">
              <a:lnSpc>
                <a:spcPct val="100000"/>
              </a:lnSpc>
              <a:spcBef>
                <a:spcPts val="0"/>
              </a:spcBef>
              <a:buNone/>
              <a:defRPr sz="2000" cap="all" baseline="0"/>
            </a:lvl1pPr>
            <a:lvl2pPr marL="457200" indent="0">
              <a:buNone/>
              <a:defRPr/>
            </a:lvl2pPr>
          </a:lstStyle>
          <a:p>
            <a:pPr>
              <a:buNone/>
            </a:pPr>
            <a:r>
              <a:t>Clique para editar </a:t>
            </a:r>
            <a:br/>
            <a:r>
              <a:t>os estilos de texto Mestres</a:t>
            </a:r>
          </a:p>
        </p:txBody>
      </p:sp>
      <p:sp>
        <p:nvSpPr>
          <p:cNvPr id="52" name="Espaço Reservado para Texto 29">
            <a:extLst>
              <a:ext uri="{FF2B5EF4-FFF2-40B4-BE49-F238E27FC236}">
                <a16:creationId xmlns:a16="http://schemas.microsoft.com/office/drawing/2014/main" id="{E8CD2D87-078F-C9E6-2767-93F54E412E7D}"/>
              </a:ext>
            </a:extLst>
          </p:cNvPr>
          <p:cNvSpPr>
            <a:spLocks noGrp="1"/>
          </p:cNvSpPr>
          <p:nvPr>
            <p:ph type="body" idx="12" hasCustomPrompt="1"/>
          </p:nvPr>
        </p:nvSpPr>
        <p:spPr>
          <a:xfrm>
            <a:off x="740727" y="4626257"/>
            <a:ext cx="4970463" cy="430887"/>
          </a:xfrm>
        </p:spPr>
        <p:txBody>
          <a:bodyPr lIns="0" tIns="0" rIns="0" bIns="0" anchor="t">
            <a:spAutoFit/>
          </a:bodyPr>
          <a:lstStyle>
            <a:lvl1pPr marL="0" indent="0">
              <a:lnSpc>
                <a:spcPct val="100000"/>
              </a:lnSpc>
              <a:spcBef>
                <a:spcPts val="0"/>
              </a:spcBef>
              <a:buNone/>
              <a:defRPr sz="1400" cap="none" baseline="0">
                <a:solidFill>
                  <a:srgbClr val="69758F"/>
                </a:solidFill>
              </a:defRPr>
            </a:lvl1pPr>
            <a:lvl2pPr marL="457200" indent="0">
              <a:buNone/>
              <a:defRPr/>
            </a:lvl2pPr>
          </a:lstStyle>
          <a:p>
            <a:pPr>
              <a:buNone/>
            </a:pPr>
            <a:r>
              <a:t>Clique para editar </a:t>
            </a:r>
            <a:br/>
            <a:r>
              <a:t>os estilos de texto Mestres</a:t>
            </a:r>
          </a:p>
        </p:txBody>
      </p:sp>
      <p:sp>
        <p:nvSpPr>
          <p:cNvPr id="54" name="Retângulo 53">
            <a:extLst>
              <a:ext uri="{FF2B5EF4-FFF2-40B4-BE49-F238E27FC236}">
                <a16:creationId xmlns:a16="http://schemas.microsoft.com/office/drawing/2014/main" id="{80E344DB-15AA-C8B9-3FCC-A5F7361BFCD4}"/>
              </a:ext>
            </a:extLst>
          </p:cNvPr>
          <p:cNvSpPr>
            <a:spLocks noGrp="1"/>
          </p:cNvSpPr>
          <p:nvPr/>
        </p:nvSpPr>
        <p:spPr>
          <a:xfrm>
            <a:off x="739140" y="4473417"/>
            <a:ext cx="779827" cy="78000"/>
          </a:xfrm>
          <a:prstGeom prst="rect">
            <a:avLst/>
          </a:prstGeom>
          <a:solidFill>
            <a:srgbClr val="CBBA83"/>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88" name="Imagem 1"/>
          <p:cNvPicPr>
            <a:picLocks noChangeAspect="1"/>
          </p:cNvPicPr>
          <p:nvPr/>
        </p:nvPicPr>
        <p:blipFill>
          <a:blip r:embed="rId2"/>
          <a:stretch>
            <a:fillRect/>
          </a:stretch>
        </p:blipFill>
        <p:spPr>
          <a:xfrm>
            <a:off x="739140" y="668426"/>
            <a:ext cx="1461600" cy="666662"/>
          </a:xfrm>
          <a:prstGeom prst="rect">
            <a:avLst/>
          </a:prstGeom>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1_Layout Personalizado">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1384837C-8ACE-352D-BFA1-556C39F72480}"/>
              </a:ext>
            </a:extLst>
          </p:cNvPr>
          <p:cNvSpPr>
            <a:spLocks noGrp="1"/>
          </p:cNvSpPr>
          <p:nvPr/>
        </p:nvSpPr>
        <p:spPr>
          <a:xfrm>
            <a:off x="365125" y="365124"/>
            <a:ext cx="11455400" cy="6134736"/>
          </a:xfrm>
          <a:prstGeom prst="rect">
            <a:avLst/>
          </a:prstGeom>
          <a:solidFill>
            <a:srgbClr val="F2F2F2">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Forma Livre: Forma 7">
            <a:extLst>
              <a:ext uri="{FF2B5EF4-FFF2-40B4-BE49-F238E27FC236}">
                <a16:creationId xmlns:a16="http://schemas.microsoft.com/office/drawing/2014/main" id="{E0898596-799D-DD65-4DE3-DA76EB1C53FB}"/>
              </a:ext>
            </a:extLst>
          </p:cNvPr>
          <p:cNvSpPr>
            <a:spLocks noGrp="1"/>
          </p:cNvSpPr>
          <p:nvPr/>
        </p:nvSpPr>
        <p:spPr>
          <a:xfrm>
            <a:off x="9822180" y="2476500"/>
            <a:ext cx="2004060" cy="2011680"/>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Forma Livre: Forma 8">
            <a:extLst>
              <a:ext uri="{FF2B5EF4-FFF2-40B4-BE49-F238E27FC236}">
                <a16:creationId xmlns:a16="http://schemas.microsoft.com/office/drawing/2014/main" id="{4E5886E6-71C6-094F-DA95-66CF57306627}"/>
              </a:ext>
            </a:extLst>
          </p:cNvPr>
          <p:cNvSpPr>
            <a:spLocks noGrp="1"/>
          </p:cNvSpPr>
          <p:nvPr/>
        </p:nvSpPr>
        <p:spPr>
          <a:xfrm>
            <a:off x="10226040" y="2880013"/>
            <a:ext cx="1594485" cy="1600547"/>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Conector reto 9">
            <a:extLst>
              <a:ext uri="{FF2B5EF4-FFF2-40B4-BE49-F238E27FC236}">
                <a16:creationId xmlns:a16="http://schemas.microsoft.com/office/drawing/2014/main" id="{2E8E4668-68B8-45A1-BDFA-2524ED05CEEB}"/>
              </a:ext>
            </a:extLst>
          </p:cNvPr>
          <p:cNvSpPr>
            <a:spLocks noGrp="1"/>
          </p:cNvSpPr>
          <p:nvPr/>
        </p:nvSpPr>
        <p:spPr>
          <a:xfrm flipV="1">
            <a:off x="9928860" y="2613660"/>
            <a:ext cx="1447800" cy="144780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sp>
      <p:sp>
        <p:nvSpPr>
          <p:cNvPr id="11" name="Conector reto 10">
            <a:extLst>
              <a:ext uri="{FF2B5EF4-FFF2-40B4-BE49-F238E27FC236}">
                <a16:creationId xmlns:a16="http://schemas.microsoft.com/office/drawing/2014/main" id="{AC76368C-B61C-464B-9155-DA0C8DA3781E}"/>
              </a:ext>
            </a:extLst>
          </p:cNvPr>
          <p:cNvSpPr>
            <a:spLocks noGrp="1"/>
          </p:cNvSpPr>
          <p:nvPr/>
        </p:nvSpPr>
        <p:spPr>
          <a:xfrm flipV="1">
            <a:off x="8629650" y="2956386"/>
            <a:ext cx="1447800" cy="144780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sp>
      <p:sp>
        <p:nvSpPr>
          <p:cNvPr id="12" name="Conector reto 11">
            <a:extLst>
              <a:ext uri="{FF2B5EF4-FFF2-40B4-BE49-F238E27FC236}">
                <a16:creationId xmlns:a16="http://schemas.microsoft.com/office/drawing/2014/main" id="{06482178-BD32-45E6-B996-2BF91BF97155}"/>
              </a:ext>
            </a:extLst>
          </p:cNvPr>
          <p:cNvSpPr>
            <a:spLocks noGrp="1"/>
          </p:cNvSpPr>
          <p:nvPr/>
        </p:nvSpPr>
        <p:spPr>
          <a:xfrm flipV="1">
            <a:off x="11023282" y="3797936"/>
            <a:ext cx="615632" cy="615632"/>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sp>
      <p:sp>
        <p:nvSpPr>
          <p:cNvPr id="34" name="Conector reto 33">
            <a:extLst>
              <a:ext uri="{FF2B5EF4-FFF2-40B4-BE49-F238E27FC236}">
                <a16:creationId xmlns:a16="http://schemas.microsoft.com/office/drawing/2014/main" id="{563D0066-3C75-4FF4-A66C-897C9170C8D8}"/>
              </a:ext>
            </a:extLst>
          </p:cNvPr>
          <p:cNvSpPr>
            <a:spLocks noGrp="1"/>
          </p:cNvSpPr>
          <p:nvPr/>
        </p:nvSpPr>
        <p:spPr>
          <a:xfrm flipV="1">
            <a:off x="3605841" y="4000500"/>
            <a:ext cx="1447800" cy="1447800"/>
          </a:xfrm>
          <a:prstGeom prst="line">
            <a:avLst/>
          </a:prstGeom>
          <a:ln w="3175">
            <a:solidFill>
              <a:srgbClr val="F1E1E2"/>
            </a:solidFill>
          </a:ln>
        </p:spPr>
        <p:style>
          <a:lnRef idx="1">
            <a:schemeClr val="accent1"/>
          </a:lnRef>
          <a:fillRef idx="0">
            <a:schemeClr val="accent1"/>
          </a:fillRef>
          <a:effectRef idx="0">
            <a:schemeClr val="accent1"/>
          </a:effectRef>
          <a:fontRef idx="minor">
            <a:schemeClr val="tx1"/>
          </a:fontRef>
        </p:style>
      </p:sp>
      <p:sp>
        <p:nvSpPr>
          <p:cNvPr id="35" name="Conector reto 34">
            <a:extLst>
              <a:ext uri="{FF2B5EF4-FFF2-40B4-BE49-F238E27FC236}">
                <a16:creationId xmlns:a16="http://schemas.microsoft.com/office/drawing/2014/main" id="{09C1F074-8B5B-4A25-A01C-015721A2BC6B}"/>
              </a:ext>
            </a:extLst>
          </p:cNvPr>
          <p:cNvSpPr>
            <a:spLocks noGrp="1"/>
          </p:cNvSpPr>
          <p:nvPr/>
        </p:nvSpPr>
        <p:spPr>
          <a:xfrm flipV="1">
            <a:off x="4138165" y="1699857"/>
            <a:ext cx="1447800" cy="1447800"/>
          </a:xfrm>
          <a:prstGeom prst="line">
            <a:avLst/>
          </a:prstGeom>
          <a:ln w="3175">
            <a:solidFill>
              <a:srgbClr val="F1E1E2"/>
            </a:solidFill>
          </a:ln>
        </p:spPr>
        <p:style>
          <a:lnRef idx="1">
            <a:schemeClr val="accent1"/>
          </a:lnRef>
          <a:fillRef idx="0">
            <a:schemeClr val="accent1"/>
          </a:fillRef>
          <a:effectRef idx="0">
            <a:schemeClr val="accent1"/>
          </a:effectRef>
          <a:fontRef idx="minor">
            <a:schemeClr val="tx1"/>
          </a:fontRef>
        </p:style>
      </p:sp>
      <p:sp>
        <p:nvSpPr>
          <p:cNvPr id="37" name="Forma Livre: Forma 36">
            <a:extLst>
              <a:ext uri="{FF2B5EF4-FFF2-40B4-BE49-F238E27FC236}">
                <a16:creationId xmlns:a16="http://schemas.microsoft.com/office/drawing/2014/main" id="{E112C766-A728-8457-D31F-3162319711E5}"/>
              </a:ext>
            </a:extLst>
          </p:cNvPr>
          <p:cNvSpPr>
            <a:spLocks noGrp="1"/>
          </p:cNvSpPr>
          <p:nvPr/>
        </p:nvSpPr>
        <p:spPr>
          <a:xfrm flipH="1">
            <a:off x="5483502" y="4480560"/>
            <a:ext cx="2672940" cy="2003405"/>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38" name="Forma Livre: Forma 37">
            <a:extLst>
              <a:ext uri="{FF2B5EF4-FFF2-40B4-BE49-F238E27FC236}">
                <a16:creationId xmlns:a16="http://schemas.microsoft.com/office/drawing/2014/main" id="{37CE2F21-014B-E961-8F8A-8183B8B9898D}"/>
              </a:ext>
            </a:extLst>
          </p:cNvPr>
          <p:cNvSpPr>
            <a:spLocks noGrp="1"/>
          </p:cNvSpPr>
          <p:nvPr/>
        </p:nvSpPr>
        <p:spPr>
          <a:xfrm flipH="1">
            <a:off x="5916613" y="4715593"/>
            <a:ext cx="2371250" cy="1777283"/>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0" name="Forma Livre: Forma 39">
            <a:extLst>
              <a:ext uri="{FF2B5EF4-FFF2-40B4-BE49-F238E27FC236}">
                <a16:creationId xmlns:a16="http://schemas.microsoft.com/office/drawing/2014/main" id="{C3EE6132-A127-97F5-B324-C93AEFC9A8A0}"/>
              </a:ext>
            </a:extLst>
          </p:cNvPr>
          <p:cNvSpPr>
            <a:spLocks noGrp="1"/>
          </p:cNvSpPr>
          <p:nvPr/>
        </p:nvSpPr>
        <p:spPr>
          <a:xfrm flipH="1">
            <a:off x="2927560" y="365124"/>
            <a:ext cx="2672940" cy="2003405"/>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rotWithShape="1">
            <a:gsLst>
              <a:gs pos="100000">
                <a:schemeClr val="bg1">
                  <a:alpha val="3000"/>
                </a:schemeClr>
              </a:gs>
              <a:gs pos="0">
                <a:srgbClr val="5072A9">
                  <a:alpha val="23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1" name="Forma Livre: Forma 40">
            <a:extLst>
              <a:ext uri="{FF2B5EF4-FFF2-40B4-BE49-F238E27FC236}">
                <a16:creationId xmlns:a16="http://schemas.microsoft.com/office/drawing/2014/main" id="{A26EB523-A67F-72BB-7711-F37EFDA1D98A}"/>
              </a:ext>
            </a:extLst>
          </p:cNvPr>
          <p:cNvSpPr>
            <a:spLocks noGrp="1"/>
          </p:cNvSpPr>
          <p:nvPr/>
        </p:nvSpPr>
        <p:spPr>
          <a:xfrm flipH="1">
            <a:off x="3360671" y="600157"/>
            <a:ext cx="2371250" cy="1777283"/>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rotWithShape="1">
            <a:gsLst>
              <a:gs pos="100000">
                <a:schemeClr val="bg1">
                  <a:alpha val="3000"/>
                </a:schemeClr>
              </a:gs>
              <a:gs pos="0">
                <a:srgbClr val="5072A9">
                  <a:alpha val="2300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2" name="Conector reto 41">
            <a:extLst>
              <a:ext uri="{FF2B5EF4-FFF2-40B4-BE49-F238E27FC236}">
                <a16:creationId xmlns:a16="http://schemas.microsoft.com/office/drawing/2014/main" id="{FD684DEB-4C10-4821-BFF4-B4D1B5BCB1AE}"/>
              </a:ext>
            </a:extLst>
          </p:cNvPr>
          <p:cNvSpPr>
            <a:spLocks noGrp="1"/>
          </p:cNvSpPr>
          <p:nvPr/>
        </p:nvSpPr>
        <p:spPr>
          <a:xfrm flipV="1">
            <a:off x="2723164" y="1455778"/>
            <a:ext cx="697946" cy="697946"/>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sp>
      <p:sp>
        <p:nvSpPr>
          <p:cNvPr id="43" name="Retângulo 42">
            <a:extLst>
              <a:ext uri="{FF2B5EF4-FFF2-40B4-BE49-F238E27FC236}">
                <a16:creationId xmlns:a16="http://schemas.microsoft.com/office/drawing/2014/main" id="{7CACF285-9527-458F-E910-F45BF1FE4CA0}"/>
              </a:ext>
            </a:extLst>
          </p:cNvPr>
          <p:cNvSpPr>
            <a:spLocks noGrp="1"/>
          </p:cNvSpPr>
          <p:nvPr/>
        </p:nvSpPr>
        <p:spPr>
          <a:xfrm>
            <a:off x="5912644" y="4473417"/>
            <a:ext cx="5914231" cy="78000"/>
          </a:xfrm>
          <a:prstGeom prst="rect">
            <a:avLst/>
          </a:prstGeom>
          <a:solidFill>
            <a:srgbClr val="5072A9"/>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4" name="Forma Livre: Forma 43">
            <a:extLst>
              <a:ext uri="{FF2B5EF4-FFF2-40B4-BE49-F238E27FC236}">
                <a16:creationId xmlns:a16="http://schemas.microsoft.com/office/drawing/2014/main" id="{432BE317-1EE9-54E1-EEB5-0B7B594E4182}"/>
              </a:ext>
            </a:extLst>
          </p:cNvPr>
          <p:cNvSpPr>
            <a:spLocks noGrp="1"/>
          </p:cNvSpPr>
          <p:nvPr/>
        </p:nvSpPr>
        <p:spPr>
          <a:xfrm rot="16200000">
            <a:off x="8682305" y="1329444"/>
            <a:ext cx="3135292" cy="3147212"/>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6" name="Forma Livre: Forma 45">
            <a:extLst>
              <a:ext uri="{FF2B5EF4-FFF2-40B4-BE49-F238E27FC236}">
                <a16:creationId xmlns:a16="http://schemas.microsoft.com/office/drawing/2014/main" id="{5016AB37-40D4-075B-B8D8-13CEE1BD66FC}"/>
              </a:ext>
            </a:extLst>
          </p:cNvPr>
          <p:cNvSpPr>
            <a:spLocks noGrp="1"/>
          </p:cNvSpPr>
          <p:nvPr/>
        </p:nvSpPr>
        <p:spPr>
          <a:xfrm flipH="1">
            <a:off x="7918754" y="4531010"/>
            <a:ext cx="2774647" cy="2079636"/>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7" name="Forma Livre: Forma 46">
            <a:extLst>
              <a:ext uri="{FF2B5EF4-FFF2-40B4-BE49-F238E27FC236}">
                <a16:creationId xmlns:a16="http://schemas.microsoft.com/office/drawing/2014/main" id="{4D40EB62-BD0E-102C-3FB0-DF71C938A5F0}"/>
              </a:ext>
            </a:extLst>
          </p:cNvPr>
          <p:cNvSpPr>
            <a:spLocks noGrp="1"/>
          </p:cNvSpPr>
          <p:nvPr/>
        </p:nvSpPr>
        <p:spPr>
          <a:xfrm flipH="1">
            <a:off x="7564112" y="4552338"/>
            <a:ext cx="2903299" cy="2176062"/>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8" name="Forma Livre: Forma 47">
            <a:extLst>
              <a:ext uri="{FF2B5EF4-FFF2-40B4-BE49-F238E27FC236}">
                <a16:creationId xmlns:a16="http://schemas.microsoft.com/office/drawing/2014/main" id="{EA8299C6-A081-9D82-07AF-3DD67E5A307F}"/>
              </a:ext>
            </a:extLst>
          </p:cNvPr>
          <p:cNvSpPr>
            <a:spLocks noGrp="1"/>
          </p:cNvSpPr>
          <p:nvPr/>
        </p:nvSpPr>
        <p:spPr>
          <a:xfrm rot="16200000">
            <a:off x="10695549" y="1325003"/>
            <a:ext cx="1129477" cy="1133771"/>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4" name="Espaço Reservado para Imagem 63">
            <a:extLst>
              <a:ext uri="{FF2B5EF4-FFF2-40B4-BE49-F238E27FC236}">
                <a16:creationId xmlns:a16="http://schemas.microsoft.com/office/drawing/2014/main" id="{0E3172E3-5649-6AFD-084B-37DD4A1C617C}"/>
              </a:ext>
            </a:extLst>
          </p:cNvPr>
          <p:cNvSpPr>
            <a:spLocks noGrp="1"/>
          </p:cNvSpPr>
          <p:nvPr>
            <p:ph type="pic" idx="10"/>
          </p:nvPr>
        </p:nvSpPr>
        <p:spPr>
          <a:xfrm>
            <a:off x="5913120" y="1335088"/>
            <a:ext cx="5907405" cy="3135312"/>
          </a:xfrm>
          <a:custGeom>
            <a:avLst/>
            <a:gdLst>
              <a:gd name="connsiteX0" fmla="*/ 3613012 w 5907405"/>
              <a:gd name="connsiteY0" fmla="*/ 2326915 h 3135312"/>
              <a:gd name="connsiteX1" fmla="*/ 2938564 w 5907405"/>
              <a:gd name="connsiteY1" fmla="*/ 3001364 h 3135312"/>
              <a:gd name="connsiteX2" fmla="*/ 2941110 w 5907405"/>
              <a:gd name="connsiteY2" fmla="*/ 3003909 h 3135312"/>
              <a:gd name="connsiteX3" fmla="*/ 3615558 w 5907405"/>
              <a:gd name="connsiteY3" fmla="*/ 2329461 h 3135312"/>
              <a:gd name="connsiteX4" fmla="*/ 3464422 w 5907405"/>
              <a:gd name="connsiteY4" fmla="*/ 1883590 h 3135312"/>
              <a:gd name="connsiteX5" fmla="*/ 2789974 w 5907405"/>
              <a:gd name="connsiteY5" fmla="*/ 2558039 h 3135312"/>
              <a:gd name="connsiteX6" fmla="*/ 2792520 w 5907405"/>
              <a:gd name="connsiteY6" fmla="*/ 2560584 h 3135312"/>
              <a:gd name="connsiteX7" fmla="*/ 3466968 w 5907405"/>
              <a:gd name="connsiteY7" fmla="*/ 1886136 h 3135312"/>
              <a:gd name="connsiteX8" fmla="*/ 5092326 w 5907405"/>
              <a:gd name="connsiteY8" fmla="*/ 1682330 h 3135312"/>
              <a:gd name="connsiteX9" fmla="*/ 3913667 w 5907405"/>
              <a:gd name="connsiteY9" fmla="*/ 2860988 h 3135312"/>
              <a:gd name="connsiteX10" fmla="*/ 3916212 w 5907405"/>
              <a:gd name="connsiteY10" fmla="*/ 2863534 h 3135312"/>
              <a:gd name="connsiteX11" fmla="*/ 5094871 w 5907405"/>
              <a:gd name="connsiteY11" fmla="*/ 1684875 h 3135312"/>
              <a:gd name="connsiteX12" fmla="*/ 5092326 w 5907405"/>
              <a:gd name="connsiteY12" fmla="*/ 421589 h 3135312"/>
              <a:gd name="connsiteX13" fmla="*/ 4417878 w 5907405"/>
              <a:gd name="connsiteY13" fmla="*/ 1096038 h 3135312"/>
              <a:gd name="connsiteX14" fmla="*/ 4420424 w 5907405"/>
              <a:gd name="connsiteY14" fmla="*/ 1098583 h 3135312"/>
              <a:gd name="connsiteX15" fmla="*/ 5094872 w 5907405"/>
              <a:gd name="connsiteY15" fmla="*/ 424135 h 3135312"/>
              <a:gd name="connsiteX16" fmla="*/ 0 w 5907405"/>
              <a:gd name="connsiteY16" fmla="*/ 0 h 3135312"/>
              <a:gd name="connsiteX17" fmla="*/ 5907405 w 5907405"/>
              <a:gd name="connsiteY17" fmla="*/ 0 h 3135312"/>
              <a:gd name="connsiteX18" fmla="*/ 5907405 w 5907405"/>
              <a:gd name="connsiteY18" fmla="*/ 3135312 h 3135312"/>
              <a:gd name="connsiteX19" fmla="*/ 0 w 5907405"/>
              <a:gd name="connsiteY19" fmla="*/ 3135312 h 3135312"/>
            </a:gdLst>
            <a:ahLst/>
            <a:cxnLst/>
            <a:rect l="l" t="t" r="r" b="b"/>
            <a:pathLst>
              <a:path w="5907405" h="3135312">
                <a:moveTo>
                  <a:pt x="3613012" y="2326915"/>
                </a:moveTo>
                <a:lnTo>
                  <a:pt x="2938564" y="3001364"/>
                </a:lnTo>
                <a:lnTo>
                  <a:pt x="2941110" y="3003909"/>
                </a:lnTo>
                <a:lnTo>
                  <a:pt x="3615558" y="2329461"/>
                </a:lnTo>
                <a:close/>
                <a:moveTo>
                  <a:pt x="3464422" y="1883590"/>
                </a:moveTo>
                <a:lnTo>
                  <a:pt x="2789974" y="2558039"/>
                </a:lnTo>
                <a:lnTo>
                  <a:pt x="2792520" y="2560584"/>
                </a:lnTo>
                <a:lnTo>
                  <a:pt x="3466968" y="1886136"/>
                </a:lnTo>
                <a:close/>
                <a:moveTo>
                  <a:pt x="5092326" y="1682330"/>
                </a:moveTo>
                <a:lnTo>
                  <a:pt x="3913667" y="2860988"/>
                </a:lnTo>
                <a:lnTo>
                  <a:pt x="3916212" y="2863534"/>
                </a:lnTo>
                <a:lnTo>
                  <a:pt x="5094871" y="1684875"/>
                </a:lnTo>
                <a:close/>
                <a:moveTo>
                  <a:pt x="5092326" y="421589"/>
                </a:moveTo>
                <a:lnTo>
                  <a:pt x="4417878" y="1096038"/>
                </a:lnTo>
                <a:lnTo>
                  <a:pt x="4420424" y="1098583"/>
                </a:lnTo>
                <a:lnTo>
                  <a:pt x="5094872" y="424135"/>
                </a:lnTo>
                <a:close/>
                <a:moveTo>
                  <a:pt x="0" y="0"/>
                </a:moveTo>
                <a:lnTo>
                  <a:pt x="5907405" y="0"/>
                </a:lnTo>
                <a:lnTo>
                  <a:pt x="5907405" y="3135312"/>
                </a:lnTo>
                <a:lnTo>
                  <a:pt x="0" y="3135312"/>
                </a:lnTo>
                <a:close/>
              </a:path>
            </a:pathLst>
          </a:custGeom>
        </p:spPr>
        <p:txBody>
          <a:bodyPr wrap="square">
            <a:noAutofit/>
          </a:bodyPr>
          <a:lstStyle>
            <a:lvl1pPr marL="0" indent="0" algn="ctr">
              <a:buNone/>
              <a:defRPr sz="1200"/>
            </a:lvl1pPr>
          </a:lstStyle>
          <a:p>
            <a:endParaRPr/>
          </a:p>
        </p:txBody>
      </p:sp>
      <p:sp>
        <p:nvSpPr>
          <p:cNvPr id="51" name="Espaço Reservado para Texto 29">
            <a:extLst>
              <a:ext uri="{FF2B5EF4-FFF2-40B4-BE49-F238E27FC236}">
                <a16:creationId xmlns:a16="http://schemas.microsoft.com/office/drawing/2014/main" id="{FFF117DF-F6B0-B6BB-AD52-62517D1B306F}"/>
              </a:ext>
            </a:extLst>
          </p:cNvPr>
          <p:cNvSpPr>
            <a:spLocks noGrp="1"/>
          </p:cNvSpPr>
          <p:nvPr>
            <p:ph type="body" idx="11" hasCustomPrompt="1"/>
          </p:nvPr>
        </p:nvSpPr>
        <p:spPr>
          <a:xfrm>
            <a:off x="740727" y="3804217"/>
            <a:ext cx="4970463" cy="615553"/>
          </a:xfrm>
        </p:spPr>
        <p:txBody>
          <a:bodyPr wrap="square" lIns="0" tIns="0" rIns="0" bIns="0" anchor="b">
            <a:spAutoFit/>
          </a:bodyPr>
          <a:lstStyle>
            <a:lvl1pPr marL="0" indent="0">
              <a:lnSpc>
                <a:spcPct val="100000"/>
              </a:lnSpc>
              <a:spcBef>
                <a:spcPts val="0"/>
              </a:spcBef>
              <a:buNone/>
              <a:defRPr sz="2000" cap="all" baseline="0"/>
            </a:lvl1pPr>
            <a:lvl2pPr marL="457200" indent="0">
              <a:buNone/>
              <a:defRPr/>
            </a:lvl2pPr>
          </a:lstStyle>
          <a:p>
            <a:pPr>
              <a:buNone/>
            </a:pPr>
            <a:r>
              <a:t>Clique para editar </a:t>
            </a:r>
            <a:br/>
            <a:r>
              <a:t>os estilos de texto Mestres</a:t>
            </a:r>
          </a:p>
        </p:txBody>
      </p:sp>
      <p:sp>
        <p:nvSpPr>
          <p:cNvPr id="52" name="Espaço Reservado para Texto 29">
            <a:extLst>
              <a:ext uri="{FF2B5EF4-FFF2-40B4-BE49-F238E27FC236}">
                <a16:creationId xmlns:a16="http://schemas.microsoft.com/office/drawing/2014/main" id="{E8CD2D87-078F-C9E6-2767-93F54E412E7D}"/>
              </a:ext>
            </a:extLst>
          </p:cNvPr>
          <p:cNvSpPr>
            <a:spLocks noGrp="1"/>
          </p:cNvSpPr>
          <p:nvPr>
            <p:ph type="body" idx="12" hasCustomPrompt="1"/>
          </p:nvPr>
        </p:nvSpPr>
        <p:spPr>
          <a:xfrm>
            <a:off x="740727" y="4626257"/>
            <a:ext cx="4970463" cy="430887"/>
          </a:xfrm>
        </p:spPr>
        <p:txBody>
          <a:bodyPr lIns="0" tIns="0" rIns="0" bIns="0" anchor="t">
            <a:spAutoFit/>
          </a:bodyPr>
          <a:lstStyle>
            <a:lvl1pPr marL="0" indent="0">
              <a:lnSpc>
                <a:spcPct val="100000"/>
              </a:lnSpc>
              <a:spcBef>
                <a:spcPts val="0"/>
              </a:spcBef>
              <a:buNone/>
              <a:defRPr sz="1400" cap="none" baseline="0">
                <a:solidFill>
                  <a:srgbClr val="69758F"/>
                </a:solidFill>
              </a:defRPr>
            </a:lvl1pPr>
            <a:lvl2pPr marL="457200" indent="0">
              <a:buNone/>
              <a:defRPr/>
            </a:lvl2pPr>
          </a:lstStyle>
          <a:p>
            <a:pPr>
              <a:buNone/>
            </a:pPr>
            <a:r>
              <a:t>Clique para editar </a:t>
            </a:r>
            <a:br/>
            <a:r>
              <a:t>os estilos de texto Mestres</a:t>
            </a:r>
          </a:p>
        </p:txBody>
      </p:sp>
      <p:sp>
        <p:nvSpPr>
          <p:cNvPr id="54" name="Retângulo 53">
            <a:extLst>
              <a:ext uri="{FF2B5EF4-FFF2-40B4-BE49-F238E27FC236}">
                <a16:creationId xmlns:a16="http://schemas.microsoft.com/office/drawing/2014/main" id="{80E344DB-15AA-C8B9-3FCC-A5F7361BFCD4}"/>
              </a:ext>
            </a:extLst>
          </p:cNvPr>
          <p:cNvSpPr>
            <a:spLocks noGrp="1"/>
          </p:cNvSpPr>
          <p:nvPr/>
        </p:nvSpPr>
        <p:spPr>
          <a:xfrm>
            <a:off x="739140" y="4473417"/>
            <a:ext cx="779827" cy="78000"/>
          </a:xfrm>
          <a:prstGeom prst="rect">
            <a:avLst/>
          </a:prstGeom>
          <a:solidFill>
            <a:srgbClr val="5072A9"/>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88" name="Imagem 1"/>
          <p:cNvPicPr>
            <a:picLocks noChangeAspect="1"/>
          </p:cNvPicPr>
          <p:nvPr/>
        </p:nvPicPr>
        <p:blipFill>
          <a:blip r:embed="rId2"/>
          <a:stretch>
            <a:fillRect/>
          </a:stretch>
        </p:blipFill>
        <p:spPr>
          <a:xfrm>
            <a:off x="739140" y="668426"/>
            <a:ext cx="1461600" cy="666662"/>
          </a:xfrm>
          <a:prstGeom prst="rect">
            <a:avLst/>
          </a:prstGeom>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5_Layout Personalizado">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1384837C-8ACE-352D-BFA1-556C39F72480}"/>
              </a:ext>
            </a:extLst>
          </p:cNvPr>
          <p:cNvSpPr>
            <a:spLocks noGrp="1"/>
          </p:cNvSpPr>
          <p:nvPr/>
        </p:nvSpPr>
        <p:spPr>
          <a:xfrm>
            <a:off x="365125" y="365124"/>
            <a:ext cx="11455400" cy="6134736"/>
          </a:xfrm>
          <a:prstGeom prst="rect">
            <a:avLst/>
          </a:prstGeom>
          <a:solidFill>
            <a:srgbClr val="F2F2F2">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Forma Livre: Forma 7">
            <a:extLst>
              <a:ext uri="{FF2B5EF4-FFF2-40B4-BE49-F238E27FC236}">
                <a16:creationId xmlns:a16="http://schemas.microsoft.com/office/drawing/2014/main" id="{E0898596-799D-DD65-4DE3-DA76EB1C53FB}"/>
              </a:ext>
            </a:extLst>
          </p:cNvPr>
          <p:cNvSpPr>
            <a:spLocks noGrp="1"/>
          </p:cNvSpPr>
          <p:nvPr/>
        </p:nvSpPr>
        <p:spPr>
          <a:xfrm>
            <a:off x="9822180" y="2476500"/>
            <a:ext cx="2004060" cy="2011680"/>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Forma Livre: Forma 8">
            <a:extLst>
              <a:ext uri="{FF2B5EF4-FFF2-40B4-BE49-F238E27FC236}">
                <a16:creationId xmlns:a16="http://schemas.microsoft.com/office/drawing/2014/main" id="{4E5886E6-71C6-094F-DA95-66CF57306627}"/>
              </a:ext>
            </a:extLst>
          </p:cNvPr>
          <p:cNvSpPr>
            <a:spLocks noGrp="1"/>
          </p:cNvSpPr>
          <p:nvPr/>
        </p:nvSpPr>
        <p:spPr>
          <a:xfrm>
            <a:off x="10226040" y="2880013"/>
            <a:ext cx="1594485" cy="1600547"/>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Conector reto 9">
            <a:extLst>
              <a:ext uri="{FF2B5EF4-FFF2-40B4-BE49-F238E27FC236}">
                <a16:creationId xmlns:a16="http://schemas.microsoft.com/office/drawing/2014/main" id="{82B38120-DF6B-4497-B1F7-01A22B0F5ECF}"/>
              </a:ext>
            </a:extLst>
          </p:cNvPr>
          <p:cNvSpPr>
            <a:spLocks noGrp="1"/>
          </p:cNvSpPr>
          <p:nvPr/>
        </p:nvSpPr>
        <p:spPr>
          <a:xfrm flipV="1">
            <a:off x="9928860" y="2613660"/>
            <a:ext cx="1447800" cy="144780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sp>
      <p:sp>
        <p:nvSpPr>
          <p:cNvPr id="11" name="Conector reto 10">
            <a:extLst>
              <a:ext uri="{FF2B5EF4-FFF2-40B4-BE49-F238E27FC236}">
                <a16:creationId xmlns:a16="http://schemas.microsoft.com/office/drawing/2014/main" id="{C22423FD-4FFB-44AD-B3CA-F51B457B1EBE}"/>
              </a:ext>
            </a:extLst>
          </p:cNvPr>
          <p:cNvSpPr>
            <a:spLocks noGrp="1"/>
          </p:cNvSpPr>
          <p:nvPr/>
        </p:nvSpPr>
        <p:spPr>
          <a:xfrm flipV="1">
            <a:off x="8629650" y="2956386"/>
            <a:ext cx="1447800" cy="144780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sp>
      <p:sp>
        <p:nvSpPr>
          <p:cNvPr id="12" name="Conector reto 11">
            <a:extLst>
              <a:ext uri="{FF2B5EF4-FFF2-40B4-BE49-F238E27FC236}">
                <a16:creationId xmlns:a16="http://schemas.microsoft.com/office/drawing/2014/main" id="{3B3E0256-FA70-4150-B2F6-FC126AC63A2D}"/>
              </a:ext>
            </a:extLst>
          </p:cNvPr>
          <p:cNvSpPr>
            <a:spLocks noGrp="1"/>
          </p:cNvSpPr>
          <p:nvPr/>
        </p:nvSpPr>
        <p:spPr>
          <a:xfrm flipV="1">
            <a:off x="11023282" y="3797936"/>
            <a:ext cx="615632" cy="615632"/>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sp>
      <p:sp>
        <p:nvSpPr>
          <p:cNvPr id="34" name="Conector reto 33">
            <a:extLst>
              <a:ext uri="{FF2B5EF4-FFF2-40B4-BE49-F238E27FC236}">
                <a16:creationId xmlns:a16="http://schemas.microsoft.com/office/drawing/2014/main" id="{A6E5295D-74CC-49E9-AFDF-69B9581FB290}"/>
              </a:ext>
            </a:extLst>
          </p:cNvPr>
          <p:cNvSpPr>
            <a:spLocks noGrp="1"/>
          </p:cNvSpPr>
          <p:nvPr/>
        </p:nvSpPr>
        <p:spPr>
          <a:xfrm flipV="1">
            <a:off x="3605841" y="4000500"/>
            <a:ext cx="1447800" cy="1447800"/>
          </a:xfrm>
          <a:prstGeom prst="line">
            <a:avLst/>
          </a:prstGeom>
          <a:ln w="3175">
            <a:solidFill>
              <a:srgbClr val="F1E1E2"/>
            </a:solidFill>
          </a:ln>
        </p:spPr>
        <p:style>
          <a:lnRef idx="1">
            <a:schemeClr val="accent1"/>
          </a:lnRef>
          <a:fillRef idx="0">
            <a:schemeClr val="accent1"/>
          </a:fillRef>
          <a:effectRef idx="0">
            <a:schemeClr val="accent1"/>
          </a:effectRef>
          <a:fontRef idx="minor">
            <a:schemeClr val="tx1"/>
          </a:fontRef>
        </p:style>
      </p:sp>
      <p:sp>
        <p:nvSpPr>
          <p:cNvPr id="35" name="Conector reto 34">
            <a:extLst>
              <a:ext uri="{FF2B5EF4-FFF2-40B4-BE49-F238E27FC236}">
                <a16:creationId xmlns:a16="http://schemas.microsoft.com/office/drawing/2014/main" id="{B46A5250-12FC-4890-ADFD-9E94B77D0225}"/>
              </a:ext>
            </a:extLst>
          </p:cNvPr>
          <p:cNvSpPr>
            <a:spLocks noGrp="1"/>
          </p:cNvSpPr>
          <p:nvPr/>
        </p:nvSpPr>
        <p:spPr>
          <a:xfrm flipV="1">
            <a:off x="4138165" y="1699857"/>
            <a:ext cx="1447800" cy="1447800"/>
          </a:xfrm>
          <a:prstGeom prst="line">
            <a:avLst/>
          </a:prstGeom>
          <a:ln w="3175">
            <a:solidFill>
              <a:srgbClr val="F1E1E2"/>
            </a:solidFill>
          </a:ln>
        </p:spPr>
        <p:style>
          <a:lnRef idx="1">
            <a:schemeClr val="accent1"/>
          </a:lnRef>
          <a:fillRef idx="0">
            <a:schemeClr val="accent1"/>
          </a:fillRef>
          <a:effectRef idx="0">
            <a:schemeClr val="accent1"/>
          </a:effectRef>
          <a:fontRef idx="minor">
            <a:schemeClr val="tx1"/>
          </a:fontRef>
        </p:style>
      </p:sp>
      <p:sp>
        <p:nvSpPr>
          <p:cNvPr id="37" name="Forma Livre: Forma 36">
            <a:extLst>
              <a:ext uri="{FF2B5EF4-FFF2-40B4-BE49-F238E27FC236}">
                <a16:creationId xmlns:a16="http://schemas.microsoft.com/office/drawing/2014/main" id="{E112C766-A728-8457-D31F-3162319711E5}"/>
              </a:ext>
            </a:extLst>
          </p:cNvPr>
          <p:cNvSpPr>
            <a:spLocks noGrp="1"/>
          </p:cNvSpPr>
          <p:nvPr/>
        </p:nvSpPr>
        <p:spPr>
          <a:xfrm flipH="1">
            <a:off x="5483502" y="4480560"/>
            <a:ext cx="2672940" cy="2003405"/>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a:gsLst>
              <a:gs pos="100000">
                <a:srgbClr val="F7F7F7">
                  <a:alpha val="0"/>
                </a:srgbClr>
              </a:gs>
              <a:gs pos="0">
                <a:srgbClr val="C88989">
                  <a:alpha val="14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38" name="Forma Livre: Forma 37">
            <a:extLst>
              <a:ext uri="{FF2B5EF4-FFF2-40B4-BE49-F238E27FC236}">
                <a16:creationId xmlns:a16="http://schemas.microsoft.com/office/drawing/2014/main" id="{37CE2F21-014B-E961-8F8A-8183B8B9898D}"/>
              </a:ext>
            </a:extLst>
          </p:cNvPr>
          <p:cNvSpPr>
            <a:spLocks noGrp="1"/>
          </p:cNvSpPr>
          <p:nvPr/>
        </p:nvSpPr>
        <p:spPr>
          <a:xfrm flipH="1">
            <a:off x="5916613" y="4715593"/>
            <a:ext cx="2371250" cy="1777283"/>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a:gsLst>
              <a:gs pos="100000">
                <a:srgbClr val="F7F7F7">
                  <a:alpha val="0"/>
                </a:srgbClr>
              </a:gs>
              <a:gs pos="0">
                <a:srgbClr val="C88989">
                  <a:alpha val="14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0" name="Forma Livre: Forma 39">
            <a:extLst>
              <a:ext uri="{FF2B5EF4-FFF2-40B4-BE49-F238E27FC236}">
                <a16:creationId xmlns:a16="http://schemas.microsoft.com/office/drawing/2014/main" id="{C3EE6132-A127-97F5-B324-C93AEFC9A8A0}"/>
              </a:ext>
            </a:extLst>
          </p:cNvPr>
          <p:cNvSpPr>
            <a:spLocks noGrp="1"/>
          </p:cNvSpPr>
          <p:nvPr/>
        </p:nvSpPr>
        <p:spPr>
          <a:xfrm flipH="1">
            <a:off x="2927560" y="365124"/>
            <a:ext cx="2672940" cy="2003405"/>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a:gsLst>
              <a:gs pos="100000">
                <a:srgbClr val="F7F7F7">
                  <a:alpha val="0"/>
                </a:srgbClr>
              </a:gs>
              <a:gs pos="0">
                <a:srgbClr val="C88989">
                  <a:alpha val="14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1" name="Forma Livre: Forma 40">
            <a:extLst>
              <a:ext uri="{FF2B5EF4-FFF2-40B4-BE49-F238E27FC236}">
                <a16:creationId xmlns:a16="http://schemas.microsoft.com/office/drawing/2014/main" id="{A26EB523-A67F-72BB-7711-F37EFDA1D98A}"/>
              </a:ext>
            </a:extLst>
          </p:cNvPr>
          <p:cNvSpPr>
            <a:spLocks noGrp="1"/>
          </p:cNvSpPr>
          <p:nvPr/>
        </p:nvSpPr>
        <p:spPr>
          <a:xfrm flipH="1">
            <a:off x="3360671" y="600157"/>
            <a:ext cx="2371250" cy="1777283"/>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a:gsLst>
              <a:gs pos="100000">
                <a:srgbClr val="F7F7F7">
                  <a:alpha val="0"/>
                </a:srgbClr>
              </a:gs>
              <a:gs pos="0">
                <a:srgbClr val="C88989">
                  <a:alpha val="14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2" name="Conector reto 41">
            <a:extLst>
              <a:ext uri="{FF2B5EF4-FFF2-40B4-BE49-F238E27FC236}">
                <a16:creationId xmlns:a16="http://schemas.microsoft.com/office/drawing/2014/main" id="{D80C1658-BFC7-4B33-B9C7-C3DFC0716AF0}"/>
              </a:ext>
            </a:extLst>
          </p:cNvPr>
          <p:cNvSpPr>
            <a:spLocks noGrp="1"/>
          </p:cNvSpPr>
          <p:nvPr/>
        </p:nvSpPr>
        <p:spPr>
          <a:xfrm flipV="1">
            <a:off x="2723164" y="1455778"/>
            <a:ext cx="697946" cy="697946"/>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sp>
      <p:sp>
        <p:nvSpPr>
          <p:cNvPr id="43" name="Retângulo 42">
            <a:extLst>
              <a:ext uri="{FF2B5EF4-FFF2-40B4-BE49-F238E27FC236}">
                <a16:creationId xmlns:a16="http://schemas.microsoft.com/office/drawing/2014/main" id="{7CACF285-9527-458F-E910-F45BF1FE4CA0}"/>
              </a:ext>
            </a:extLst>
          </p:cNvPr>
          <p:cNvSpPr>
            <a:spLocks noGrp="1"/>
          </p:cNvSpPr>
          <p:nvPr/>
        </p:nvSpPr>
        <p:spPr>
          <a:xfrm>
            <a:off x="5912644" y="4473417"/>
            <a:ext cx="5914231" cy="78000"/>
          </a:xfrm>
          <a:prstGeom prst="rect">
            <a:avLst/>
          </a:prstGeom>
          <a:solidFill>
            <a:srgbClr val="BA6B6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4" name="Forma Livre: Forma 43">
            <a:extLst>
              <a:ext uri="{FF2B5EF4-FFF2-40B4-BE49-F238E27FC236}">
                <a16:creationId xmlns:a16="http://schemas.microsoft.com/office/drawing/2014/main" id="{432BE317-1EE9-54E1-EEB5-0B7B594E4182}"/>
              </a:ext>
            </a:extLst>
          </p:cNvPr>
          <p:cNvSpPr>
            <a:spLocks noGrp="1"/>
          </p:cNvSpPr>
          <p:nvPr/>
        </p:nvSpPr>
        <p:spPr>
          <a:xfrm rot="16200000">
            <a:off x="8682305" y="1329444"/>
            <a:ext cx="3135292" cy="3147212"/>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8" name="Forma Livre: Forma 47">
            <a:extLst>
              <a:ext uri="{FF2B5EF4-FFF2-40B4-BE49-F238E27FC236}">
                <a16:creationId xmlns:a16="http://schemas.microsoft.com/office/drawing/2014/main" id="{EA8299C6-A081-9D82-07AF-3DD67E5A307F}"/>
              </a:ext>
            </a:extLst>
          </p:cNvPr>
          <p:cNvSpPr>
            <a:spLocks noGrp="1"/>
          </p:cNvSpPr>
          <p:nvPr/>
        </p:nvSpPr>
        <p:spPr>
          <a:xfrm rot="16200000">
            <a:off x="10695549" y="1325003"/>
            <a:ext cx="1129477" cy="1133771"/>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4" name="Espaço Reservado para Imagem 63">
            <a:extLst>
              <a:ext uri="{FF2B5EF4-FFF2-40B4-BE49-F238E27FC236}">
                <a16:creationId xmlns:a16="http://schemas.microsoft.com/office/drawing/2014/main" id="{0E3172E3-5649-6AFD-084B-37DD4A1C617C}"/>
              </a:ext>
            </a:extLst>
          </p:cNvPr>
          <p:cNvSpPr>
            <a:spLocks noGrp="1"/>
          </p:cNvSpPr>
          <p:nvPr>
            <p:ph type="pic" idx="10"/>
          </p:nvPr>
        </p:nvSpPr>
        <p:spPr>
          <a:xfrm>
            <a:off x="5913120" y="1335088"/>
            <a:ext cx="5907405" cy="3135312"/>
          </a:xfrm>
          <a:custGeom>
            <a:avLst/>
            <a:gdLst>
              <a:gd name="connsiteX0" fmla="*/ 3613012 w 5907405"/>
              <a:gd name="connsiteY0" fmla="*/ 2326915 h 3135312"/>
              <a:gd name="connsiteX1" fmla="*/ 2938564 w 5907405"/>
              <a:gd name="connsiteY1" fmla="*/ 3001364 h 3135312"/>
              <a:gd name="connsiteX2" fmla="*/ 2941110 w 5907405"/>
              <a:gd name="connsiteY2" fmla="*/ 3003909 h 3135312"/>
              <a:gd name="connsiteX3" fmla="*/ 3615558 w 5907405"/>
              <a:gd name="connsiteY3" fmla="*/ 2329461 h 3135312"/>
              <a:gd name="connsiteX4" fmla="*/ 3464422 w 5907405"/>
              <a:gd name="connsiteY4" fmla="*/ 1883590 h 3135312"/>
              <a:gd name="connsiteX5" fmla="*/ 2789974 w 5907405"/>
              <a:gd name="connsiteY5" fmla="*/ 2558039 h 3135312"/>
              <a:gd name="connsiteX6" fmla="*/ 2792520 w 5907405"/>
              <a:gd name="connsiteY6" fmla="*/ 2560584 h 3135312"/>
              <a:gd name="connsiteX7" fmla="*/ 3466968 w 5907405"/>
              <a:gd name="connsiteY7" fmla="*/ 1886136 h 3135312"/>
              <a:gd name="connsiteX8" fmla="*/ 5092326 w 5907405"/>
              <a:gd name="connsiteY8" fmla="*/ 1682330 h 3135312"/>
              <a:gd name="connsiteX9" fmla="*/ 3913667 w 5907405"/>
              <a:gd name="connsiteY9" fmla="*/ 2860988 h 3135312"/>
              <a:gd name="connsiteX10" fmla="*/ 3916212 w 5907405"/>
              <a:gd name="connsiteY10" fmla="*/ 2863534 h 3135312"/>
              <a:gd name="connsiteX11" fmla="*/ 5094871 w 5907405"/>
              <a:gd name="connsiteY11" fmla="*/ 1684875 h 3135312"/>
              <a:gd name="connsiteX12" fmla="*/ 5092326 w 5907405"/>
              <a:gd name="connsiteY12" fmla="*/ 421589 h 3135312"/>
              <a:gd name="connsiteX13" fmla="*/ 4417878 w 5907405"/>
              <a:gd name="connsiteY13" fmla="*/ 1096038 h 3135312"/>
              <a:gd name="connsiteX14" fmla="*/ 4420424 w 5907405"/>
              <a:gd name="connsiteY14" fmla="*/ 1098583 h 3135312"/>
              <a:gd name="connsiteX15" fmla="*/ 5094872 w 5907405"/>
              <a:gd name="connsiteY15" fmla="*/ 424135 h 3135312"/>
              <a:gd name="connsiteX16" fmla="*/ 0 w 5907405"/>
              <a:gd name="connsiteY16" fmla="*/ 0 h 3135312"/>
              <a:gd name="connsiteX17" fmla="*/ 5907405 w 5907405"/>
              <a:gd name="connsiteY17" fmla="*/ 0 h 3135312"/>
              <a:gd name="connsiteX18" fmla="*/ 5907405 w 5907405"/>
              <a:gd name="connsiteY18" fmla="*/ 3135312 h 3135312"/>
              <a:gd name="connsiteX19" fmla="*/ 0 w 5907405"/>
              <a:gd name="connsiteY19" fmla="*/ 3135312 h 3135312"/>
            </a:gdLst>
            <a:ahLst/>
            <a:cxnLst/>
            <a:rect l="l" t="t" r="r" b="b"/>
            <a:pathLst>
              <a:path w="5907405" h="3135312">
                <a:moveTo>
                  <a:pt x="3613012" y="2326915"/>
                </a:moveTo>
                <a:lnTo>
                  <a:pt x="2938564" y="3001364"/>
                </a:lnTo>
                <a:lnTo>
                  <a:pt x="2941110" y="3003909"/>
                </a:lnTo>
                <a:lnTo>
                  <a:pt x="3615558" y="2329461"/>
                </a:lnTo>
                <a:close/>
                <a:moveTo>
                  <a:pt x="3464422" y="1883590"/>
                </a:moveTo>
                <a:lnTo>
                  <a:pt x="2789974" y="2558039"/>
                </a:lnTo>
                <a:lnTo>
                  <a:pt x="2792520" y="2560584"/>
                </a:lnTo>
                <a:lnTo>
                  <a:pt x="3466968" y="1886136"/>
                </a:lnTo>
                <a:close/>
                <a:moveTo>
                  <a:pt x="5092326" y="1682330"/>
                </a:moveTo>
                <a:lnTo>
                  <a:pt x="3913667" y="2860988"/>
                </a:lnTo>
                <a:lnTo>
                  <a:pt x="3916212" y="2863534"/>
                </a:lnTo>
                <a:lnTo>
                  <a:pt x="5094871" y="1684875"/>
                </a:lnTo>
                <a:close/>
                <a:moveTo>
                  <a:pt x="5092326" y="421589"/>
                </a:moveTo>
                <a:lnTo>
                  <a:pt x="4417878" y="1096038"/>
                </a:lnTo>
                <a:lnTo>
                  <a:pt x="4420424" y="1098583"/>
                </a:lnTo>
                <a:lnTo>
                  <a:pt x="5094872" y="424135"/>
                </a:lnTo>
                <a:close/>
                <a:moveTo>
                  <a:pt x="0" y="0"/>
                </a:moveTo>
                <a:lnTo>
                  <a:pt x="5907405" y="0"/>
                </a:lnTo>
                <a:lnTo>
                  <a:pt x="5907405" y="3135312"/>
                </a:lnTo>
                <a:lnTo>
                  <a:pt x="0" y="3135312"/>
                </a:lnTo>
                <a:close/>
              </a:path>
            </a:pathLst>
          </a:custGeom>
        </p:spPr>
        <p:txBody>
          <a:bodyPr wrap="square">
            <a:noAutofit/>
          </a:bodyPr>
          <a:lstStyle>
            <a:lvl1pPr marL="0" indent="0" algn="ctr">
              <a:buNone/>
              <a:defRPr sz="1200"/>
            </a:lvl1pPr>
          </a:lstStyle>
          <a:p>
            <a:endParaRPr/>
          </a:p>
        </p:txBody>
      </p:sp>
      <p:sp>
        <p:nvSpPr>
          <p:cNvPr id="54" name="Retângulo 53">
            <a:extLst>
              <a:ext uri="{FF2B5EF4-FFF2-40B4-BE49-F238E27FC236}">
                <a16:creationId xmlns:a16="http://schemas.microsoft.com/office/drawing/2014/main" id="{80E344DB-15AA-C8B9-3FCC-A5F7361BFCD4}"/>
              </a:ext>
            </a:extLst>
          </p:cNvPr>
          <p:cNvSpPr>
            <a:spLocks noGrp="1"/>
          </p:cNvSpPr>
          <p:nvPr/>
        </p:nvSpPr>
        <p:spPr>
          <a:xfrm>
            <a:off x="739140" y="4473417"/>
            <a:ext cx="779827" cy="78000"/>
          </a:xfrm>
          <a:prstGeom prst="rect">
            <a:avLst/>
          </a:prstGeom>
          <a:solidFill>
            <a:srgbClr val="BA6B6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 name="Forma Livre: Forma 2">
            <a:extLst>
              <a:ext uri="{FF2B5EF4-FFF2-40B4-BE49-F238E27FC236}">
                <a16:creationId xmlns:a16="http://schemas.microsoft.com/office/drawing/2014/main" id="{8BCD414F-6375-0B5F-B17C-500E9221FD48}"/>
              </a:ext>
            </a:extLst>
          </p:cNvPr>
          <p:cNvSpPr>
            <a:spLocks noGrp="1"/>
          </p:cNvSpPr>
          <p:nvPr/>
        </p:nvSpPr>
        <p:spPr>
          <a:xfrm flipH="1">
            <a:off x="7918754" y="4531010"/>
            <a:ext cx="2774647" cy="2079636"/>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a:gsLst>
              <a:gs pos="100000">
                <a:srgbClr val="F7F7F7">
                  <a:alpha val="0"/>
                </a:srgbClr>
              </a:gs>
              <a:gs pos="0">
                <a:srgbClr val="C88989">
                  <a:alpha val="14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 name="Forma Livre: Forma 3">
            <a:extLst>
              <a:ext uri="{FF2B5EF4-FFF2-40B4-BE49-F238E27FC236}">
                <a16:creationId xmlns:a16="http://schemas.microsoft.com/office/drawing/2014/main" id="{5FA56CA4-24C3-E4D0-8F9F-37F01079150A}"/>
              </a:ext>
            </a:extLst>
          </p:cNvPr>
          <p:cNvSpPr>
            <a:spLocks noGrp="1"/>
          </p:cNvSpPr>
          <p:nvPr/>
        </p:nvSpPr>
        <p:spPr>
          <a:xfrm flipH="1">
            <a:off x="7564112" y="4552338"/>
            <a:ext cx="2903299" cy="2176062"/>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a:gsLst>
              <a:gs pos="100000">
                <a:srgbClr val="F7F7F7">
                  <a:alpha val="0"/>
                </a:srgbClr>
              </a:gs>
              <a:gs pos="0">
                <a:srgbClr val="C88989">
                  <a:alpha val="14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5" name="Espaço Reservado para Texto 29">
            <a:extLst>
              <a:ext uri="{FF2B5EF4-FFF2-40B4-BE49-F238E27FC236}">
                <a16:creationId xmlns:a16="http://schemas.microsoft.com/office/drawing/2014/main" id="{ED1DDD42-C875-A2C5-1CFE-6AEFFC332C88}"/>
              </a:ext>
            </a:extLst>
          </p:cNvPr>
          <p:cNvSpPr>
            <a:spLocks noGrp="1"/>
          </p:cNvSpPr>
          <p:nvPr>
            <p:ph type="body" idx="11" hasCustomPrompt="1"/>
          </p:nvPr>
        </p:nvSpPr>
        <p:spPr>
          <a:xfrm>
            <a:off x="740727" y="3804217"/>
            <a:ext cx="4970463" cy="615553"/>
          </a:xfrm>
        </p:spPr>
        <p:txBody>
          <a:bodyPr wrap="square" lIns="0" tIns="0" rIns="0" bIns="0" anchor="b">
            <a:spAutoFit/>
          </a:bodyPr>
          <a:lstStyle>
            <a:lvl1pPr marL="0" indent="0">
              <a:lnSpc>
                <a:spcPct val="100000"/>
              </a:lnSpc>
              <a:spcBef>
                <a:spcPts val="0"/>
              </a:spcBef>
              <a:buNone/>
              <a:defRPr sz="2000" cap="all" baseline="0"/>
            </a:lvl1pPr>
            <a:lvl2pPr marL="457200" indent="0">
              <a:buNone/>
              <a:defRPr/>
            </a:lvl2pPr>
          </a:lstStyle>
          <a:p>
            <a:pPr>
              <a:buNone/>
            </a:pPr>
            <a:r>
              <a:t>Clique para editar </a:t>
            </a:r>
            <a:br/>
            <a:r>
              <a:t>os estilos de texto Mestres</a:t>
            </a:r>
          </a:p>
        </p:txBody>
      </p:sp>
      <p:sp>
        <p:nvSpPr>
          <p:cNvPr id="7" name="Espaço Reservado para Texto 29">
            <a:extLst>
              <a:ext uri="{FF2B5EF4-FFF2-40B4-BE49-F238E27FC236}">
                <a16:creationId xmlns:a16="http://schemas.microsoft.com/office/drawing/2014/main" id="{B3BB94B8-4F5B-AE7F-1FCD-C791199FF48E}"/>
              </a:ext>
            </a:extLst>
          </p:cNvPr>
          <p:cNvSpPr>
            <a:spLocks noGrp="1"/>
          </p:cNvSpPr>
          <p:nvPr>
            <p:ph type="body" idx="12" hasCustomPrompt="1"/>
          </p:nvPr>
        </p:nvSpPr>
        <p:spPr>
          <a:xfrm>
            <a:off x="740727" y="4626257"/>
            <a:ext cx="4970463" cy="430887"/>
          </a:xfrm>
        </p:spPr>
        <p:txBody>
          <a:bodyPr lIns="0" tIns="0" rIns="0" bIns="0" anchor="t">
            <a:spAutoFit/>
          </a:bodyPr>
          <a:lstStyle>
            <a:lvl1pPr marL="0" indent="0">
              <a:lnSpc>
                <a:spcPct val="100000"/>
              </a:lnSpc>
              <a:spcBef>
                <a:spcPts val="0"/>
              </a:spcBef>
              <a:buNone/>
              <a:defRPr sz="1400" cap="none" baseline="0">
                <a:solidFill>
                  <a:srgbClr val="69758F"/>
                </a:solidFill>
              </a:defRPr>
            </a:lvl1pPr>
            <a:lvl2pPr marL="457200" indent="0">
              <a:buNone/>
              <a:defRPr/>
            </a:lvl2pPr>
          </a:lstStyle>
          <a:p>
            <a:pPr>
              <a:buNone/>
            </a:pPr>
            <a:r>
              <a:t>Clique para editar </a:t>
            </a:r>
            <a:br/>
            <a:r>
              <a:t>os estilos de texto Mestres</a:t>
            </a:r>
          </a:p>
        </p:txBody>
      </p:sp>
      <p:pic>
        <p:nvPicPr>
          <p:cNvPr id="88" name="Imagem 12"/>
          <p:cNvPicPr>
            <a:picLocks noChangeAspect="1"/>
          </p:cNvPicPr>
          <p:nvPr/>
        </p:nvPicPr>
        <p:blipFill>
          <a:blip r:embed="rId2"/>
          <a:stretch>
            <a:fillRect/>
          </a:stretch>
        </p:blipFill>
        <p:spPr>
          <a:xfrm>
            <a:off x="739140" y="668426"/>
            <a:ext cx="1461600" cy="666662"/>
          </a:xfrm>
          <a:prstGeom prst="rect">
            <a:avLst/>
          </a:prstGeom>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23_Layout Personalizado">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1384837C-8ACE-352D-BFA1-556C39F72480}"/>
              </a:ext>
            </a:extLst>
          </p:cNvPr>
          <p:cNvSpPr>
            <a:spLocks noGrp="1"/>
          </p:cNvSpPr>
          <p:nvPr/>
        </p:nvSpPr>
        <p:spPr>
          <a:xfrm>
            <a:off x="365125" y="365124"/>
            <a:ext cx="11455400" cy="6134736"/>
          </a:xfrm>
          <a:prstGeom prst="rect">
            <a:avLst/>
          </a:prstGeom>
          <a:solidFill>
            <a:srgbClr val="F2F2F2">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Forma Livre: Forma 7">
            <a:extLst>
              <a:ext uri="{FF2B5EF4-FFF2-40B4-BE49-F238E27FC236}">
                <a16:creationId xmlns:a16="http://schemas.microsoft.com/office/drawing/2014/main" id="{E0898596-799D-DD65-4DE3-DA76EB1C53FB}"/>
              </a:ext>
            </a:extLst>
          </p:cNvPr>
          <p:cNvSpPr>
            <a:spLocks noGrp="1"/>
          </p:cNvSpPr>
          <p:nvPr/>
        </p:nvSpPr>
        <p:spPr>
          <a:xfrm>
            <a:off x="9822180" y="2476500"/>
            <a:ext cx="2004060" cy="2011680"/>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Forma Livre: Forma 8">
            <a:extLst>
              <a:ext uri="{FF2B5EF4-FFF2-40B4-BE49-F238E27FC236}">
                <a16:creationId xmlns:a16="http://schemas.microsoft.com/office/drawing/2014/main" id="{4E5886E6-71C6-094F-DA95-66CF57306627}"/>
              </a:ext>
            </a:extLst>
          </p:cNvPr>
          <p:cNvSpPr>
            <a:spLocks noGrp="1"/>
          </p:cNvSpPr>
          <p:nvPr/>
        </p:nvSpPr>
        <p:spPr>
          <a:xfrm>
            <a:off x="10226040" y="2880013"/>
            <a:ext cx="1594485" cy="1600547"/>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Conector reto 9">
            <a:extLst>
              <a:ext uri="{FF2B5EF4-FFF2-40B4-BE49-F238E27FC236}">
                <a16:creationId xmlns:a16="http://schemas.microsoft.com/office/drawing/2014/main" id="{8CE640F0-6580-4F19-B4AC-61D42036F7AC}"/>
              </a:ext>
            </a:extLst>
          </p:cNvPr>
          <p:cNvSpPr>
            <a:spLocks noGrp="1"/>
          </p:cNvSpPr>
          <p:nvPr/>
        </p:nvSpPr>
        <p:spPr>
          <a:xfrm flipV="1">
            <a:off x="9928860" y="2613660"/>
            <a:ext cx="1447800" cy="144780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sp>
      <p:sp>
        <p:nvSpPr>
          <p:cNvPr id="11" name="Conector reto 10">
            <a:extLst>
              <a:ext uri="{FF2B5EF4-FFF2-40B4-BE49-F238E27FC236}">
                <a16:creationId xmlns:a16="http://schemas.microsoft.com/office/drawing/2014/main" id="{4B17E93C-6ED4-4210-85BD-EA488DC0D110}"/>
              </a:ext>
            </a:extLst>
          </p:cNvPr>
          <p:cNvSpPr>
            <a:spLocks noGrp="1"/>
          </p:cNvSpPr>
          <p:nvPr/>
        </p:nvSpPr>
        <p:spPr>
          <a:xfrm flipV="1">
            <a:off x="8629650" y="2956386"/>
            <a:ext cx="1447800" cy="144780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sp>
      <p:sp>
        <p:nvSpPr>
          <p:cNvPr id="12" name="Conector reto 11">
            <a:extLst>
              <a:ext uri="{FF2B5EF4-FFF2-40B4-BE49-F238E27FC236}">
                <a16:creationId xmlns:a16="http://schemas.microsoft.com/office/drawing/2014/main" id="{0D9F7F49-D1E6-41F4-92FE-882CC55129D0}"/>
              </a:ext>
            </a:extLst>
          </p:cNvPr>
          <p:cNvSpPr>
            <a:spLocks noGrp="1"/>
          </p:cNvSpPr>
          <p:nvPr/>
        </p:nvSpPr>
        <p:spPr>
          <a:xfrm flipV="1">
            <a:off x="11023282" y="3797936"/>
            <a:ext cx="615632" cy="615632"/>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sp>
      <p:sp>
        <p:nvSpPr>
          <p:cNvPr id="34" name="Conector reto 33">
            <a:extLst>
              <a:ext uri="{FF2B5EF4-FFF2-40B4-BE49-F238E27FC236}">
                <a16:creationId xmlns:a16="http://schemas.microsoft.com/office/drawing/2014/main" id="{1A52159C-770D-4AFE-8D1C-D43958480BAE}"/>
              </a:ext>
            </a:extLst>
          </p:cNvPr>
          <p:cNvSpPr>
            <a:spLocks noGrp="1"/>
          </p:cNvSpPr>
          <p:nvPr/>
        </p:nvSpPr>
        <p:spPr>
          <a:xfrm flipV="1">
            <a:off x="3605841" y="4000500"/>
            <a:ext cx="1447800" cy="1447800"/>
          </a:xfrm>
          <a:prstGeom prst="line">
            <a:avLst/>
          </a:prstGeom>
          <a:ln w="3175">
            <a:solidFill>
              <a:srgbClr val="F1E1E2"/>
            </a:solidFill>
          </a:ln>
        </p:spPr>
        <p:style>
          <a:lnRef idx="1">
            <a:schemeClr val="accent1"/>
          </a:lnRef>
          <a:fillRef idx="0">
            <a:schemeClr val="accent1"/>
          </a:fillRef>
          <a:effectRef idx="0">
            <a:schemeClr val="accent1"/>
          </a:effectRef>
          <a:fontRef idx="minor">
            <a:schemeClr val="tx1"/>
          </a:fontRef>
        </p:style>
      </p:sp>
      <p:sp>
        <p:nvSpPr>
          <p:cNvPr id="35" name="Conector reto 34">
            <a:extLst>
              <a:ext uri="{FF2B5EF4-FFF2-40B4-BE49-F238E27FC236}">
                <a16:creationId xmlns:a16="http://schemas.microsoft.com/office/drawing/2014/main" id="{950B9BC4-980F-4B55-B2C0-C4FA9660753F}"/>
              </a:ext>
            </a:extLst>
          </p:cNvPr>
          <p:cNvSpPr>
            <a:spLocks noGrp="1"/>
          </p:cNvSpPr>
          <p:nvPr/>
        </p:nvSpPr>
        <p:spPr>
          <a:xfrm flipV="1">
            <a:off x="4138165" y="1699857"/>
            <a:ext cx="1447800" cy="1447800"/>
          </a:xfrm>
          <a:prstGeom prst="line">
            <a:avLst/>
          </a:prstGeom>
          <a:ln w="3175">
            <a:solidFill>
              <a:srgbClr val="F1E1E2"/>
            </a:solidFill>
          </a:ln>
        </p:spPr>
        <p:style>
          <a:lnRef idx="1">
            <a:schemeClr val="accent1"/>
          </a:lnRef>
          <a:fillRef idx="0">
            <a:schemeClr val="accent1"/>
          </a:fillRef>
          <a:effectRef idx="0">
            <a:schemeClr val="accent1"/>
          </a:effectRef>
          <a:fontRef idx="minor">
            <a:schemeClr val="tx1"/>
          </a:fontRef>
        </p:style>
      </p:sp>
      <p:sp>
        <p:nvSpPr>
          <p:cNvPr id="37" name="Forma Livre: Forma 36">
            <a:extLst>
              <a:ext uri="{FF2B5EF4-FFF2-40B4-BE49-F238E27FC236}">
                <a16:creationId xmlns:a16="http://schemas.microsoft.com/office/drawing/2014/main" id="{E112C766-A728-8457-D31F-3162319711E5}"/>
              </a:ext>
            </a:extLst>
          </p:cNvPr>
          <p:cNvSpPr>
            <a:spLocks noGrp="1"/>
          </p:cNvSpPr>
          <p:nvPr/>
        </p:nvSpPr>
        <p:spPr>
          <a:xfrm flipH="1">
            <a:off x="5483502" y="4480560"/>
            <a:ext cx="2672940" cy="2003405"/>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a:gsLst>
              <a:gs pos="100000">
                <a:srgbClr val="F7F7F7">
                  <a:alpha val="0"/>
                </a:srgbClr>
              </a:gs>
              <a:gs pos="0">
                <a:schemeClr val="accent5">
                  <a:lumMod val="75000"/>
                  <a:alpha val="2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38" name="Forma Livre: Forma 37">
            <a:extLst>
              <a:ext uri="{FF2B5EF4-FFF2-40B4-BE49-F238E27FC236}">
                <a16:creationId xmlns:a16="http://schemas.microsoft.com/office/drawing/2014/main" id="{37CE2F21-014B-E961-8F8A-8183B8B9898D}"/>
              </a:ext>
            </a:extLst>
          </p:cNvPr>
          <p:cNvSpPr>
            <a:spLocks noGrp="1"/>
          </p:cNvSpPr>
          <p:nvPr/>
        </p:nvSpPr>
        <p:spPr>
          <a:xfrm flipH="1">
            <a:off x="5916613" y="4715593"/>
            <a:ext cx="2371250" cy="1777283"/>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a:gsLst>
              <a:gs pos="100000">
                <a:srgbClr val="F7F7F7">
                  <a:alpha val="0"/>
                </a:srgbClr>
              </a:gs>
              <a:gs pos="0">
                <a:schemeClr val="accent5">
                  <a:lumMod val="75000"/>
                  <a:alpha val="2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0" name="Forma Livre: Forma 39">
            <a:extLst>
              <a:ext uri="{FF2B5EF4-FFF2-40B4-BE49-F238E27FC236}">
                <a16:creationId xmlns:a16="http://schemas.microsoft.com/office/drawing/2014/main" id="{C3EE6132-A127-97F5-B324-C93AEFC9A8A0}"/>
              </a:ext>
            </a:extLst>
          </p:cNvPr>
          <p:cNvSpPr>
            <a:spLocks noGrp="1"/>
          </p:cNvSpPr>
          <p:nvPr/>
        </p:nvSpPr>
        <p:spPr>
          <a:xfrm flipH="1">
            <a:off x="2927560" y="365124"/>
            <a:ext cx="2672940" cy="2003405"/>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a:gsLst>
              <a:gs pos="100000">
                <a:srgbClr val="F7F7F7">
                  <a:alpha val="0"/>
                </a:srgbClr>
              </a:gs>
              <a:gs pos="0">
                <a:schemeClr val="accent5">
                  <a:lumMod val="75000"/>
                  <a:alpha val="2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1" name="Forma Livre: Forma 40">
            <a:extLst>
              <a:ext uri="{FF2B5EF4-FFF2-40B4-BE49-F238E27FC236}">
                <a16:creationId xmlns:a16="http://schemas.microsoft.com/office/drawing/2014/main" id="{A26EB523-A67F-72BB-7711-F37EFDA1D98A}"/>
              </a:ext>
            </a:extLst>
          </p:cNvPr>
          <p:cNvSpPr>
            <a:spLocks noGrp="1"/>
          </p:cNvSpPr>
          <p:nvPr/>
        </p:nvSpPr>
        <p:spPr>
          <a:xfrm flipH="1">
            <a:off x="3360671" y="600157"/>
            <a:ext cx="2371250" cy="1777283"/>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a:gsLst>
              <a:gs pos="100000">
                <a:srgbClr val="F7F7F7">
                  <a:alpha val="0"/>
                </a:srgbClr>
              </a:gs>
              <a:gs pos="0">
                <a:schemeClr val="accent5">
                  <a:lumMod val="75000"/>
                  <a:alpha val="2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2" name="Conector reto 41">
            <a:extLst>
              <a:ext uri="{FF2B5EF4-FFF2-40B4-BE49-F238E27FC236}">
                <a16:creationId xmlns:a16="http://schemas.microsoft.com/office/drawing/2014/main" id="{8A437D6E-5DC5-4FD8-BBFD-A47410753DF3}"/>
              </a:ext>
            </a:extLst>
          </p:cNvPr>
          <p:cNvSpPr>
            <a:spLocks noGrp="1"/>
          </p:cNvSpPr>
          <p:nvPr/>
        </p:nvSpPr>
        <p:spPr>
          <a:xfrm flipV="1">
            <a:off x="2723164" y="1455778"/>
            <a:ext cx="697946" cy="697946"/>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sp>
      <p:sp>
        <p:nvSpPr>
          <p:cNvPr id="43" name="Retângulo 42">
            <a:extLst>
              <a:ext uri="{FF2B5EF4-FFF2-40B4-BE49-F238E27FC236}">
                <a16:creationId xmlns:a16="http://schemas.microsoft.com/office/drawing/2014/main" id="{7CACF285-9527-458F-E910-F45BF1FE4CA0}"/>
              </a:ext>
            </a:extLst>
          </p:cNvPr>
          <p:cNvSpPr>
            <a:spLocks noGrp="1"/>
          </p:cNvSpPr>
          <p:nvPr/>
        </p:nvSpPr>
        <p:spPr>
          <a:xfrm>
            <a:off x="5912644" y="4473417"/>
            <a:ext cx="5914231" cy="78000"/>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4" name="Forma Livre: Forma 43">
            <a:extLst>
              <a:ext uri="{FF2B5EF4-FFF2-40B4-BE49-F238E27FC236}">
                <a16:creationId xmlns:a16="http://schemas.microsoft.com/office/drawing/2014/main" id="{432BE317-1EE9-54E1-EEB5-0B7B594E4182}"/>
              </a:ext>
            </a:extLst>
          </p:cNvPr>
          <p:cNvSpPr>
            <a:spLocks noGrp="1"/>
          </p:cNvSpPr>
          <p:nvPr/>
        </p:nvSpPr>
        <p:spPr>
          <a:xfrm rot="16200000">
            <a:off x="8682305" y="1329444"/>
            <a:ext cx="3135292" cy="3147212"/>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8" name="Forma Livre: Forma 47">
            <a:extLst>
              <a:ext uri="{FF2B5EF4-FFF2-40B4-BE49-F238E27FC236}">
                <a16:creationId xmlns:a16="http://schemas.microsoft.com/office/drawing/2014/main" id="{EA8299C6-A081-9D82-07AF-3DD67E5A307F}"/>
              </a:ext>
            </a:extLst>
          </p:cNvPr>
          <p:cNvSpPr>
            <a:spLocks noGrp="1"/>
          </p:cNvSpPr>
          <p:nvPr/>
        </p:nvSpPr>
        <p:spPr>
          <a:xfrm rot="16200000">
            <a:off x="10695549" y="1325003"/>
            <a:ext cx="1129477" cy="1133771"/>
          </a:xfrm>
          <a:custGeom>
            <a:avLst/>
            <a:gdLst>
              <a:gd name="connsiteX0" fmla="*/ 0 w 2004060"/>
              <a:gd name="connsiteY0" fmla="*/ 2004060 h 2011680"/>
              <a:gd name="connsiteX1" fmla="*/ 2004060 w 2004060"/>
              <a:gd name="connsiteY1" fmla="*/ 0 h 2011680"/>
              <a:gd name="connsiteX2" fmla="*/ 2004060 w 2004060"/>
              <a:gd name="connsiteY2" fmla="*/ 2011680 h 2011680"/>
              <a:gd name="connsiteX3" fmla="*/ 0 w 2004060"/>
              <a:gd name="connsiteY3" fmla="*/ 2004060 h 2011680"/>
            </a:gdLst>
            <a:ahLst/>
            <a:cxnLst/>
            <a:rect l="l" t="t" r="r" b="b"/>
            <a:pathLst>
              <a:path w="2004060" h="2011680">
                <a:moveTo>
                  <a:pt x="0" y="2004060"/>
                </a:moveTo>
                <a:lnTo>
                  <a:pt x="2004060" y="0"/>
                </a:lnTo>
                <a:lnTo>
                  <a:pt x="2004060" y="2011680"/>
                </a:lnTo>
                <a:lnTo>
                  <a:pt x="0" y="2004060"/>
                </a:lnTo>
                <a:close/>
              </a:path>
            </a:pathLst>
          </a:custGeom>
          <a:gradFill>
            <a:gsLst>
              <a:gs pos="100000">
                <a:schemeClr val="bg1">
                  <a:alpha val="30000"/>
                </a:schemeClr>
              </a:gs>
              <a:gs pos="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4" name="Espaço Reservado para Imagem 63">
            <a:extLst>
              <a:ext uri="{FF2B5EF4-FFF2-40B4-BE49-F238E27FC236}">
                <a16:creationId xmlns:a16="http://schemas.microsoft.com/office/drawing/2014/main" id="{0E3172E3-5649-6AFD-084B-37DD4A1C617C}"/>
              </a:ext>
            </a:extLst>
          </p:cNvPr>
          <p:cNvSpPr>
            <a:spLocks noGrp="1"/>
          </p:cNvSpPr>
          <p:nvPr>
            <p:ph type="pic" idx="10"/>
          </p:nvPr>
        </p:nvSpPr>
        <p:spPr>
          <a:xfrm>
            <a:off x="5913120" y="1335088"/>
            <a:ext cx="5907405" cy="3135312"/>
          </a:xfrm>
          <a:custGeom>
            <a:avLst/>
            <a:gdLst>
              <a:gd name="connsiteX0" fmla="*/ 3613012 w 5907405"/>
              <a:gd name="connsiteY0" fmla="*/ 2326915 h 3135312"/>
              <a:gd name="connsiteX1" fmla="*/ 2938564 w 5907405"/>
              <a:gd name="connsiteY1" fmla="*/ 3001364 h 3135312"/>
              <a:gd name="connsiteX2" fmla="*/ 2941110 w 5907405"/>
              <a:gd name="connsiteY2" fmla="*/ 3003909 h 3135312"/>
              <a:gd name="connsiteX3" fmla="*/ 3615558 w 5907405"/>
              <a:gd name="connsiteY3" fmla="*/ 2329461 h 3135312"/>
              <a:gd name="connsiteX4" fmla="*/ 3464422 w 5907405"/>
              <a:gd name="connsiteY4" fmla="*/ 1883590 h 3135312"/>
              <a:gd name="connsiteX5" fmla="*/ 2789974 w 5907405"/>
              <a:gd name="connsiteY5" fmla="*/ 2558039 h 3135312"/>
              <a:gd name="connsiteX6" fmla="*/ 2792520 w 5907405"/>
              <a:gd name="connsiteY6" fmla="*/ 2560584 h 3135312"/>
              <a:gd name="connsiteX7" fmla="*/ 3466968 w 5907405"/>
              <a:gd name="connsiteY7" fmla="*/ 1886136 h 3135312"/>
              <a:gd name="connsiteX8" fmla="*/ 5092326 w 5907405"/>
              <a:gd name="connsiteY8" fmla="*/ 1682330 h 3135312"/>
              <a:gd name="connsiteX9" fmla="*/ 3913667 w 5907405"/>
              <a:gd name="connsiteY9" fmla="*/ 2860988 h 3135312"/>
              <a:gd name="connsiteX10" fmla="*/ 3916212 w 5907405"/>
              <a:gd name="connsiteY10" fmla="*/ 2863534 h 3135312"/>
              <a:gd name="connsiteX11" fmla="*/ 5094871 w 5907405"/>
              <a:gd name="connsiteY11" fmla="*/ 1684875 h 3135312"/>
              <a:gd name="connsiteX12" fmla="*/ 5092326 w 5907405"/>
              <a:gd name="connsiteY12" fmla="*/ 421589 h 3135312"/>
              <a:gd name="connsiteX13" fmla="*/ 4417878 w 5907405"/>
              <a:gd name="connsiteY13" fmla="*/ 1096038 h 3135312"/>
              <a:gd name="connsiteX14" fmla="*/ 4420424 w 5907405"/>
              <a:gd name="connsiteY14" fmla="*/ 1098583 h 3135312"/>
              <a:gd name="connsiteX15" fmla="*/ 5094872 w 5907405"/>
              <a:gd name="connsiteY15" fmla="*/ 424135 h 3135312"/>
              <a:gd name="connsiteX16" fmla="*/ 0 w 5907405"/>
              <a:gd name="connsiteY16" fmla="*/ 0 h 3135312"/>
              <a:gd name="connsiteX17" fmla="*/ 5907405 w 5907405"/>
              <a:gd name="connsiteY17" fmla="*/ 0 h 3135312"/>
              <a:gd name="connsiteX18" fmla="*/ 5907405 w 5907405"/>
              <a:gd name="connsiteY18" fmla="*/ 3135312 h 3135312"/>
              <a:gd name="connsiteX19" fmla="*/ 0 w 5907405"/>
              <a:gd name="connsiteY19" fmla="*/ 3135312 h 3135312"/>
            </a:gdLst>
            <a:ahLst/>
            <a:cxnLst/>
            <a:rect l="l" t="t" r="r" b="b"/>
            <a:pathLst>
              <a:path w="5907405" h="3135312">
                <a:moveTo>
                  <a:pt x="3613012" y="2326915"/>
                </a:moveTo>
                <a:lnTo>
                  <a:pt x="2938564" y="3001364"/>
                </a:lnTo>
                <a:lnTo>
                  <a:pt x="2941110" y="3003909"/>
                </a:lnTo>
                <a:lnTo>
                  <a:pt x="3615558" y="2329461"/>
                </a:lnTo>
                <a:close/>
                <a:moveTo>
                  <a:pt x="3464422" y="1883590"/>
                </a:moveTo>
                <a:lnTo>
                  <a:pt x="2789974" y="2558039"/>
                </a:lnTo>
                <a:lnTo>
                  <a:pt x="2792520" y="2560584"/>
                </a:lnTo>
                <a:lnTo>
                  <a:pt x="3466968" y="1886136"/>
                </a:lnTo>
                <a:close/>
                <a:moveTo>
                  <a:pt x="5092326" y="1682330"/>
                </a:moveTo>
                <a:lnTo>
                  <a:pt x="3913667" y="2860988"/>
                </a:lnTo>
                <a:lnTo>
                  <a:pt x="3916212" y="2863534"/>
                </a:lnTo>
                <a:lnTo>
                  <a:pt x="5094871" y="1684875"/>
                </a:lnTo>
                <a:close/>
                <a:moveTo>
                  <a:pt x="5092326" y="421589"/>
                </a:moveTo>
                <a:lnTo>
                  <a:pt x="4417878" y="1096038"/>
                </a:lnTo>
                <a:lnTo>
                  <a:pt x="4420424" y="1098583"/>
                </a:lnTo>
                <a:lnTo>
                  <a:pt x="5094872" y="424135"/>
                </a:lnTo>
                <a:close/>
                <a:moveTo>
                  <a:pt x="0" y="0"/>
                </a:moveTo>
                <a:lnTo>
                  <a:pt x="5907405" y="0"/>
                </a:lnTo>
                <a:lnTo>
                  <a:pt x="5907405" y="3135312"/>
                </a:lnTo>
                <a:lnTo>
                  <a:pt x="0" y="3135312"/>
                </a:lnTo>
                <a:close/>
              </a:path>
            </a:pathLst>
          </a:custGeom>
        </p:spPr>
        <p:txBody>
          <a:bodyPr wrap="square">
            <a:noAutofit/>
          </a:bodyPr>
          <a:lstStyle>
            <a:lvl1pPr marL="0" indent="0" algn="ctr">
              <a:buNone/>
              <a:defRPr sz="1200"/>
            </a:lvl1pPr>
          </a:lstStyle>
          <a:p>
            <a:endParaRPr/>
          </a:p>
        </p:txBody>
      </p:sp>
      <p:sp>
        <p:nvSpPr>
          <p:cNvPr id="54" name="Retângulo 53">
            <a:extLst>
              <a:ext uri="{FF2B5EF4-FFF2-40B4-BE49-F238E27FC236}">
                <a16:creationId xmlns:a16="http://schemas.microsoft.com/office/drawing/2014/main" id="{80E344DB-15AA-C8B9-3FCC-A5F7361BFCD4}"/>
              </a:ext>
            </a:extLst>
          </p:cNvPr>
          <p:cNvSpPr>
            <a:spLocks noGrp="1"/>
          </p:cNvSpPr>
          <p:nvPr/>
        </p:nvSpPr>
        <p:spPr>
          <a:xfrm>
            <a:off x="739140" y="4473417"/>
            <a:ext cx="779827" cy="78000"/>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 name="Forma Livre: Forma 2">
            <a:extLst>
              <a:ext uri="{FF2B5EF4-FFF2-40B4-BE49-F238E27FC236}">
                <a16:creationId xmlns:a16="http://schemas.microsoft.com/office/drawing/2014/main" id="{8BCD414F-6375-0B5F-B17C-500E9221FD48}"/>
              </a:ext>
            </a:extLst>
          </p:cNvPr>
          <p:cNvSpPr>
            <a:spLocks noGrp="1"/>
          </p:cNvSpPr>
          <p:nvPr/>
        </p:nvSpPr>
        <p:spPr>
          <a:xfrm flipH="1">
            <a:off x="7918754" y="4531010"/>
            <a:ext cx="2774647" cy="2079636"/>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a:gsLst>
              <a:gs pos="100000">
                <a:srgbClr val="F7F7F7">
                  <a:alpha val="0"/>
                </a:srgbClr>
              </a:gs>
              <a:gs pos="0">
                <a:schemeClr val="accent5">
                  <a:lumMod val="75000"/>
                  <a:alpha val="2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4" name="Forma Livre: Forma 3">
            <a:extLst>
              <a:ext uri="{FF2B5EF4-FFF2-40B4-BE49-F238E27FC236}">
                <a16:creationId xmlns:a16="http://schemas.microsoft.com/office/drawing/2014/main" id="{5FA56CA4-24C3-E4D0-8F9F-37F01079150A}"/>
              </a:ext>
            </a:extLst>
          </p:cNvPr>
          <p:cNvSpPr>
            <a:spLocks noGrp="1"/>
          </p:cNvSpPr>
          <p:nvPr/>
        </p:nvSpPr>
        <p:spPr>
          <a:xfrm flipH="1">
            <a:off x="7564112" y="4552338"/>
            <a:ext cx="2903299" cy="2176062"/>
          </a:xfrm>
          <a:custGeom>
            <a:avLst/>
            <a:gdLst>
              <a:gd name="connsiteX0" fmla="*/ 0 w 2220719"/>
              <a:gd name="connsiteY0" fmla="*/ 0 h 1664459"/>
              <a:gd name="connsiteX1" fmla="*/ 556260 w 2220719"/>
              <a:gd name="connsiteY1" fmla="*/ 0 h 1664459"/>
              <a:gd name="connsiteX2" fmla="*/ 2220719 w 2220719"/>
              <a:gd name="connsiteY2" fmla="*/ 1664459 h 1664459"/>
              <a:gd name="connsiteX3" fmla="*/ 1664459 w 2220719"/>
              <a:gd name="connsiteY3" fmla="*/ 1664459 h 1664459"/>
            </a:gdLst>
            <a:ahLst/>
            <a:cxnLst/>
            <a:rect l="l" t="t" r="r" b="b"/>
            <a:pathLst>
              <a:path w="2220719" h="1664459">
                <a:moveTo>
                  <a:pt x="0" y="0"/>
                </a:moveTo>
                <a:lnTo>
                  <a:pt x="556260" y="0"/>
                </a:lnTo>
                <a:lnTo>
                  <a:pt x="2220719" y="1664459"/>
                </a:lnTo>
                <a:lnTo>
                  <a:pt x="1664459" y="1664459"/>
                </a:lnTo>
                <a:close/>
              </a:path>
            </a:pathLst>
          </a:custGeom>
          <a:gradFill>
            <a:gsLst>
              <a:gs pos="100000">
                <a:srgbClr val="F7F7F7">
                  <a:alpha val="0"/>
                </a:srgbClr>
              </a:gs>
              <a:gs pos="0">
                <a:schemeClr val="accent5">
                  <a:lumMod val="75000"/>
                  <a:alpha val="2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buNone/>
            </a:pPr>
            <a:endParaRPr/>
          </a:p>
        </p:txBody>
      </p:sp>
      <p:sp>
        <p:nvSpPr>
          <p:cNvPr id="5" name="Espaço Reservado para Texto 29">
            <a:extLst>
              <a:ext uri="{FF2B5EF4-FFF2-40B4-BE49-F238E27FC236}">
                <a16:creationId xmlns:a16="http://schemas.microsoft.com/office/drawing/2014/main" id="{ED1DDD42-C875-A2C5-1CFE-6AEFFC332C88}"/>
              </a:ext>
            </a:extLst>
          </p:cNvPr>
          <p:cNvSpPr>
            <a:spLocks noGrp="1"/>
          </p:cNvSpPr>
          <p:nvPr>
            <p:ph type="body" idx="11" hasCustomPrompt="1"/>
          </p:nvPr>
        </p:nvSpPr>
        <p:spPr>
          <a:xfrm>
            <a:off x="740727" y="3804217"/>
            <a:ext cx="4970463" cy="615553"/>
          </a:xfrm>
        </p:spPr>
        <p:txBody>
          <a:bodyPr wrap="square" lIns="0" tIns="0" rIns="0" bIns="0" anchor="b">
            <a:spAutoFit/>
          </a:bodyPr>
          <a:lstStyle>
            <a:lvl1pPr marL="0" indent="0">
              <a:lnSpc>
                <a:spcPct val="100000"/>
              </a:lnSpc>
              <a:spcBef>
                <a:spcPts val="0"/>
              </a:spcBef>
              <a:buNone/>
              <a:defRPr sz="2000" cap="all" baseline="0"/>
            </a:lvl1pPr>
            <a:lvl2pPr marL="457200" indent="0">
              <a:buNone/>
              <a:defRPr/>
            </a:lvl2pPr>
          </a:lstStyle>
          <a:p>
            <a:pPr>
              <a:buNone/>
            </a:pPr>
            <a:r>
              <a:t>Clique para editar </a:t>
            </a:r>
            <a:br/>
            <a:r>
              <a:t>os estilos de texto Mestres</a:t>
            </a:r>
          </a:p>
        </p:txBody>
      </p:sp>
      <p:sp>
        <p:nvSpPr>
          <p:cNvPr id="7" name="Espaço Reservado para Texto 29">
            <a:extLst>
              <a:ext uri="{FF2B5EF4-FFF2-40B4-BE49-F238E27FC236}">
                <a16:creationId xmlns:a16="http://schemas.microsoft.com/office/drawing/2014/main" id="{B3BB94B8-4F5B-AE7F-1FCD-C791199FF48E}"/>
              </a:ext>
            </a:extLst>
          </p:cNvPr>
          <p:cNvSpPr>
            <a:spLocks noGrp="1"/>
          </p:cNvSpPr>
          <p:nvPr>
            <p:ph type="body" idx="12" hasCustomPrompt="1"/>
          </p:nvPr>
        </p:nvSpPr>
        <p:spPr>
          <a:xfrm>
            <a:off x="740727" y="4626257"/>
            <a:ext cx="4970463" cy="430887"/>
          </a:xfrm>
        </p:spPr>
        <p:txBody>
          <a:bodyPr lIns="0" tIns="0" rIns="0" bIns="0" anchor="t">
            <a:spAutoFit/>
          </a:bodyPr>
          <a:lstStyle>
            <a:lvl1pPr marL="0" indent="0">
              <a:lnSpc>
                <a:spcPct val="100000"/>
              </a:lnSpc>
              <a:spcBef>
                <a:spcPts val="0"/>
              </a:spcBef>
              <a:buNone/>
              <a:defRPr sz="1400" cap="none" baseline="0">
                <a:solidFill>
                  <a:srgbClr val="69758F"/>
                </a:solidFill>
              </a:defRPr>
            </a:lvl1pPr>
            <a:lvl2pPr marL="457200" indent="0">
              <a:buNone/>
              <a:defRPr/>
            </a:lvl2pPr>
          </a:lstStyle>
          <a:p>
            <a:pPr>
              <a:buNone/>
            </a:pPr>
            <a:r>
              <a:t>Clique para editar </a:t>
            </a:r>
            <a:br/>
            <a:r>
              <a:t>os estilos de texto Mestres</a:t>
            </a:r>
          </a:p>
        </p:txBody>
      </p:sp>
      <p:pic>
        <p:nvPicPr>
          <p:cNvPr id="88" name="Imagem 12"/>
          <p:cNvPicPr>
            <a:picLocks noChangeAspect="1"/>
          </p:cNvPicPr>
          <p:nvPr/>
        </p:nvPicPr>
        <p:blipFill>
          <a:blip r:embed="rId2"/>
          <a:stretch>
            <a:fillRect/>
          </a:stretch>
        </p:blipFill>
        <p:spPr>
          <a:xfrm>
            <a:off x="739140" y="668426"/>
            <a:ext cx="1461600" cy="666662"/>
          </a:xfrm>
          <a:prstGeom prst="rect">
            <a:avLst/>
          </a:prstGeom>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Layout Personalizado">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AFF4EF4D-D056-FC19-D12E-7C12D038C4CB}"/>
              </a:ext>
            </a:extLst>
          </p:cNvPr>
          <p:cNvSpPr>
            <a:spLocks noGrp="1"/>
          </p:cNvSpPr>
          <p:nvPr/>
        </p:nvSpPr>
        <p:spPr>
          <a:xfrm>
            <a:off x="365125" y="365124"/>
            <a:ext cx="11455400" cy="4704741"/>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Retângulo 6">
            <a:extLst>
              <a:ext uri="{FF2B5EF4-FFF2-40B4-BE49-F238E27FC236}">
                <a16:creationId xmlns:a16="http://schemas.microsoft.com/office/drawing/2014/main" id="{131CF41C-100A-0DE0-56AF-A84C34A4F2C5}"/>
              </a:ext>
            </a:extLst>
          </p:cNvPr>
          <p:cNvSpPr>
            <a:spLocks noGrp="1"/>
          </p:cNvSpPr>
          <p:nvPr/>
        </p:nvSpPr>
        <p:spPr>
          <a:xfrm>
            <a:off x="365124" y="5059680"/>
            <a:ext cx="11461751" cy="1396851"/>
          </a:xfrm>
          <a:prstGeom prst="rect">
            <a:avLst/>
          </a:prstGeom>
          <a:solidFill>
            <a:srgbClr val="0F182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7" name="CaixaDeTexto 26">
            <a:extLst>
              <a:ext uri="{FF2B5EF4-FFF2-40B4-BE49-F238E27FC236}">
                <a16:creationId xmlns:a16="http://schemas.microsoft.com/office/drawing/2014/main" id="{F502D45A-D6E7-91BE-EB74-08CD07060E97}"/>
              </a:ext>
            </a:extLst>
          </p:cNvPr>
          <p:cNvSpPr>
            <a:spLocks noGrp="1"/>
          </p:cNvSpPr>
          <p:nvPr/>
        </p:nvSpPr>
        <p:spPr>
          <a:xfrm>
            <a:off x="368301" y="6097784"/>
            <a:ext cx="11455398" cy="253916"/>
          </a:xfrm>
          <a:prstGeom prst="rect">
            <a:avLst/>
          </a:prstGeom>
          <a:noFill/>
        </p:spPr>
        <p:txBody>
          <a:bodyPr wrap="square" lIns="0" tIns="0" rIns="0" bIns="0">
            <a:spAutoFit/>
          </a:bodyPr>
          <a:lstStyle/>
          <a:p>
            <a:pPr algn="ctr">
              <a:lnSpc>
                <a:spcPct val="150000"/>
              </a:lnSpc>
              <a:buNone/>
            </a:pPr>
            <a:r>
              <a:rPr sz="1200" b="0" i="0">
                <a:solidFill>
                  <a:schemeClr val="bg1"/>
                </a:solidFill>
                <a:latin typeface="Titillium Web ExtraLight"/>
                <a:ea typeface="Titillium Web ExtraLight"/>
                <a:cs typeface="Titillium Web ExtraLight"/>
              </a:rPr>
              <a:t>www.kinea.com.br</a:t>
            </a:r>
          </a:p>
        </p:txBody>
      </p:sp>
      <p:cxnSp>
        <p:nvCxnSpPr>
          <p:cNvPr id="81" name="Conector de Seta Reta 27"/>
          <p:cNvCxnSpPr/>
          <p:nvPr/>
        </p:nvCxnSpPr>
        <p:spPr>
          <a:xfrm flipH="1">
            <a:off x="7461250" y="365125"/>
            <a:ext cx="323677" cy="323677"/>
          </a:xfrm>
          <a:prstGeom prst="straightConnector1">
            <a:avLst/>
          </a:prstGeom>
          <a:ln>
            <a:solidFill>
              <a:srgbClr val="061844"/>
            </a:solidFill>
            <a:tailEnd type="none"/>
          </a:ln>
        </p:spPr>
        <p:style>
          <a:lnRef idx="1">
            <a:schemeClr val="accent1"/>
          </a:lnRef>
          <a:fillRef idx="0">
            <a:schemeClr val="accent1"/>
          </a:fillRef>
          <a:effectRef idx="0">
            <a:schemeClr val="accent1"/>
          </a:effectRef>
          <a:fontRef idx="minor">
            <a:schemeClr val="tx1"/>
          </a:fontRef>
        </p:style>
      </p:cxnSp>
      <p:cxnSp>
        <p:nvCxnSpPr>
          <p:cNvPr id="82" name="Conector de Seta Reta 28"/>
          <p:cNvCxnSpPr/>
          <p:nvPr/>
        </p:nvCxnSpPr>
        <p:spPr>
          <a:xfrm flipH="1">
            <a:off x="5659751" y="361852"/>
            <a:ext cx="1116860" cy="1116860"/>
          </a:xfrm>
          <a:prstGeom prst="straightConnector1">
            <a:avLst/>
          </a:prstGeom>
          <a:ln>
            <a:solidFill>
              <a:srgbClr val="9BBDBA"/>
            </a:solidFill>
            <a:tailEnd type="none"/>
          </a:ln>
        </p:spPr>
        <p:style>
          <a:lnRef idx="1">
            <a:schemeClr val="accent1"/>
          </a:lnRef>
          <a:fillRef idx="0">
            <a:schemeClr val="accent1"/>
          </a:fillRef>
          <a:effectRef idx="0">
            <a:schemeClr val="accent1"/>
          </a:effectRef>
          <a:fontRef idx="minor">
            <a:schemeClr val="tx1"/>
          </a:fontRef>
        </p:style>
      </p:cxnSp>
      <p:cxnSp>
        <p:nvCxnSpPr>
          <p:cNvPr id="83" name="Conector de Seta Reta 29"/>
          <p:cNvCxnSpPr/>
          <p:nvPr/>
        </p:nvCxnSpPr>
        <p:spPr>
          <a:xfrm flipH="1">
            <a:off x="365125" y="598242"/>
            <a:ext cx="1127097" cy="1127097"/>
          </a:xfrm>
          <a:prstGeom prst="straightConnector1">
            <a:avLst/>
          </a:prstGeom>
          <a:ln>
            <a:solidFill>
              <a:srgbClr val="CFD1D4"/>
            </a:solidFill>
            <a:tailEnd type="none"/>
          </a:ln>
        </p:spPr>
        <p:style>
          <a:lnRef idx="1">
            <a:schemeClr val="accent1"/>
          </a:lnRef>
          <a:fillRef idx="0">
            <a:schemeClr val="accent1"/>
          </a:fillRef>
          <a:effectRef idx="0">
            <a:schemeClr val="accent1"/>
          </a:effectRef>
          <a:fontRef idx="minor">
            <a:schemeClr val="tx1"/>
          </a:fontRef>
        </p:style>
      </p:cxnSp>
      <p:sp>
        <p:nvSpPr>
          <p:cNvPr id="31" name="Conector reto 30">
            <a:extLst>
              <a:ext uri="{FF2B5EF4-FFF2-40B4-BE49-F238E27FC236}">
                <a16:creationId xmlns:a16="http://schemas.microsoft.com/office/drawing/2014/main" id="{4BF87502-E6AB-4B71-B706-81008C044FFC}"/>
              </a:ext>
            </a:extLst>
          </p:cNvPr>
          <p:cNvSpPr>
            <a:spLocks noGrp="1"/>
          </p:cNvSpPr>
          <p:nvPr/>
        </p:nvSpPr>
        <p:spPr>
          <a:xfrm>
            <a:off x="365125" y="6456532"/>
            <a:ext cx="11455400" cy="0"/>
          </a:xfrm>
          <a:prstGeom prst="line">
            <a:avLst/>
          </a:prstGeom>
          <a:ln>
            <a:solidFill>
              <a:srgbClr val="9BBDBA"/>
            </a:solidFill>
          </a:ln>
        </p:spPr>
        <p:style>
          <a:lnRef idx="1">
            <a:schemeClr val="accent1"/>
          </a:lnRef>
          <a:fillRef idx="0">
            <a:schemeClr val="accent1"/>
          </a:fillRef>
          <a:effectRef idx="0">
            <a:schemeClr val="accent1"/>
          </a:effectRef>
          <a:fontRef idx="minor">
            <a:schemeClr val="tx1"/>
          </a:fontRef>
        </p:style>
      </p:sp>
      <p:sp>
        <p:nvSpPr>
          <p:cNvPr id="33" name="Freeform 5">
            <a:extLst>
              <a:ext uri="{FF2B5EF4-FFF2-40B4-BE49-F238E27FC236}">
                <a16:creationId xmlns:a16="http://schemas.microsoft.com/office/drawing/2014/main" id="{D71287D9-3DB5-98CC-8474-02F77BEB236F}"/>
              </a:ext>
            </a:extLst>
          </p:cNvPr>
          <p:cNvSpPr>
            <a:spLocks noGrp="1"/>
          </p:cNvSpPr>
          <p:nvPr/>
        </p:nvSpPr>
        <p:spPr>
          <a:xfrm>
            <a:off x="10502577" y="5443903"/>
            <a:ext cx="355736" cy="223159"/>
          </a:xfrm>
          <a:custGeom>
            <a:avLst/>
            <a:gdLst>
              <a:gd name="T0" fmla="*/ 3210 w 4718"/>
              <a:gd name="T1" fmla="*/ 438 h 2961"/>
              <a:gd name="T2" fmla="*/ 2703 w 4718"/>
              <a:gd name="T3" fmla="*/ 1204 h 2961"/>
              <a:gd name="T4" fmla="*/ 2357 w 4718"/>
              <a:gd name="T5" fmla="*/ 670 h 2961"/>
              <a:gd name="T6" fmla="*/ 2010 w 4718"/>
              <a:gd name="T7" fmla="*/ 1204 h 2961"/>
              <a:gd name="T8" fmla="*/ 1504 w 4718"/>
              <a:gd name="T9" fmla="*/ 439 h 2961"/>
              <a:gd name="T10" fmla="*/ 1199 w 4718"/>
              <a:gd name="T11" fmla="*/ 1281 h 2961"/>
              <a:gd name="T12" fmla="*/ 896 w 4718"/>
              <a:gd name="T13" fmla="*/ 2121 h 2961"/>
              <a:gd name="T14" fmla="*/ 593 w 4718"/>
              <a:gd name="T15" fmla="*/ 2961 h 2961"/>
              <a:gd name="T16" fmla="*/ 4 w 4718"/>
              <a:gd name="T17" fmla="*/ 2961 h 2961"/>
              <a:gd name="T18" fmla="*/ 1 w 4718"/>
              <a:gd name="T19" fmla="*/ 2957 h 2961"/>
              <a:gd name="T20" fmla="*/ 0 w 4718"/>
              <a:gd name="T21" fmla="*/ 2953 h 2961"/>
              <a:gd name="T22" fmla="*/ 5 w 4718"/>
              <a:gd name="T23" fmla="*/ 2934 h 2961"/>
              <a:gd name="T24" fmla="*/ 1023 w 4718"/>
              <a:gd name="T25" fmla="*/ 0 h 2961"/>
              <a:gd name="T26" fmla="*/ 1066 w 4718"/>
              <a:gd name="T27" fmla="*/ 0 h 2961"/>
              <a:gd name="T28" fmla="*/ 1883 w 4718"/>
              <a:gd name="T29" fmla="*/ 0 h 2961"/>
              <a:gd name="T30" fmla="*/ 1946 w 4718"/>
              <a:gd name="T31" fmla="*/ 34 h 2961"/>
              <a:gd name="T32" fmla="*/ 2328 w 4718"/>
              <a:gd name="T33" fmla="*/ 625 h 2961"/>
              <a:gd name="T34" fmla="*/ 2357 w 4718"/>
              <a:gd name="T35" fmla="*/ 668 h 2961"/>
              <a:gd name="T36" fmla="*/ 2385 w 4718"/>
              <a:gd name="T37" fmla="*/ 626 h 2961"/>
              <a:gd name="T38" fmla="*/ 2772 w 4718"/>
              <a:gd name="T39" fmla="*/ 28 h 2961"/>
              <a:gd name="T40" fmla="*/ 2823 w 4718"/>
              <a:gd name="T41" fmla="*/ 0 h 2961"/>
              <a:gd name="T42" fmla="*/ 3659 w 4718"/>
              <a:gd name="T43" fmla="*/ 0 h 2961"/>
              <a:gd name="T44" fmla="*/ 3690 w 4718"/>
              <a:gd name="T45" fmla="*/ 0 h 2961"/>
              <a:gd name="T46" fmla="*/ 4718 w 4718"/>
              <a:gd name="T47" fmla="*/ 2960 h 2961"/>
              <a:gd name="T48" fmla="*/ 4121 w 4718"/>
              <a:gd name="T49" fmla="*/ 2960 h 2961"/>
              <a:gd name="T50" fmla="*/ 3210 w 4718"/>
              <a:gd name="T51" fmla="*/ 438 h 2961"/>
            </a:gdLst>
            <a:ahLst/>
            <a:cxnLst/>
            <a:rect l="0" t="0" r="r" b="b"/>
            <a:pathLst>
              <a:path w="4718" h="2961">
                <a:moveTo>
                  <a:pt x="3210" y="438"/>
                </a:moveTo>
                <a:cubicBezTo>
                  <a:pt x="3039" y="696"/>
                  <a:pt x="2873" y="947"/>
                  <a:pt x="2703" y="1204"/>
                </a:cubicBezTo>
                <a:cubicBezTo>
                  <a:pt x="2588" y="1025"/>
                  <a:pt x="2474" y="850"/>
                  <a:pt x="2357" y="670"/>
                </a:cubicBezTo>
                <a:cubicBezTo>
                  <a:pt x="2241" y="849"/>
                  <a:pt x="2127" y="1024"/>
                  <a:pt x="2010" y="1204"/>
                </a:cubicBezTo>
                <a:cubicBezTo>
                  <a:pt x="1841" y="948"/>
                  <a:pt x="1675" y="697"/>
                  <a:pt x="1504" y="439"/>
                </a:cubicBezTo>
                <a:cubicBezTo>
                  <a:pt x="1399" y="723"/>
                  <a:pt x="1300" y="1002"/>
                  <a:pt x="1199" y="1281"/>
                </a:cubicBezTo>
                <a:cubicBezTo>
                  <a:pt x="1098" y="1561"/>
                  <a:pt x="997" y="1841"/>
                  <a:pt x="896" y="2121"/>
                </a:cubicBezTo>
                <a:cubicBezTo>
                  <a:pt x="795" y="2401"/>
                  <a:pt x="694" y="2681"/>
                  <a:pt x="593" y="2961"/>
                </a:cubicBezTo>
                <a:cubicBezTo>
                  <a:pt x="394" y="2961"/>
                  <a:pt x="199" y="2961"/>
                  <a:pt x="4" y="2961"/>
                </a:cubicBezTo>
                <a:cubicBezTo>
                  <a:pt x="2" y="2959"/>
                  <a:pt x="1" y="2958"/>
                  <a:pt x="1" y="2957"/>
                </a:cubicBezTo>
                <a:cubicBezTo>
                  <a:pt x="0" y="2956"/>
                  <a:pt x="0" y="2954"/>
                  <a:pt x="0" y="2953"/>
                </a:cubicBezTo>
                <a:cubicBezTo>
                  <a:pt x="1" y="2947"/>
                  <a:pt x="2" y="2940"/>
                  <a:pt x="5" y="2934"/>
                </a:cubicBezTo>
                <a:cubicBezTo>
                  <a:pt x="344" y="1957"/>
                  <a:pt x="683" y="980"/>
                  <a:pt x="1023" y="0"/>
                </a:cubicBezTo>
                <a:cubicBezTo>
                  <a:pt x="1038" y="0"/>
                  <a:pt x="1052" y="0"/>
                  <a:pt x="1066" y="0"/>
                </a:cubicBezTo>
                <a:cubicBezTo>
                  <a:pt x="1338" y="0"/>
                  <a:pt x="1610" y="1"/>
                  <a:pt x="1883" y="0"/>
                </a:cubicBezTo>
                <a:cubicBezTo>
                  <a:pt x="1912" y="0"/>
                  <a:pt x="1929" y="8"/>
                  <a:pt x="1946" y="34"/>
                </a:cubicBezTo>
                <a:cubicBezTo>
                  <a:pt x="2072" y="232"/>
                  <a:pt x="2201" y="428"/>
                  <a:pt x="2328" y="625"/>
                </a:cubicBezTo>
                <a:cubicBezTo>
                  <a:pt x="2337" y="639"/>
                  <a:pt x="2346" y="652"/>
                  <a:pt x="2357" y="668"/>
                </a:cubicBezTo>
                <a:cubicBezTo>
                  <a:pt x="2367" y="652"/>
                  <a:pt x="2376" y="639"/>
                  <a:pt x="2385" y="626"/>
                </a:cubicBezTo>
                <a:cubicBezTo>
                  <a:pt x="2514" y="427"/>
                  <a:pt x="2644" y="228"/>
                  <a:pt x="2772" y="28"/>
                </a:cubicBezTo>
                <a:cubicBezTo>
                  <a:pt x="2785" y="8"/>
                  <a:pt x="2799" y="0"/>
                  <a:pt x="2823" y="0"/>
                </a:cubicBezTo>
                <a:cubicBezTo>
                  <a:pt x="3101" y="1"/>
                  <a:pt x="3380" y="0"/>
                  <a:pt x="3659" y="0"/>
                </a:cubicBezTo>
                <a:cubicBezTo>
                  <a:pt x="3668" y="0"/>
                  <a:pt x="3677" y="0"/>
                  <a:pt x="3690" y="0"/>
                </a:cubicBezTo>
                <a:cubicBezTo>
                  <a:pt x="4032" y="986"/>
                  <a:pt x="4375" y="1971"/>
                  <a:pt x="4718" y="2960"/>
                </a:cubicBezTo>
                <a:cubicBezTo>
                  <a:pt x="4518" y="2960"/>
                  <a:pt x="4321" y="2960"/>
                  <a:pt x="4121" y="2960"/>
                </a:cubicBezTo>
                <a:cubicBezTo>
                  <a:pt x="3819" y="2123"/>
                  <a:pt x="3516" y="1285"/>
                  <a:pt x="3210" y="438"/>
                </a:cubicBezTo>
                <a:close/>
              </a:path>
            </a:pathLst>
          </a:custGeom>
          <a:grpFill/>
          <a:ln>
            <a:noFill/>
          </a:ln>
        </p:spPr>
        <p:txBody>
          <a:bodyPr vert="horz" wrap="square" lIns="91440" tIns="45720" rIns="91440" bIns="45720" anchor="t"/>
          <a:lstStyle/>
          <a:p>
            <a:endParaRPr/>
          </a:p>
        </p:txBody>
      </p:sp>
      <p:sp>
        <p:nvSpPr>
          <p:cNvPr id="34" name="Freeform 6">
            <a:extLst>
              <a:ext uri="{FF2B5EF4-FFF2-40B4-BE49-F238E27FC236}">
                <a16:creationId xmlns:a16="http://schemas.microsoft.com/office/drawing/2014/main" id="{E2376529-70CD-C384-7C1E-1411C072453F}"/>
              </a:ext>
            </a:extLst>
          </p:cNvPr>
          <p:cNvSpPr>
            <a:spLocks noGrp="1"/>
          </p:cNvSpPr>
          <p:nvPr/>
        </p:nvSpPr>
        <p:spPr>
          <a:xfrm>
            <a:off x="11323830" y="5570480"/>
            <a:ext cx="111579" cy="97782"/>
          </a:xfrm>
          <a:custGeom>
            <a:avLst/>
            <a:gdLst>
              <a:gd name="T0" fmla="*/ 1225 w 1479"/>
              <a:gd name="T1" fmla="*/ 238 h 1302"/>
              <a:gd name="T2" fmla="*/ 1122 w 1479"/>
              <a:gd name="T3" fmla="*/ 531 h 1302"/>
              <a:gd name="T4" fmla="*/ 876 w 1479"/>
              <a:gd name="T5" fmla="*/ 1230 h 1302"/>
              <a:gd name="T6" fmla="*/ 793 w 1479"/>
              <a:gd name="T7" fmla="*/ 1294 h 1302"/>
              <a:gd name="T8" fmla="*/ 675 w 1479"/>
              <a:gd name="T9" fmla="*/ 1293 h 1302"/>
              <a:gd name="T10" fmla="*/ 593 w 1479"/>
              <a:gd name="T11" fmla="*/ 1229 h 1302"/>
              <a:gd name="T12" fmla="*/ 270 w 1479"/>
              <a:gd name="T13" fmla="*/ 274 h 1302"/>
              <a:gd name="T14" fmla="*/ 248 w 1479"/>
              <a:gd name="T15" fmla="*/ 235 h 1302"/>
              <a:gd name="T16" fmla="*/ 248 w 1479"/>
              <a:gd name="T17" fmla="*/ 276 h 1302"/>
              <a:gd name="T18" fmla="*/ 246 w 1479"/>
              <a:gd name="T19" fmla="*/ 1216 h 1302"/>
              <a:gd name="T20" fmla="*/ 246 w 1479"/>
              <a:gd name="T21" fmla="*/ 1244 h 1302"/>
              <a:gd name="T22" fmla="*/ 215 w 1479"/>
              <a:gd name="T23" fmla="*/ 1288 h 1302"/>
              <a:gd name="T24" fmla="*/ 31 w 1479"/>
              <a:gd name="T25" fmla="*/ 1288 h 1302"/>
              <a:gd name="T26" fmla="*/ 2 w 1479"/>
              <a:gd name="T27" fmla="*/ 1247 h 1302"/>
              <a:gd name="T28" fmla="*/ 2 w 1479"/>
              <a:gd name="T29" fmla="*/ 1223 h 1302"/>
              <a:gd name="T30" fmla="*/ 1 w 1479"/>
              <a:gd name="T31" fmla="*/ 132 h 1302"/>
              <a:gd name="T32" fmla="*/ 127 w 1479"/>
              <a:gd name="T33" fmla="*/ 5 h 1302"/>
              <a:gd name="T34" fmla="*/ 269 w 1479"/>
              <a:gd name="T35" fmla="*/ 6 h 1302"/>
              <a:gd name="T36" fmla="*/ 343 w 1479"/>
              <a:gd name="T37" fmla="*/ 14 h 1302"/>
              <a:gd name="T38" fmla="*/ 443 w 1479"/>
              <a:gd name="T39" fmla="*/ 90 h 1302"/>
              <a:gd name="T40" fmla="*/ 470 w 1479"/>
              <a:gd name="T41" fmla="*/ 161 h 1302"/>
              <a:gd name="T42" fmla="*/ 729 w 1479"/>
              <a:gd name="T43" fmla="*/ 885 h 1302"/>
              <a:gd name="T44" fmla="*/ 741 w 1479"/>
              <a:gd name="T45" fmla="*/ 912 h 1302"/>
              <a:gd name="T46" fmla="*/ 757 w 1479"/>
              <a:gd name="T47" fmla="*/ 877 h 1302"/>
              <a:gd name="T48" fmla="*/ 1039 w 1479"/>
              <a:gd name="T49" fmla="*/ 127 h 1302"/>
              <a:gd name="T50" fmla="*/ 1051 w 1479"/>
              <a:gd name="T51" fmla="*/ 98 h 1302"/>
              <a:gd name="T52" fmla="*/ 1183 w 1479"/>
              <a:gd name="T53" fmla="*/ 7 h 1302"/>
              <a:gd name="T54" fmla="*/ 1388 w 1479"/>
              <a:gd name="T55" fmla="*/ 7 h 1302"/>
              <a:gd name="T56" fmla="*/ 1478 w 1479"/>
              <a:gd name="T57" fmla="*/ 97 h 1302"/>
              <a:gd name="T58" fmla="*/ 1479 w 1479"/>
              <a:gd name="T59" fmla="*/ 141 h 1302"/>
              <a:gd name="T60" fmla="*/ 1479 w 1479"/>
              <a:gd name="T61" fmla="*/ 1221 h 1302"/>
              <a:gd name="T62" fmla="*/ 1479 w 1479"/>
              <a:gd name="T63" fmla="*/ 1237 h 1302"/>
              <a:gd name="T64" fmla="*/ 1432 w 1479"/>
              <a:gd name="T65" fmla="*/ 1291 h 1302"/>
              <a:gd name="T66" fmla="*/ 1295 w 1479"/>
              <a:gd name="T67" fmla="*/ 1292 h 1302"/>
              <a:gd name="T68" fmla="*/ 1234 w 1479"/>
              <a:gd name="T69" fmla="*/ 1225 h 1302"/>
              <a:gd name="T70" fmla="*/ 1234 w 1479"/>
              <a:gd name="T71" fmla="*/ 282 h 1302"/>
              <a:gd name="T72" fmla="*/ 1234 w 1479"/>
              <a:gd name="T73" fmla="*/ 239 h 1302"/>
              <a:gd name="T74" fmla="*/ 1225 w 1479"/>
              <a:gd name="T75" fmla="*/ 238 h 1302"/>
            </a:gdLst>
            <a:ahLst/>
            <a:cxnLst/>
            <a:rect l="0" t="0" r="r" b="b"/>
            <a:pathLst>
              <a:path w="1479" h="1302">
                <a:moveTo>
                  <a:pt x="1225" y="238"/>
                </a:moveTo>
                <a:cubicBezTo>
                  <a:pt x="1191" y="336"/>
                  <a:pt x="1156" y="434"/>
                  <a:pt x="1122" y="531"/>
                </a:cubicBezTo>
                <a:cubicBezTo>
                  <a:pt x="1039" y="764"/>
                  <a:pt x="956" y="997"/>
                  <a:pt x="876" y="1230"/>
                </a:cubicBezTo>
                <a:cubicBezTo>
                  <a:pt x="861" y="1273"/>
                  <a:pt x="838" y="1295"/>
                  <a:pt x="793" y="1294"/>
                </a:cubicBezTo>
                <a:cubicBezTo>
                  <a:pt x="754" y="1293"/>
                  <a:pt x="715" y="1294"/>
                  <a:pt x="675" y="1293"/>
                </a:cubicBezTo>
                <a:cubicBezTo>
                  <a:pt x="632" y="1293"/>
                  <a:pt x="607" y="1273"/>
                  <a:pt x="593" y="1229"/>
                </a:cubicBezTo>
                <a:cubicBezTo>
                  <a:pt x="486" y="910"/>
                  <a:pt x="378" y="592"/>
                  <a:pt x="270" y="274"/>
                </a:cubicBezTo>
                <a:cubicBezTo>
                  <a:pt x="265" y="260"/>
                  <a:pt x="260" y="247"/>
                  <a:pt x="248" y="235"/>
                </a:cubicBezTo>
                <a:cubicBezTo>
                  <a:pt x="248" y="249"/>
                  <a:pt x="248" y="263"/>
                  <a:pt x="248" y="276"/>
                </a:cubicBezTo>
                <a:cubicBezTo>
                  <a:pt x="247" y="590"/>
                  <a:pt x="247" y="903"/>
                  <a:pt x="246" y="1216"/>
                </a:cubicBezTo>
                <a:cubicBezTo>
                  <a:pt x="246" y="1225"/>
                  <a:pt x="247" y="1235"/>
                  <a:pt x="246" y="1244"/>
                </a:cubicBezTo>
                <a:cubicBezTo>
                  <a:pt x="245" y="1271"/>
                  <a:pt x="240" y="1281"/>
                  <a:pt x="215" y="1288"/>
                </a:cubicBezTo>
                <a:cubicBezTo>
                  <a:pt x="154" y="1302"/>
                  <a:pt x="93" y="1302"/>
                  <a:pt x="31" y="1288"/>
                </a:cubicBezTo>
                <a:cubicBezTo>
                  <a:pt x="11" y="1283"/>
                  <a:pt x="0" y="1269"/>
                  <a:pt x="2" y="1247"/>
                </a:cubicBezTo>
                <a:cubicBezTo>
                  <a:pt x="3" y="1239"/>
                  <a:pt x="2" y="1231"/>
                  <a:pt x="2" y="1223"/>
                </a:cubicBezTo>
                <a:cubicBezTo>
                  <a:pt x="2" y="859"/>
                  <a:pt x="3" y="495"/>
                  <a:pt x="1" y="132"/>
                </a:cubicBezTo>
                <a:cubicBezTo>
                  <a:pt x="1" y="42"/>
                  <a:pt x="39" y="0"/>
                  <a:pt x="127" y="5"/>
                </a:cubicBezTo>
                <a:cubicBezTo>
                  <a:pt x="174" y="8"/>
                  <a:pt x="221" y="5"/>
                  <a:pt x="269" y="6"/>
                </a:cubicBezTo>
                <a:cubicBezTo>
                  <a:pt x="293" y="7"/>
                  <a:pt x="318" y="9"/>
                  <a:pt x="343" y="14"/>
                </a:cubicBezTo>
                <a:cubicBezTo>
                  <a:pt x="388" y="22"/>
                  <a:pt x="423" y="48"/>
                  <a:pt x="443" y="90"/>
                </a:cubicBezTo>
                <a:cubicBezTo>
                  <a:pt x="453" y="113"/>
                  <a:pt x="461" y="137"/>
                  <a:pt x="470" y="161"/>
                </a:cubicBezTo>
                <a:cubicBezTo>
                  <a:pt x="556" y="402"/>
                  <a:pt x="643" y="644"/>
                  <a:pt x="729" y="885"/>
                </a:cubicBezTo>
                <a:cubicBezTo>
                  <a:pt x="732" y="893"/>
                  <a:pt x="735" y="900"/>
                  <a:pt x="741" y="912"/>
                </a:cubicBezTo>
                <a:cubicBezTo>
                  <a:pt x="748" y="898"/>
                  <a:pt x="753" y="888"/>
                  <a:pt x="757" y="877"/>
                </a:cubicBezTo>
                <a:cubicBezTo>
                  <a:pt x="851" y="627"/>
                  <a:pt x="945" y="377"/>
                  <a:pt x="1039" y="127"/>
                </a:cubicBezTo>
                <a:cubicBezTo>
                  <a:pt x="1042" y="117"/>
                  <a:pt x="1047" y="108"/>
                  <a:pt x="1051" y="98"/>
                </a:cubicBezTo>
                <a:cubicBezTo>
                  <a:pt x="1075" y="39"/>
                  <a:pt x="1121" y="9"/>
                  <a:pt x="1183" y="7"/>
                </a:cubicBezTo>
                <a:cubicBezTo>
                  <a:pt x="1251" y="5"/>
                  <a:pt x="1319" y="5"/>
                  <a:pt x="1388" y="7"/>
                </a:cubicBezTo>
                <a:cubicBezTo>
                  <a:pt x="1443" y="8"/>
                  <a:pt x="1473" y="41"/>
                  <a:pt x="1478" y="97"/>
                </a:cubicBezTo>
                <a:cubicBezTo>
                  <a:pt x="1479" y="112"/>
                  <a:pt x="1479" y="127"/>
                  <a:pt x="1479" y="141"/>
                </a:cubicBezTo>
                <a:cubicBezTo>
                  <a:pt x="1479" y="501"/>
                  <a:pt x="1479" y="861"/>
                  <a:pt x="1479" y="1221"/>
                </a:cubicBezTo>
                <a:cubicBezTo>
                  <a:pt x="1479" y="1226"/>
                  <a:pt x="1479" y="1231"/>
                  <a:pt x="1479" y="1237"/>
                </a:cubicBezTo>
                <a:cubicBezTo>
                  <a:pt x="1478" y="1275"/>
                  <a:pt x="1470" y="1288"/>
                  <a:pt x="1432" y="1291"/>
                </a:cubicBezTo>
                <a:cubicBezTo>
                  <a:pt x="1386" y="1295"/>
                  <a:pt x="1340" y="1295"/>
                  <a:pt x="1295" y="1292"/>
                </a:cubicBezTo>
                <a:cubicBezTo>
                  <a:pt x="1242" y="1289"/>
                  <a:pt x="1234" y="1278"/>
                  <a:pt x="1234" y="1225"/>
                </a:cubicBezTo>
                <a:cubicBezTo>
                  <a:pt x="1234" y="911"/>
                  <a:pt x="1234" y="596"/>
                  <a:pt x="1234" y="282"/>
                </a:cubicBezTo>
                <a:cubicBezTo>
                  <a:pt x="1234" y="268"/>
                  <a:pt x="1234" y="253"/>
                  <a:pt x="1234" y="239"/>
                </a:cubicBezTo>
                <a:cubicBezTo>
                  <a:pt x="1231" y="239"/>
                  <a:pt x="1228" y="239"/>
                  <a:pt x="1225" y="238"/>
                </a:cubicBezTo>
                <a:close/>
              </a:path>
            </a:pathLst>
          </a:custGeom>
          <a:grpFill/>
          <a:ln>
            <a:noFill/>
          </a:ln>
        </p:spPr>
        <p:txBody>
          <a:bodyPr vert="horz" wrap="square" lIns="91440" tIns="45720" rIns="91440" bIns="45720" anchor="t"/>
          <a:lstStyle/>
          <a:p>
            <a:endParaRPr/>
          </a:p>
        </p:txBody>
      </p:sp>
      <p:sp>
        <p:nvSpPr>
          <p:cNvPr id="35" name="Freeform 7">
            <a:extLst>
              <a:ext uri="{FF2B5EF4-FFF2-40B4-BE49-F238E27FC236}">
                <a16:creationId xmlns:a16="http://schemas.microsoft.com/office/drawing/2014/main" id="{831CB5EA-B471-4683-4D7A-2942568ED994}"/>
              </a:ext>
            </a:extLst>
          </p:cNvPr>
          <p:cNvSpPr>
            <a:spLocks noGrp="1"/>
          </p:cNvSpPr>
          <p:nvPr/>
        </p:nvSpPr>
        <p:spPr>
          <a:xfrm>
            <a:off x="10568566" y="5534486"/>
            <a:ext cx="111579" cy="133776"/>
          </a:xfrm>
          <a:custGeom>
            <a:avLst/>
            <a:gdLst>
              <a:gd name="T0" fmla="*/ 0 w 1482"/>
              <a:gd name="T1" fmla="*/ 1751 h 1771"/>
              <a:gd name="T2" fmla="*/ 1136 w 1482"/>
              <a:gd name="T3" fmla="*/ 0 h 1771"/>
              <a:gd name="T4" fmla="*/ 1482 w 1482"/>
              <a:gd name="T5" fmla="*/ 525 h 1771"/>
              <a:gd name="T6" fmla="*/ 1411 w 1482"/>
              <a:gd name="T7" fmla="*/ 634 h 1771"/>
              <a:gd name="T8" fmla="*/ 906 w 1482"/>
              <a:gd name="T9" fmla="*/ 1401 h 1771"/>
              <a:gd name="T10" fmla="*/ 367 w 1482"/>
              <a:gd name="T11" fmla="*/ 1749 h 1771"/>
              <a:gd name="T12" fmla="*/ 10 w 1482"/>
              <a:gd name="T13" fmla="*/ 1758 h 1771"/>
              <a:gd name="T14" fmla="*/ 0 w 1482"/>
              <a:gd name="T15" fmla="*/ 1751 h 1771"/>
            </a:gdLst>
            <a:ahLst/>
            <a:cxnLst/>
            <a:rect l="0" t="0" r="r" b="b"/>
            <a:pathLst>
              <a:path w="1482" h="1771">
                <a:moveTo>
                  <a:pt x="0" y="1751"/>
                </a:moveTo>
                <a:cubicBezTo>
                  <a:pt x="377" y="1169"/>
                  <a:pt x="755" y="587"/>
                  <a:pt x="1136" y="0"/>
                </a:cubicBezTo>
                <a:cubicBezTo>
                  <a:pt x="1253" y="178"/>
                  <a:pt x="1367" y="352"/>
                  <a:pt x="1482" y="525"/>
                </a:cubicBezTo>
                <a:cubicBezTo>
                  <a:pt x="1458" y="563"/>
                  <a:pt x="1434" y="598"/>
                  <a:pt x="1411" y="634"/>
                </a:cubicBezTo>
                <a:cubicBezTo>
                  <a:pt x="1243" y="889"/>
                  <a:pt x="1076" y="1146"/>
                  <a:pt x="906" y="1401"/>
                </a:cubicBezTo>
                <a:cubicBezTo>
                  <a:pt x="777" y="1596"/>
                  <a:pt x="594" y="1708"/>
                  <a:pt x="367" y="1749"/>
                </a:cubicBezTo>
                <a:cubicBezTo>
                  <a:pt x="248" y="1771"/>
                  <a:pt x="129" y="1755"/>
                  <a:pt x="10" y="1758"/>
                </a:cubicBezTo>
                <a:cubicBezTo>
                  <a:pt x="8" y="1758"/>
                  <a:pt x="6" y="1755"/>
                  <a:pt x="0" y="1751"/>
                </a:cubicBezTo>
                <a:close/>
              </a:path>
            </a:pathLst>
          </a:custGeom>
          <a:grpFill/>
          <a:ln>
            <a:noFill/>
          </a:ln>
        </p:spPr>
        <p:txBody>
          <a:bodyPr vert="horz" wrap="square" lIns="91440" tIns="45720" rIns="91440" bIns="45720" anchor="t"/>
          <a:lstStyle/>
          <a:p>
            <a:endParaRPr/>
          </a:p>
        </p:txBody>
      </p:sp>
      <p:sp>
        <p:nvSpPr>
          <p:cNvPr id="36" name="Freeform 8">
            <a:extLst>
              <a:ext uri="{FF2B5EF4-FFF2-40B4-BE49-F238E27FC236}">
                <a16:creationId xmlns:a16="http://schemas.microsoft.com/office/drawing/2014/main" id="{A1695394-FF23-56DF-AFB8-03DEDFC45724}"/>
              </a:ext>
            </a:extLst>
          </p:cNvPr>
          <p:cNvSpPr>
            <a:spLocks noGrp="1"/>
          </p:cNvSpPr>
          <p:nvPr/>
        </p:nvSpPr>
        <p:spPr>
          <a:xfrm>
            <a:off x="10680746" y="5534486"/>
            <a:ext cx="111579" cy="133776"/>
          </a:xfrm>
          <a:custGeom>
            <a:avLst/>
            <a:gdLst>
              <a:gd name="T0" fmla="*/ 1482 w 1482"/>
              <a:gd name="T1" fmla="*/ 1752 h 1771"/>
              <a:gd name="T2" fmla="*/ 840 w 1482"/>
              <a:gd name="T3" fmla="*/ 1651 h 1771"/>
              <a:gd name="T4" fmla="*/ 581 w 1482"/>
              <a:gd name="T5" fmla="*/ 1409 h 1771"/>
              <a:gd name="T6" fmla="*/ 0 w 1482"/>
              <a:gd name="T7" fmla="*/ 524 h 1771"/>
              <a:gd name="T8" fmla="*/ 346 w 1482"/>
              <a:gd name="T9" fmla="*/ 0 h 1771"/>
              <a:gd name="T10" fmla="*/ 1482 w 1482"/>
              <a:gd name="T11" fmla="*/ 1752 h 1771"/>
            </a:gdLst>
            <a:ahLst/>
            <a:cxnLst/>
            <a:rect l="0" t="0" r="r" b="b"/>
            <a:pathLst>
              <a:path w="1482" h="1771">
                <a:moveTo>
                  <a:pt x="1482" y="1752"/>
                </a:moveTo>
                <a:cubicBezTo>
                  <a:pt x="1257" y="1771"/>
                  <a:pt x="1040" y="1767"/>
                  <a:pt x="840" y="1651"/>
                </a:cubicBezTo>
                <a:cubicBezTo>
                  <a:pt x="736" y="1590"/>
                  <a:pt x="648" y="1510"/>
                  <a:pt x="581" y="1409"/>
                </a:cubicBezTo>
                <a:cubicBezTo>
                  <a:pt x="388" y="1116"/>
                  <a:pt x="195" y="821"/>
                  <a:pt x="0" y="524"/>
                </a:cubicBezTo>
                <a:cubicBezTo>
                  <a:pt x="113" y="352"/>
                  <a:pt x="228" y="179"/>
                  <a:pt x="346" y="0"/>
                </a:cubicBezTo>
                <a:cubicBezTo>
                  <a:pt x="726" y="586"/>
                  <a:pt x="1104" y="1168"/>
                  <a:pt x="1482" y="1752"/>
                </a:cubicBezTo>
                <a:close/>
              </a:path>
            </a:pathLst>
          </a:custGeom>
          <a:grpFill/>
          <a:ln>
            <a:noFill/>
          </a:ln>
        </p:spPr>
        <p:txBody>
          <a:bodyPr vert="horz" wrap="square" lIns="91440" tIns="45720" rIns="91440" bIns="45720" anchor="t"/>
          <a:lstStyle/>
          <a:p>
            <a:endParaRPr/>
          </a:p>
        </p:txBody>
      </p:sp>
      <p:sp>
        <p:nvSpPr>
          <p:cNvPr id="37" name="Freeform 9">
            <a:extLst>
              <a:ext uri="{FF2B5EF4-FFF2-40B4-BE49-F238E27FC236}">
                <a16:creationId xmlns:a16="http://schemas.microsoft.com/office/drawing/2014/main" id="{CE6FBC93-BAE5-5401-1AC7-A3B2696AA5AA}"/>
              </a:ext>
            </a:extLst>
          </p:cNvPr>
          <p:cNvSpPr>
            <a:spLocks noGrp="1"/>
          </p:cNvSpPr>
          <p:nvPr/>
        </p:nvSpPr>
        <p:spPr>
          <a:xfrm>
            <a:off x="11066476" y="5570480"/>
            <a:ext cx="79185" cy="97782"/>
          </a:xfrm>
          <a:custGeom>
            <a:avLst/>
            <a:gdLst>
              <a:gd name="T0" fmla="*/ 818 w 1047"/>
              <a:gd name="T1" fmla="*/ 909 h 1292"/>
              <a:gd name="T2" fmla="*/ 818 w 1047"/>
              <a:gd name="T3" fmla="*/ 878 h 1292"/>
              <a:gd name="T4" fmla="*/ 813 w 1047"/>
              <a:gd name="T5" fmla="*/ 63 h 1292"/>
              <a:gd name="T6" fmla="*/ 865 w 1047"/>
              <a:gd name="T7" fmla="*/ 3 h 1292"/>
              <a:gd name="T8" fmla="*/ 983 w 1047"/>
              <a:gd name="T9" fmla="*/ 1 h 1292"/>
              <a:gd name="T10" fmla="*/ 1047 w 1047"/>
              <a:gd name="T11" fmla="*/ 69 h 1292"/>
              <a:gd name="T12" fmla="*/ 1047 w 1047"/>
              <a:gd name="T13" fmla="*/ 881 h 1292"/>
              <a:gd name="T14" fmla="*/ 1047 w 1047"/>
              <a:gd name="T15" fmla="*/ 1177 h 1292"/>
              <a:gd name="T16" fmla="*/ 1043 w 1047"/>
              <a:gd name="T17" fmla="*/ 1220 h 1292"/>
              <a:gd name="T18" fmla="*/ 965 w 1047"/>
              <a:gd name="T19" fmla="*/ 1288 h 1292"/>
              <a:gd name="T20" fmla="*/ 808 w 1047"/>
              <a:gd name="T21" fmla="*/ 1287 h 1292"/>
              <a:gd name="T22" fmla="*/ 719 w 1047"/>
              <a:gd name="T23" fmla="*/ 1242 h 1292"/>
              <a:gd name="T24" fmla="*/ 677 w 1047"/>
              <a:gd name="T25" fmla="*/ 1179 h 1292"/>
              <a:gd name="T26" fmla="*/ 310 w 1047"/>
              <a:gd name="T27" fmla="*/ 477 h 1292"/>
              <a:gd name="T28" fmla="*/ 249 w 1047"/>
              <a:gd name="T29" fmla="*/ 343 h 1292"/>
              <a:gd name="T30" fmla="*/ 228 w 1047"/>
              <a:gd name="T31" fmla="*/ 315 h 1292"/>
              <a:gd name="T32" fmla="*/ 228 w 1047"/>
              <a:gd name="T33" fmla="*/ 344 h 1292"/>
              <a:gd name="T34" fmla="*/ 234 w 1047"/>
              <a:gd name="T35" fmla="*/ 1223 h 1292"/>
              <a:gd name="T36" fmla="*/ 176 w 1047"/>
              <a:gd name="T37" fmla="*/ 1288 h 1292"/>
              <a:gd name="T38" fmla="*/ 50 w 1047"/>
              <a:gd name="T39" fmla="*/ 1288 h 1292"/>
              <a:gd name="T40" fmla="*/ 0 w 1047"/>
              <a:gd name="T41" fmla="*/ 1232 h 1292"/>
              <a:gd name="T42" fmla="*/ 0 w 1047"/>
              <a:gd name="T43" fmla="*/ 104 h 1292"/>
              <a:gd name="T44" fmla="*/ 103 w 1047"/>
              <a:gd name="T45" fmla="*/ 2 h 1292"/>
              <a:gd name="T46" fmla="*/ 233 w 1047"/>
              <a:gd name="T47" fmla="*/ 2 h 1292"/>
              <a:gd name="T48" fmla="*/ 396 w 1047"/>
              <a:gd name="T49" fmla="*/ 99 h 1292"/>
              <a:gd name="T50" fmla="*/ 551 w 1047"/>
              <a:gd name="T51" fmla="*/ 395 h 1292"/>
              <a:gd name="T52" fmla="*/ 802 w 1047"/>
              <a:gd name="T53" fmla="*/ 893 h 1292"/>
              <a:gd name="T54" fmla="*/ 811 w 1047"/>
              <a:gd name="T55" fmla="*/ 910 h 1292"/>
              <a:gd name="T56" fmla="*/ 818 w 1047"/>
              <a:gd name="T57" fmla="*/ 909 h 1292"/>
            </a:gdLst>
            <a:ahLst/>
            <a:cxnLst/>
            <a:rect l="0" t="0" r="r" b="b"/>
            <a:pathLst>
              <a:path w="1047" h="1292">
                <a:moveTo>
                  <a:pt x="818" y="909"/>
                </a:moveTo>
                <a:cubicBezTo>
                  <a:pt x="818" y="899"/>
                  <a:pt x="818" y="888"/>
                  <a:pt x="818" y="878"/>
                </a:cubicBezTo>
                <a:cubicBezTo>
                  <a:pt x="816" y="606"/>
                  <a:pt x="815" y="334"/>
                  <a:pt x="813" y="63"/>
                </a:cubicBezTo>
                <a:cubicBezTo>
                  <a:pt x="813" y="21"/>
                  <a:pt x="825" y="6"/>
                  <a:pt x="865" y="3"/>
                </a:cubicBezTo>
                <a:cubicBezTo>
                  <a:pt x="904" y="0"/>
                  <a:pt x="944" y="0"/>
                  <a:pt x="983" y="1"/>
                </a:cubicBezTo>
                <a:cubicBezTo>
                  <a:pt x="1037" y="3"/>
                  <a:pt x="1047" y="16"/>
                  <a:pt x="1047" y="69"/>
                </a:cubicBezTo>
                <a:cubicBezTo>
                  <a:pt x="1047" y="340"/>
                  <a:pt x="1047" y="610"/>
                  <a:pt x="1047" y="881"/>
                </a:cubicBezTo>
                <a:cubicBezTo>
                  <a:pt x="1047" y="979"/>
                  <a:pt x="1047" y="1078"/>
                  <a:pt x="1047" y="1177"/>
                </a:cubicBezTo>
                <a:cubicBezTo>
                  <a:pt x="1047" y="1191"/>
                  <a:pt x="1047" y="1206"/>
                  <a:pt x="1043" y="1220"/>
                </a:cubicBezTo>
                <a:cubicBezTo>
                  <a:pt x="1034" y="1260"/>
                  <a:pt x="1006" y="1286"/>
                  <a:pt x="965" y="1288"/>
                </a:cubicBezTo>
                <a:cubicBezTo>
                  <a:pt x="913" y="1289"/>
                  <a:pt x="860" y="1289"/>
                  <a:pt x="808" y="1287"/>
                </a:cubicBezTo>
                <a:cubicBezTo>
                  <a:pt x="772" y="1286"/>
                  <a:pt x="741" y="1270"/>
                  <a:pt x="719" y="1242"/>
                </a:cubicBezTo>
                <a:cubicBezTo>
                  <a:pt x="703" y="1222"/>
                  <a:pt x="689" y="1201"/>
                  <a:pt x="677" y="1179"/>
                </a:cubicBezTo>
                <a:cubicBezTo>
                  <a:pt x="554" y="945"/>
                  <a:pt x="432" y="711"/>
                  <a:pt x="310" y="477"/>
                </a:cubicBezTo>
                <a:cubicBezTo>
                  <a:pt x="287" y="433"/>
                  <a:pt x="269" y="387"/>
                  <a:pt x="249" y="343"/>
                </a:cubicBezTo>
                <a:cubicBezTo>
                  <a:pt x="244" y="333"/>
                  <a:pt x="240" y="324"/>
                  <a:pt x="228" y="315"/>
                </a:cubicBezTo>
                <a:cubicBezTo>
                  <a:pt x="228" y="325"/>
                  <a:pt x="228" y="334"/>
                  <a:pt x="228" y="344"/>
                </a:cubicBezTo>
                <a:cubicBezTo>
                  <a:pt x="230" y="637"/>
                  <a:pt x="232" y="930"/>
                  <a:pt x="234" y="1223"/>
                </a:cubicBezTo>
                <a:cubicBezTo>
                  <a:pt x="234" y="1273"/>
                  <a:pt x="225" y="1285"/>
                  <a:pt x="176" y="1288"/>
                </a:cubicBezTo>
                <a:cubicBezTo>
                  <a:pt x="134" y="1292"/>
                  <a:pt x="92" y="1291"/>
                  <a:pt x="50" y="1288"/>
                </a:cubicBezTo>
                <a:cubicBezTo>
                  <a:pt x="10" y="1285"/>
                  <a:pt x="0" y="1271"/>
                  <a:pt x="0" y="1232"/>
                </a:cubicBezTo>
                <a:cubicBezTo>
                  <a:pt x="0" y="856"/>
                  <a:pt x="0" y="480"/>
                  <a:pt x="0" y="104"/>
                </a:cubicBezTo>
                <a:cubicBezTo>
                  <a:pt x="0" y="34"/>
                  <a:pt x="33" y="3"/>
                  <a:pt x="103" y="2"/>
                </a:cubicBezTo>
                <a:cubicBezTo>
                  <a:pt x="146" y="1"/>
                  <a:pt x="190" y="3"/>
                  <a:pt x="233" y="2"/>
                </a:cubicBezTo>
                <a:cubicBezTo>
                  <a:pt x="308" y="0"/>
                  <a:pt x="361" y="32"/>
                  <a:pt x="396" y="99"/>
                </a:cubicBezTo>
                <a:cubicBezTo>
                  <a:pt x="446" y="198"/>
                  <a:pt x="500" y="296"/>
                  <a:pt x="551" y="395"/>
                </a:cubicBezTo>
                <a:cubicBezTo>
                  <a:pt x="635" y="561"/>
                  <a:pt x="718" y="727"/>
                  <a:pt x="802" y="893"/>
                </a:cubicBezTo>
                <a:cubicBezTo>
                  <a:pt x="805" y="899"/>
                  <a:pt x="808" y="904"/>
                  <a:pt x="811" y="910"/>
                </a:cubicBezTo>
                <a:cubicBezTo>
                  <a:pt x="813" y="910"/>
                  <a:pt x="816" y="909"/>
                  <a:pt x="818" y="909"/>
                </a:cubicBezTo>
                <a:close/>
              </a:path>
            </a:pathLst>
          </a:custGeom>
          <a:grpFill/>
          <a:ln>
            <a:noFill/>
          </a:ln>
        </p:spPr>
        <p:txBody>
          <a:bodyPr vert="horz" wrap="square" lIns="91440" tIns="45720" rIns="91440" bIns="45720" anchor="t"/>
          <a:lstStyle/>
          <a:p>
            <a:endParaRPr/>
          </a:p>
        </p:txBody>
      </p:sp>
      <p:sp>
        <p:nvSpPr>
          <p:cNvPr id="38" name="Freeform 10">
            <a:extLst>
              <a:ext uri="{FF2B5EF4-FFF2-40B4-BE49-F238E27FC236}">
                <a16:creationId xmlns:a16="http://schemas.microsoft.com/office/drawing/2014/main" id="{783BA70C-9D2D-D83F-D4E3-3B2559D6E102}"/>
              </a:ext>
            </a:extLst>
          </p:cNvPr>
          <p:cNvSpPr>
            <a:spLocks noGrp="1"/>
          </p:cNvSpPr>
          <p:nvPr/>
        </p:nvSpPr>
        <p:spPr>
          <a:xfrm>
            <a:off x="11178056" y="5570480"/>
            <a:ext cx="70187" cy="97182"/>
          </a:xfrm>
          <a:custGeom>
            <a:avLst/>
            <a:gdLst>
              <a:gd name="T0" fmla="*/ 676 w 933"/>
              <a:gd name="T1" fmla="*/ 590 h 1288"/>
              <a:gd name="T2" fmla="*/ 719 w 933"/>
              <a:gd name="T3" fmla="*/ 606 h 1288"/>
              <a:gd name="T4" fmla="*/ 917 w 933"/>
              <a:gd name="T5" fmla="*/ 865 h 1288"/>
              <a:gd name="T6" fmla="*/ 693 w 933"/>
              <a:gd name="T7" fmla="*/ 1238 h 1288"/>
              <a:gd name="T8" fmla="*/ 459 w 933"/>
              <a:gd name="T9" fmla="*/ 1286 h 1288"/>
              <a:gd name="T10" fmla="*/ 84 w 933"/>
              <a:gd name="T11" fmla="*/ 1286 h 1288"/>
              <a:gd name="T12" fmla="*/ 1 w 933"/>
              <a:gd name="T13" fmla="*/ 1200 h 1288"/>
              <a:gd name="T14" fmla="*/ 1 w 933"/>
              <a:gd name="T15" fmla="*/ 89 h 1288"/>
              <a:gd name="T16" fmla="*/ 87 w 933"/>
              <a:gd name="T17" fmla="*/ 1 h 1288"/>
              <a:gd name="T18" fmla="*/ 430 w 933"/>
              <a:gd name="T19" fmla="*/ 1 h 1288"/>
              <a:gd name="T20" fmla="*/ 639 w 933"/>
              <a:gd name="T21" fmla="*/ 34 h 1288"/>
              <a:gd name="T22" fmla="*/ 833 w 933"/>
              <a:gd name="T23" fmla="*/ 411 h 1288"/>
              <a:gd name="T24" fmla="*/ 714 w 933"/>
              <a:gd name="T25" fmla="*/ 569 h 1288"/>
              <a:gd name="T26" fmla="*/ 676 w 933"/>
              <a:gd name="T27" fmla="*/ 590 h 1288"/>
              <a:gd name="T28" fmla="*/ 255 w 933"/>
              <a:gd name="T29" fmla="*/ 1087 h 1288"/>
              <a:gd name="T30" fmla="*/ 427 w 933"/>
              <a:gd name="T31" fmla="*/ 1087 h 1288"/>
              <a:gd name="T32" fmla="*/ 509 w 933"/>
              <a:gd name="T33" fmla="*/ 1080 h 1288"/>
              <a:gd name="T34" fmla="*/ 646 w 933"/>
              <a:gd name="T35" fmla="*/ 954 h 1288"/>
              <a:gd name="T36" fmla="*/ 494 w 933"/>
              <a:gd name="T37" fmla="*/ 729 h 1288"/>
              <a:gd name="T38" fmla="*/ 263 w 933"/>
              <a:gd name="T39" fmla="*/ 722 h 1288"/>
              <a:gd name="T40" fmla="*/ 255 w 933"/>
              <a:gd name="T41" fmla="*/ 728 h 1288"/>
              <a:gd name="T42" fmla="*/ 255 w 933"/>
              <a:gd name="T43" fmla="*/ 1087 h 1288"/>
              <a:gd name="T44" fmla="*/ 255 w 933"/>
              <a:gd name="T45" fmla="*/ 528 h 1288"/>
              <a:gd name="T46" fmla="*/ 436 w 933"/>
              <a:gd name="T47" fmla="*/ 528 h 1288"/>
              <a:gd name="T48" fmla="*/ 585 w 933"/>
              <a:gd name="T49" fmla="*/ 372 h 1288"/>
              <a:gd name="T50" fmla="*/ 447 w 933"/>
              <a:gd name="T51" fmla="*/ 201 h 1288"/>
              <a:gd name="T52" fmla="*/ 262 w 933"/>
              <a:gd name="T53" fmla="*/ 200 h 1288"/>
              <a:gd name="T54" fmla="*/ 255 w 933"/>
              <a:gd name="T55" fmla="*/ 206 h 1288"/>
              <a:gd name="T56" fmla="*/ 255 w 933"/>
              <a:gd name="T57" fmla="*/ 528 h 1288"/>
            </a:gdLst>
            <a:ahLst/>
            <a:cxnLst/>
            <a:rect l="0" t="0" r="r" b="b"/>
            <a:pathLst>
              <a:path w="933" h="1288">
                <a:moveTo>
                  <a:pt x="676" y="590"/>
                </a:moveTo>
                <a:cubicBezTo>
                  <a:pt x="695" y="597"/>
                  <a:pt x="707" y="601"/>
                  <a:pt x="719" y="606"/>
                </a:cubicBezTo>
                <a:cubicBezTo>
                  <a:pt x="837" y="651"/>
                  <a:pt x="905" y="737"/>
                  <a:pt x="917" y="865"/>
                </a:cubicBezTo>
                <a:cubicBezTo>
                  <a:pt x="933" y="1038"/>
                  <a:pt x="851" y="1172"/>
                  <a:pt x="693" y="1238"/>
                </a:cubicBezTo>
                <a:cubicBezTo>
                  <a:pt x="618" y="1270"/>
                  <a:pt x="539" y="1284"/>
                  <a:pt x="459" y="1286"/>
                </a:cubicBezTo>
                <a:cubicBezTo>
                  <a:pt x="334" y="1288"/>
                  <a:pt x="209" y="1287"/>
                  <a:pt x="84" y="1286"/>
                </a:cubicBezTo>
                <a:cubicBezTo>
                  <a:pt x="26" y="1286"/>
                  <a:pt x="1" y="1260"/>
                  <a:pt x="1" y="1200"/>
                </a:cubicBezTo>
                <a:cubicBezTo>
                  <a:pt x="0" y="830"/>
                  <a:pt x="0" y="459"/>
                  <a:pt x="1" y="89"/>
                </a:cubicBezTo>
                <a:cubicBezTo>
                  <a:pt x="1" y="27"/>
                  <a:pt x="27" y="1"/>
                  <a:pt x="87" y="1"/>
                </a:cubicBezTo>
                <a:cubicBezTo>
                  <a:pt x="201" y="0"/>
                  <a:pt x="316" y="0"/>
                  <a:pt x="430" y="1"/>
                </a:cubicBezTo>
                <a:cubicBezTo>
                  <a:pt x="501" y="2"/>
                  <a:pt x="572" y="11"/>
                  <a:pt x="639" y="34"/>
                </a:cubicBezTo>
                <a:cubicBezTo>
                  <a:pt x="833" y="103"/>
                  <a:pt x="866" y="274"/>
                  <a:pt x="833" y="411"/>
                </a:cubicBezTo>
                <a:cubicBezTo>
                  <a:pt x="816" y="480"/>
                  <a:pt x="774" y="533"/>
                  <a:pt x="714" y="569"/>
                </a:cubicBezTo>
                <a:cubicBezTo>
                  <a:pt x="704" y="575"/>
                  <a:pt x="693" y="581"/>
                  <a:pt x="676" y="590"/>
                </a:cubicBezTo>
                <a:close/>
                <a:moveTo>
                  <a:pt x="255" y="1087"/>
                </a:moveTo>
                <a:cubicBezTo>
                  <a:pt x="315" y="1087"/>
                  <a:pt x="371" y="1088"/>
                  <a:pt x="427" y="1087"/>
                </a:cubicBezTo>
                <a:cubicBezTo>
                  <a:pt x="455" y="1086"/>
                  <a:pt x="482" y="1084"/>
                  <a:pt x="509" y="1080"/>
                </a:cubicBezTo>
                <a:cubicBezTo>
                  <a:pt x="579" y="1069"/>
                  <a:pt x="635" y="1018"/>
                  <a:pt x="646" y="954"/>
                </a:cubicBezTo>
                <a:cubicBezTo>
                  <a:pt x="664" y="848"/>
                  <a:pt x="628" y="748"/>
                  <a:pt x="494" y="729"/>
                </a:cubicBezTo>
                <a:cubicBezTo>
                  <a:pt x="418" y="719"/>
                  <a:pt x="340" y="724"/>
                  <a:pt x="263" y="722"/>
                </a:cubicBezTo>
                <a:cubicBezTo>
                  <a:pt x="261" y="722"/>
                  <a:pt x="259" y="725"/>
                  <a:pt x="255" y="728"/>
                </a:cubicBezTo>
                <a:cubicBezTo>
                  <a:pt x="255" y="845"/>
                  <a:pt x="255" y="962"/>
                  <a:pt x="255" y="1087"/>
                </a:cubicBezTo>
                <a:close/>
                <a:moveTo>
                  <a:pt x="255" y="528"/>
                </a:moveTo>
                <a:cubicBezTo>
                  <a:pt x="318" y="528"/>
                  <a:pt x="378" y="531"/>
                  <a:pt x="436" y="528"/>
                </a:cubicBezTo>
                <a:cubicBezTo>
                  <a:pt x="523" y="523"/>
                  <a:pt x="582" y="459"/>
                  <a:pt x="585" y="372"/>
                </a:cubicBezTo>
                <a:cubicBezTo>
                  <a:pt x="588" y="272"/>
                  <a:pt x="541" y="210"/>
                  <a:pt x="447" y="201"/>
                </a:cubicBezTo>
                <a:cubicBezTo>
                  <a:pt x="386" y="195"/>
                  <a:pt x="324" y="200"/>
                  <a:pt x="262" y="200"/>
                </a:cubicBezTo>
                <a:cubicBezTo>
                  <a:pt x="260" y="200"/>
                  <a:pt x="258" y="203"/>
                  <a:pt x="255" y="206"/>
                </a:cubicBezTo>
                <a:cubicBezTo>
                  <a:pt x="255" y="311"/>
                  <a:pt x="255" y="417"/>
                  <a:pt x="255" y="528"/>
                </a:cubicBezTo>
                <a:close/>
              </a:path>
            </a:pathLst>
          </a:custGeom>
          <a:grpFill/>
          <a:ln>
            <a:noFill/>
          </a:ln>
        </p:spPr>
        <p:txBody>
          <a:bodyPr vert="horz" wrap="square" lIns="91440" tIns="45720" rIns="91440" bIns="45720" anchor="t"/>
          <a:lstStyle/>
          <a:p>
            <a:endParaRPr/>
          </a:p>
        </p:txBody>
      </p:sp>
      <p:sp>
        <p:nvSpPr>
          <p:cNvPr id="39" name="Freeform 11">
            <a:extLst>
              <a:ext uri="{FF2B5EF4-FFF2-40B4-BE49-F238E27FC236}">
                <a16:creationId xmlns:a16="http://schemas.microsoft.com/office/drawing/2014/main" id="{AC3790AA-8946-91E7-8BA9-F5E3AC9C2F1B}"/>
              </a:ext>
            </a:extLst>
          </p:cNvPr>
          <p:cNvSpPr>
            <a:spLocks noGrp="1"/>
          </p:cNvSpPr>
          <p:nvPr/>
        </p:nvSpPr>
        <p:spPr>
          <a:xfrm>
            <a:off x="10955496" y="5570480"/>
            <a:ext cx="88783" cy="97782"/>
          </a:xfrm>
          <a:custGeom>
            <a:avLst/>
            <a:gdLst>
              <a:gd name="T0" fmla="*/ 815 w 1176"/>
              <a:gd name="T1" fmla="*/ 997 h 1300"/>
              <a:gd name="T2" fmla="*/ 341 w 1176"/>
              <a:gd name="T3" fmla="*/ 997 h 1300"/>
              <a:gd name="T4" fmla="*/ 324 w 1176"/>
              <a:gd name="T5" fmla="*/ 1046 h 1300"/>
              <a:gd name="T6" fmla="*/ 261 w 1176"/>
              <a:gd name="T7" fmla="*/ 1243 h 1300"/>
              <a:gd name="T8" fmla="*/ 201 w 1176"/>
              <a:gd name="T9" fmla="*/ 1291 h 1300"/>
              <a:gd name="T10" fmla="*/ 52 w 1176"/>
              <a:gd name="T11" fmla="*/ 1291 h 1300"/>
              <a:gd name="T12" fmla="*/ 10 w 1176"/>
              <a:gd name="T13" fmla="*/ 1230 h 1300"/>
              <a:gd name="T14" fmla="*/ 42 w 1176"/>
              <a:gd name="T15" fmla="*/ 1131 h 1300"/>
              <a:gd name="T16" fmla="*/ 402 w 1176"/>
              <a:gd name="T17" fmla="*/ 79 h 1300"/>
              <a:gd name="T18" fmla="*/ 411 w 1176"/>
              <a:gd name="T19" fmla="*/ 53 h 1300"/>
              <a:gd name="T20" fmla="*/ 478 w 1176"/>
              <a:gd name="T21" fmla="*/ 2 h 1300"/>
              <a:gd name="T22" fmla="*/ 683 w 1176"/>
              <a:gd name="T23" fmla="*/ 1 h 1300"/>
              <a:gd name="T24" fmla="*/ 774 w 1176"/>
              <a:gd name="T25" fmla="*/ 70 h 1300"/>
              <a:gd name="T26" fmla="*/ 1063 w 1176"/>
              <a:gd name="T27" fmla="*/ 915 h 1300"/>
              <a:gd name="T28" fmla="*/ 1158 w 1176"/>
              <a:gd name="T29" fmla="*/ 1194 h 1300"/>
              <a:gd name="T30" fmla="*/ 1172 w 1176"/>
              <a:gd name="T31" fmla="*/ 1248 h 1300"/>
              <a:gd name="T32" fmla="*/ 1142 w 1176"/>
              <a:gd name="T33" fmla="*/ 1290 h 1300"/>
              <a:gd name="T34" fmla="*/ 938 w 1176"/>
              <a:gd name="T35" fmla="*/ 1289 h 1300"/>
              <a:gd name="T36" fmla="*/ 899 w 1176"/>
              <a:gd name="T37" fmla="*/ 1249 h 1300"/>
              <a:gd name="T38" fmla="*/ 828 w 1176"/>
              <a:gd name="T39" fmla="*/ 1037 h 1300"/>
              <a:gd name="T40" fmla="*/ 815 w 1176"/>
              <a:gd name="T41" fmla="*/ 997 h 1300"/>
              <a:gd name="T42" fmla="*/ 581 w 1176"/>
              <a:gd name="T43" fmla="*/ 263 h 1300"/>
              <a:gd name="T44" fmla="*/ 572 w 1176"/>
              <a:gd name="T45" fmla="*/ 264 h 1300"/>
              <a:gd name="T46" fmla="*/ 397 w 1176"/>
              <a:gd name="T47" fmla="*/ 792 h 1300"/>
              <a:gd name="T48" fmla="*/ 754 w 1176"/>
              <a:gd name="T49" fmla="*/ 792 h 1300"/>
              <a:gd name="T50" fmla="*/ 581 w 1176"/>
              <a:gd name="T51" fmla="*/ 263 h 1300"/>
            </a:gdLst>
            <a:ahLst/>
            <a:cxnLst/>
            <a:rect l="0" t="0" r="r" b="b"/>
            <a:pathLst>
              <a:path w="1176" h="1300">
                <a:moveTo>
                  <a:pt x="815" y="997"/>
                </a:moveTo>
                <a:cubicBezTo>
                  <a:pt x="655" y="997"/>
                  <a:pt x="499" y="997"/>
                  <a:pt x="341" y="997"/>
                </a:cubicBezTo>
                <a:cubicBezTo>
                  <a:pt x="335" y="1014"/>
                  <a:pt x="329" y="1030"/>
                  <a:pt x="324" y="1046"/>
                </a:cubicBezTo>
                <a:cubicBezTo>
                  <a:pt x="302" y="1111"/>
                  <a:pt x="281" y="1177"/>
                  <a:pt x="261" y="1243"/>
                </a:cubicBezTo>
                <a:cubicBezTo>
                  <a:pt x="252" y="1274"/>
                  <a:pt x="233" y="1291"/>
                  <a:pt x="201" y="1291"/>
                </a:cubicBezTo>
                <a:cubicBezTo>
                  <a:pt x="152" y="1291"/>
                  <a:pt x="102" y="1294"/>
                  <a:pt x="52" y="1291"/>
                </a:cubicBezTo>
                <a:cubicBezTo>
                  <a:pt x="10" y="1289"/>
                  <a:pt x="0" y="1271"/>
                  <a:pt x="10" y="1230"/>
                </a:cubicBezTo>
                <a:cubicBezTo>
                  <a:pt x="19" y="1196"/>
                  <a:pt x="31" y="1164"/>
                  <a:pt x="42" y="1131"/>
                </a:cubicBezTo>
                <a:cubicBezTo>
                  <a:pt x="162" y="780"/>
                  <a:pt x="282" y="430"/>
                  <a:pt x="402" y="79"/>
                </a:cubicBezTo>
                <a:cubicBezTo>
                  <a:pt x="405" y="70"/>
                  <a:pt x="409" y="62"/>
                  <a:pt x="411" y="53"/>
                </a:cubicBezTo>
                <a:cubicBezTo>
                  <a:pt x="422" y="20"/>
                  <a:pt x="443" y="2"/>
                  <a:pt x="478" y="2"/>
                </a:cubicBezTo>
                <a:cubicBezTo>
                  <a:pt x="546" y="2"/>
                  <a:pt x="615" y="2"/>
                  <a:pt x="683" y="1"/>
                </a:cubicBezTo>
                <a:cubicBezTo>
                  <a:pt x="732" y="0"/>
                  <a:pt x="757" y="22"/>
                  <a:pt x="774" y="70"/>
                </a:cubicBezTo>
                <a:cubicBezTo>
                  <a:pt x="868" y="353"/>
                  <a:pt x="966" y="634"/>
                  <a:pt x="1063" y="915"/>
                </a:cubicBezTo>
                <a:cubicBezTo>
                  <a:pt x="1095" y="1008"/>
                  <a:pt x="1127" y="1101"/>
                  <a:pt x="1158" y="1194"/>
                </a:cubicBezTo>
                <a:cubicBezTo>
                  <a:pt x="1164" y="1211"/>
                  <a:pt x="1170" y="1229"/>
                  <a:pt x="1172" y="1248"/>
                </a:cubicBezTo>
                <a:cubicBezTo>
                  <a:pt x="1176" y="1273"/>
                  <a:pt x="1167" y="1286"/>
                  <a:pt x="1142" y="1290"/>
                </a:cubicBezTo>
                <a:cubicBezTo>
                  <a:pt x="1074" y="1300"/>
                  <a:pt x="1006" y="1297"/>
                  <a:pt x="938" y="1289"/>
                </a:cubicBezTo>
                <a:cubicBezTo>
                  <a:pt x="915" y="1287"/>
                  <a:pt x="905" y="1270"/>
                  <a:pt x="899" y="1249"/>
                </a:cubicBezTo>
                <a:cubicBezTo>
                  <a:pt x="876" y="1179"/>
                  <a:pt x="852" y="1108"/>
                  <a:pt x="828" y="1037"/>
                </a:cubicBezTo>
                <a:cubicBezTo>
                  <a:pt x="824" y="1025"/>
                  <a:pt x="820" y="1012"/>
                  <a:pt x="815" y="997"/>
                </a:cubicBezTo>
                <a:close/>
                <a:moveTo>
                  <a:pt x="581" y="263"/>
                </a:moveTo>
                <a:cubicBezTo>
                  <a:pt x="578" y="264"/>
                  <a:pt x="575" y="264"/>
                  <a:pt x="572" y="264"/>
                </a:cubicBezTo>
                <a:cubicBezTo>
                  <a:pt x="514" y="440"/>
                  <a:pt x="456" y="615"/>
                  <a:pt x="397" y="792"/>
                </a:cubicBezTo>
                <a:cubicBezTo>
                  <a:pt x="519" y="792"/>
                  <a:pt x="634" y="792"/>
                  <a:pt x="754" y="792"/>
                </a:cubicBezTo>
                <a:cubicBezTo>
                  <a:pt x="695" y="613"/>
                  <a:pt x="638" y="438"/>
                  <a:pt x="581" y="263"/>
                </a:cubicBezTo>
                <a:close/>
              </a:path>
            </a:pathLst>
          </a:custGeom>
          <a:grpFill/>
          <a:ln>
            <a:noFill/>
          </a:ln>
        </p:spPr>
        <p:txBody>
          <a:bodyPr vert="horz" wrap="square" lIns="91440" tIns="45720" rIns="91440" bIns="45720" anchor="t"/>
          <a:lstStyle/>
          <a:p>
            <a:endParaRPr/>
          </a:p>
        </p:txBody>
      </p:sp>
      <p:sp>
        <p:nvSpPr>
          <p:cNvPr id="40" name="Freeform 12">
            <a:extLst>
              <a:ext uri="{FF2B5EF4-FFF2-40B4-BE49-F238E27FC236}">
                <a16:creationId xmlns:a16="http://schemas.microsoft.com/office/drawing/2014/main" id="{D5C7026C-B3BF-D8BF-EA56-BADA5CDC099F}"/>
              </a:ext>
            </a:extLst>
          </p:cNvPr>
          <p:cNvSpPr>
            <a:spLocks noGrp="1"/>
          </p:cNvSpPr>
          <p:nvPr/>
        </p:nvSpPr>
        <p:spPr>
          <a:xfrm>
            <a:off x="11457605" y="5569880"/>
            <a:ext cx="88783" cy="98382"/>
          </a:xfrm>
          <a:custGeom>
            <a:avLst/>
            <a:gdLst>
              <a:gd name="T0" fmla="*/ 812 w 1175"/>
              <a:gd name="T1" fmla="*/ 1003 h 1306"/>
              <a:gd name="T2" fmla="*/ 338 w 1175"/>
              <a:gd name="T3" fmla="*/ 1003 h 1306"/>
              <a:gd name="T4" fmla="*/ 323 w 1175"/>
              <a:gd name="T5" fmla="*/ 1046 h 1306"/>
              <a:gd name="T6" fmla="*/ 260 w 1175"/>
              <a:gd name="T7" fmla="*/ 1244 h 1306"/>
              <a:gd name="T8" fmla="*/ 193 w 1175"/>
              <a:gd name="T9" fmla="*/ 1298 h 1306"/>
              <a:gd name="T10" fmla="*/ 48 w 1175"/>
              <a:gd name="T11" fmla="*/ 1297 h 1306"/>
              <a:gd name="T12" fmla="*/ 7 w 1175"/>
              <a:gd name="T13" fmla="*/ 1241 h 1306"/>
              <a:gd name="T14" fmla="*/ 26 w 1175"/>
              <a:gd name="T15" fmla="*/ 1176 h 1306"/>
              <a:gd name="T16" fmla="*/ 402 w 1175"/>
              <a:gd name="T17" fmla="*/ 79 h 1306"/>
              <a:gd name="T18" fmla="*/ 413 w 1175"/>
              <a:gd name="T19" fmla="*/ 49 h 1306"/>
              <a:gd name="T20" fmla="*/ 463 w 1175"/>
              <a:gd name="T21" fmla="*/ 9 h 1306"/>
              <a:gd name="T22" fmla="*/ 711 w 1175"/>
              <a:gd name="T23" fmla="*/ 10 h 1306"/>
              <a:gd name="T24" fmla="*/ 767 w 1175"/>
              <a:gd name="T25" fmla="*/ 64 h 1306"/>
              <a:gd name="T26" fmla="*/ 886 w 1175"/>
              <a:gd name="T27" fmla="*/ 411 h 1306"/>
              <a:gd name="T28" fmla="*/ 1151 w 1175"/>
              <a:gd name="T29" fmla="*/ 1183 h 1306"/>
              <a:gd name="T30" fmla="*/ 1169 w 1175"/>
              <a:gd name="T31" fmla="*/ 1249 h 1306"/>
              <a:gd name="T32" fmla="*/ 1137 w 1175"/>
              <a:gd name="T33" fmla="*/ 1296 h 1306"/>
              <a:gd name="T34" fmla="*/ 937 w 1175"/>
              <a:gd name="T35" fmla="*/ 1296 h 1306"/>
              <a:gd name="T36" fmla="*/ 896 w 1175"/>
              <a:gd name="T37" fmla="*/ 1253 h 1306"/>
              <a:gd name="T38" fmla="*/ 827 w 1175"/>
              <a:gd name="T39" fmla="*/ 1045 h 1306"/>
              <a:gd name="T40" fmla="*/ 812 w 1175"/>
              <a:gd name="T41" fmla="*/ 1003 h 1306"/>
              <a:gd name="T42" fmla="*/ 748 w 1175"/>
              <a:gd name="T43" fmla="*/ 799 h 1306"/>
              <a:gd name="T44" fmla="*/ 570 w 1175"/>
              <a:gd name="T45" fmla="*/ 271 h 1306"/>
              <a:gd name="T46" fmla="*/ 395 w 1175"/>
              <a:gd name="T47" fmla="*/ 799 h 1306"/>
              <a:gd name="T48" fmla="*/ 748 w 1175"/>
              <a:gd name="T49" fmla="*/ 799 h 1306"/>
            </a:gdLst>
            <a:ahLst/>
            <a:cxnLst/>
            <a:rect l="0" t="0" r="r" b="b"/>
            <a:pathLst>
              <a:path w="1175" h="1306">
                <a:moveTo>
                  <a:pt x="812" y="1003"/>
                </a:moveTo>
                <a:cubicBezTo>
                  <a:pt x="654" y="1003"/>
                  <a:pt x="498" y="1003"/>
                  <a:pt x="338" y="1003"/>
                </a:cubicBezTo>
                <a:cubicBezTo>
                  <a:pt x="333" y="1017"/>
                  <a:pt x="328" y="1031"/>
                  <a:pt x="323" y="1046"/>
                </a:cubicBezTo>
                <a:cubicBezTo>
                  <a:pt x="302" y="1112"/>
                  <a:pt x="280" y="1178"/>
                  <a:pt x="260" y="1244"/>
                </a:cubicBezTo>
                <a:cubicBezTo>
                  <a:pt x="250" y="1280"/>
                  <a:pt x="230" y="1298"/>
                  <a:pt x="193" y="1298"/>
                </a:cubicBezTo>
                <a:cubicBezTo>
                  <a:pt x="144" y="1297"/>
                  <a:pt x="96" y="1300"/>
                  <a:pt x="48" y="1297"/>
                </a:cubicBezTo>
                <a:cubicBezTo>
                  <a:pt x="10" y="1294"/>
                  <a:pt x="0" y="1279"/>
                  <a:pt x="7" y="1241"/>
                </a:cubicBezTo>
                <a:cubicBezTo>
                  <a:pt x="12" y="1218"/>
                  <a:pt x="19" y="1197"/>
                  <a:pt x="26" y="1176"/>
                </a:cubicBezTo>
                <a:cubicBezTo>
                  <a:pt x="152" y="810"/>
                  <a:pt x="277" y="444"/>
                  <a:pt x="402" y="79"/>
                </a:cubicBezTo>
                <a:cubicBezTo>
                  <a:pt x="406" y="69"/>
                  <a:pt x="409" y="59"/>
                  <a:pt x="413" y="49"/>
                </a:cubicBezTo>
                <a:cubicBezTo>
                  <a:pt x="422" y="26"/>
                  <a:pt x="439" y="12"/>
                  <a:pt x="463" y="9"/>
                </a:cubicBezTo>
                <a:cubicBezTo>
                  <a:pt x="546" y="0"/>
                  <a:pt x="628" y="1"/>
                  <a:pt x="711" y="10"/>
                </a:cubicBezTo>
                <a:cubicBezTo>
                  <a:pt x="743" y="14"/>
                  <a:pt x="757" y="36"/>
                  <a:pt x="767" y="64"/>
                </a:cubicBezTo>
                <a:cubicBezTo>
                  <a:pt x="806" y="180"/>
                  <a:pt x="846" y="295"/>
                  <a:pt x="886" y="411"/>
                </a:cubicBezTo>
                <a:cubicBezTo>
                  <a:pt x="974" y="668"/>
                  <a:pt x="1063" y="926"/>
                  <a:pt x="1151" y="1183"/>
                </a:cubicBezTo>
                <a:cubicBezTo>
                  <a:pt x="1159" y="1205"/>
                  <a:pt x="1165" y="1227"/>
                  <a:pt x="1169" y="1249"/>
                </a:cubicBezTo>
                <a:cubicBezTo>
                  <a:pt x="1175" y="1277"/>
                  <a:pt x="1165" y="1292"/>
                  <a:pt x="1137" y="1296"/>
                </a:cubicBezTo>
                <a:cubicBezTo>
                  <a:pt x="1070" y="1306"/>
                  <a:pt x="1003" y="1303"/>
                  <a:pt x="937" y="1296"/>
                </a:cubicBezTo>
                <a:cubicBezTo>
                  <a:pt x="912" y="1293"/>
                  <a:pt x="903" y="1275"/>
                  <a:pt x="896" y="1253"/>
                </a:cubicBezTo>
                <a:cubicBezTo>
                  <a:pt x="873" y="1183"/>
                  <a:pt x="850" y="1114"/>
                  <a:pt x="827" y="1045"/>
                </a:cubicBezTo>
                <a:cubicBezTo>
                  <a:pt x="822" y="1031"/>
                  <a:pt x="817" y="1018"/>
                  <a:pt x="812" y="1003"/>
                </a:cubicBezTo>
                <a:close/>
                <a:moveTo>
                  <a:pt x="748" y="799"/>
                </a:moveTo>
                <a:cubicBezTo>
                  <a:pt x="737" y="736"/>
                  <a:pt x="588" y="291"/>
                  <a:pt x="570" y="271"/>
                </a:cubicBezTo>
                <a:cubicBezTo>
                  <a:pt x="511" y="447"/>
                  <a:pt x="454" y="622"/>
                  <a:pt x="395" y="799"/>
                </a:cubicBezTo>
                <a:cubicBezTo>
                  <a:pt x="515" y="799"/>
                  <a:pt x="630" y="799"/>
                  <a:pt x="748" y="799"/>
                </a:cubicBezTo>
                <a:close/>
              </a:path>
            </a:pathLst>
          </a:custGeom>
          <a:grpFill/>
          <a:ln>
            <a:noFill/>
          </a:ln>
        </p:spPr>
        <p:txBody>
          <a:bodyPr vert="horz" wrap="square" lIns="91440" tIns="45720" rIns="91440" bIns="45720" anchor="t"/>
          <a:lstStyle/>
          <a:p>
            <a:endParaRPr/>
          </a:p>
        </p:txBody>
      </p:sp>
      <p:sp>
        <p:nvSpPr>
          <p:cNvPr id="41" name="Freeform 13">
            <a:extLst>
              <a:ext uri="{FF2B5EF4-FFF2-40B4-BE49-F238E27FC236}">
                <a16:creationId xmlns:a16="http://schemas.microsoft.com/office/drawing/2014/main" id="{EFDA2EAC-514C-D568-22BF-E95328D4D12C}"/>
              </a:ext>
            </a:extLst>
          </p:cNvPr>
          <p:cNvSpPr>
            <a:spLocks noGrp="1"/>
          </p:cNvSpPr>
          <p:nvPr/>
        </p:nvSpPr>
        <p:spPr>
          <a:xfrm>
            <a:off x="11272839" y="5569880"/>
            <a:ext cx="19196" cy="97782"/>
          </a:xfrm>
          <a:custGeom>
            <a:avLst/>
            <a:gdLst>
              <a:gd name="T0" fmla="*/ 259 w 259"/>
              <a:gd name="T1" fmla="*/ 651 h 1298"/>
              <a:gd name="T2" fmla="*/ 259 w 259"/>
              <a:gd name="T3" fmla="*/ 1231 h 1298"/>
              <a:gd name="T4" fmla="*/ 201 w 259"/>
              <a:gd name="T5" fmla="*/ 1295 h 1298"/>
              <a:gd name="T6" fmla="*/ 52 w 259"/>
              <a:gd name="T7" fmla="*/ 1294 h 1298"/>
              <a:gd name="T8" fmla="*/ 0 w 259"/>
              <a:gd name="T9" fmla="*/ 1235 h 1298"/>
              <a:gd name="T10" fmla="*/ 0 w 259"/>
              <a:gd name="T11" fmla="*/ 68 h 1298"/>
              <a:gd name="T12" fmla="*/ 51 w 259"/>
              <a:gd name="T13" fmla="*/ 9 h 1298"/>
              <a:gd name="T14" fmla="*/ 208 w 259"/>
              <a:gd name="T15" fmla="*/ 8 h 1298"/>
              <a:gd name="T16" fmla="*/ 259 w 259"/>
              <a:gd name="T17" fmla="*/ 68 h 1298"/>
              <a:gd name="T18" fmla="*/ 259 w 259"/>
              <a:gd name="T19" fmla="*/ 651 h 1298"/>
            </a:gdLst>
            <a:ahLst/>
            <a:cxnLst/>
            <a:rect l="0" t="0" r="r" b="b"/>
            <a:pathLst>
              <a:path w="259" h="1298">
                <a:moveTo>
                  <a:pt x="259" y="651"/>
                </a:moveTo>
                <a:cubicBezTo>
                  <a:pt x="259" y="844"/>
                  <a:pt x="259" y="1038"/>
                  <a:pt x="259" y="1231"/>
                </a:cubicBezTo>
                <a:cubicBezTo>
                  <a:pt x="259" y="1281"/>
                  <a:pt x="251" y="1292"/>
                  <a:pt x="201" y="1295"/>
                </a:cubicBezTo>
                <a:cubicBezTo>
                  <a:pt x="151" y="1298"/>
                  <a:pt x="101" y="1298"/>
                  <a:pt x="52" y="1294"/>
                </a:cubicBezTo>
                <a:cubicBezTo>
                  <a:pt x="10" y="1291"/>
                  <a:pt x="0" y="1278"/>
                  <a:pt x="0" y="1235"/>
                </a:cubicBezTo>
                <a:cubicBezTo>
                  <a:pt x="0" y="846"/>
                  <a:pt x="0" y="457"/>
                  <a:pt x="0" y="68"/>
                </a:cubicBezTo>
                <a:cubicBezTo>
                  <a:pt x="0" y="25"/>
                  <a:pt x="9" y="15"/>
                  <a:pt x="51" y="9"/>
                </a:cubicBezTo>
                <a:cubicBezTo>
                  <a:pt x="104" y="0"/>
                  <a:pt x="156" y="0"/>
                  <a:pt x="208" y="8"/>
                </a:cubicBezTo>
                <a:cubicBezTo>
                  <a:pt x="250" y="15"/>
                  <a:pt x="259" y="24"/>
                  <a:pt x="259" y="68"/>
                </a:cubicBezTo>
                <a:cubicBezTo>
                  <a:pt x="259" y="263"/>
                  <a:pt x="259" y="457"/>
                  <a:pt x="259" y="651"/>
                </a:cubicBezTo>
                <a:close/>
              </a:path>
            </a:pathLst>
          </a:custGeom>
          <a:grpFill/>
          <a:ln>
            <a:noFill/>
          </a:ln>
        </p:spPr>
        <p:txBody>
          <a:bodyPr vert="horz" wrap="square" lIns="91440" tIns="45720" rIns="91440" bIns="45720" anchor="t"/>
          <a:lstStyle/>
          <a:p>
            <a:endParaRPr/>
          </a:p>
        </p:txBody>
      </p:sp>
      <p:sp>
        <p:nvSpPr>
          <p:cNvPr id="42" name="Freeform 14">
            <a:extLst>
              <a:ext uri="{FF2B5EF4-FFF2-40B4-BE49-F238E27FC236}">
                <a16:creationId xmlns:a16="http://schemas.microsoft.com/office/drawing/2014/main" id="{8A9156F2-712C-C02F-8D22-4FFFB2E4931F}"/>
              </a:ext>
            </a:extLst>
          </p:cNvPr>
          <p:cNvSpPr>
            <a:spLocks noGrp="1"/>
          </p:cNvSpPr>
          <p:nvPr/>
        </p:nvSpPr>
        <p:spPr>
          <a:xfrm>
            <a:off x="11250043" y="5463099"/>
            <a:ext cx="40192" cy="68987"/>
          </a:xfrm>
          <a:custGeom>
            <a:avLst/>
            <a:gdLst>
              <a:gd name="T0" fmla="*/ 65 w 533"/>
              <a:gd name="T1" fmla="*/ 881 h 912"/>
              <a:gd name="T2" fmla="*/ 65 w 533"/>
              <a:gd name="T3" fmla="*/ 815 h 912"/>
              <a:gd name="T4" fmla="*/ 110 w 533"/>
              <a:gd name="T5" fmla="*/ 815 h 912"/>
              <a:gd name="T6" fmla="*/ 291 w 533"/>
              <a:gd name="T7" fmla="*/ 812 h 912"/>
              <a:gd name="T8" fmla="*/ 408 w 533"/>
              <a:gd name="T9" fmla="*/ 725 h 912"/>
              <a:gd name="T10" fmla="*/ 430 w 533"/>
              <a:gd name="T11" fmla="*/ 567 h 912"/>
              <a:gd name="T12" fmla="*/ 406 w 533"/>
              <a:gd name="T13" fmla="*/ 589 h 912"/>
              <a:gd name="T14" fmla="*/ 43 w 533"/>
              <a:gd name="T15" fmla="*/ 513 h 912"/>
              <a:gd name="T16" fmla="*/ 35 w 533"/>
              <a:gd name="T17" fmla="*/ 175 h 912"/>
              <a:gd name="T18" fmla="*/ 255 w 533"/>
              <a:gd name="T19" fmla="*/ 6 h 912"/>
              <a:gd name="T20" fmla="*/ 529 w 533"/>
              <a:gd name="T21" fmla="*/ 5 h 912"/>
              <a:gd name="T22" fmla="*/ 532 w 533"/>
              <a:gd name="T23" fmla="*/ 36 h 912"/>
              <a:gd name="T24" fmla="*/ 531 w 533"/>
              <a:gd name="T25" fmla="*/ 599 h 912"/>
              <a:gd name="T26" fmla="*/ 512 w 533"/>
              <a:gd name="T27" fmla="*/ 725 h 912"/>
              <a:gd name="T28" fmla="*/ 315 w 533"/>
              <a:gd name="T29" fmla="*/ 899 h 912"/>
              <a:gd name="T30" fmla="*/ 65 w 533"/>
              <a:gd name="T31" fmla="*/ 881 h 912"/>
              <a:gd name="T32" fmla="*/ 431 w 533"/>
              <a:gd name="T33" fmla="*/ 90 h 912"/>
              <a:gd name="T34" fmla="*/ 289 w 533"/>
              <a:gd name="T35" fmla="*/ 90 h 912"/>
              <a:gd name="T36" fmla="*/ 137 w 533"/>
              <a:gd name="T37" fmla="*/ 200 h 912"/>
              <a:gd name="T38" fmla="*/ 140 w 533"/>
              <a:gd name="T39" fmla="*/ 470 h 912"/>
              <a:gd name="T40" fmla="*/ 315 w 533"/>
              <a:gd name="T41" fmla="*/ 563 h 912"/>
              <a:gd name="T42" fmla="*/ 431 w 533"/>
              <a:gd name="T43" fmla="*/ 418 h 912"/>
              <a:gd name="T44" fmla="*/ 431 w 533"/>
              <a:gd name="T45" fmla="*/ 127 h 912"/>
              <a:gd name="T46" fmla="*/ 431 w 533"/>
              <a:gd name="T47" fmla="*/ 90 h 912"/>
            </a:gdLst>
            <a:ahLst/>
            <a:cxnLst/>
            <a:rect l="0" t="0" r="r" b="b"/>
            <a:pathLst>
              <a:path w="533" h="912">
                <a:moveTo>
                  <a:pt x="65" y="881"/>
                </a:moveTo>
                <a:cubicBezTo>
                  <a:pt x="65" y="859"/>
                  <a:pt x="65" y="839"/>
                  <a:pt x="65" y="815"/>
                </a:cubicBezTo>
                <a:cubicBezTo>
                  <a:pt x="82" y="815"/>
                  <a:pt x="96" y="815"/>
                  <a:pt x="110" y="815"/>
                </a:cubicBezTo>
                <a:cubicBezTo>
                  <a:pt x="170" y="814"/>
                  <a:pt x="231" y="815"/>
                  <a:pt x="291" y="812"/>
                </a:cubicBezTo>
                <a:cubicBezTo>
                  <a:pt x="347" y="809"/>
                  <a:pt x="386" y="777"/>
                  <a:pt x="408" y="725"/>
                </a:cubicBezTo>
                <a:cubicBezTo>
                  <a:pt x="429" y="676"/>
                  <a:pt x="434" y="625"/>
                  <a:pt x="430" y="567"/>
                </a:cubicBezTo>
                <a:cubicBezTo>
                  <a:pt x="420" y="576"/>
                  <a:pt x="412" y="582"/>
                  <a:pt x="406" y="589"/>
                </a:cubicBezTo>
                <a:cubicBezTo>
                  <a:pt x="326" y="682"/>
                  <a:pt x="102" y="682"/>
                  <a:pt x="43" y="513"/>
                </a:cubicBezTo>
                <a:cubicBezTo>
                  <a:pt x="5" y="401"/>
                  <a:pt x="0" y="288"/>
                  <a:pt x="35" y="175"/>
                </a:cubicBezTo>
                <a:cubicBezTo>
                  <a:pt x="68" y="67"/>
                  <a:pt x="147" y="13"/>
                  <a:pt x="255" y="6"/>
                </a:cubicBezTo>
                <a:cubicBezTo>
                  <a:pt x="345" y="0"/>
                  <a:pt x="435" y="5"/>
                  <a:pt x="529" y="5"/>
                </a:cubicBezTo>
                <a:cubicBezTo>
                  <a:pt x="530" y="16"/>
                  <a:pt x="532" y="26"/>
                  <a:pt x="532" y="36"/>
                </a:cubicBezTo>
                <a:cubicBezTo>
                  <a:pt x="532" y="224"/>
                  <a:pt x="533" y="412"/>
                  <a:pt x="531" y="599"/>
                </a:cubicBezTo>
                <a:cubicBezTo>
                  <a:pt x="531" y="641"/>
                  <a:pt x="524" y="684"/>
                  <a:pt x="512" y="725"/>
                </a:cubicBezTo>
                <a:cubicBezTo>
                  <a:pt x="485" y="826"/>
                  <a:pt x="419" y="885"/>
                  <a:pt x="315" y="899"/>
                </a:cubicBezTo>
                <a:cubicBezTo>
                  <a:pt x="230" y="912"/>
                  <a:pt x="148" y="897"/>
                  <a:pt x="65" y="881"/>
                </a:cubicBezTo>
                <a:close/>
                <a:moveTo>
                  <a:pt x="431" y="90"/>
                </a:moveTo>
                <a:cubicBezTo>
                  <a:pt x="380" y="90"/>
                  <a:pt x="334" y="89"/>
                  <a:pt x="289" y="90"/>
                </a:cubicBezTo>
                <a:cubicBezTo>
                  <a:pt x="213" y="91"/>
                  <a:pt x="161" y="127"/>
                  <a:pt x="137" y="200"/>
                </a:cubicBezTo>
                <a:cubicBezTo>
                  <a:pt x="108" y="290"/>
                  <a:pt x="111" y="381"/>
                  <a:pt x="140" y="470"/>
                </a:cubicBezTo>
                <a:cubicBezTo>
                  <a:pt x="165" y="545"/>
                  <a:pt x="231" y="578"/>
                  <a:pt x="315" y="563"/>
                </a:cubicBezTo>
                <a:cubicBezTo>
                  <a:pt x="383" y="551"/>
                  <a:pt x="431" y="493"/>
                  <a:pt x="431" y="418"/>
                </a:cubicBezTo>
                <a:cubicBezTo>
                  <a:pt x="432" y="321"/>
                  <a:pt x="431" y="224"/>
                  <a:pt x="431" y="127"/>
                </a:cubicBezTo>
                <a:cubicBezTo>
                  <a:pt x="431" y="116"/>
                  <a:pt x="431" y="106"/>
                  <a:pt x="431" y="90"/>
                </a:cubicBezTo>
                <a:close/>
              </a:path>
            </a:pathLst>
          </a:custGeom>
          <a:grpFill/>
          <a:ln>
            <a:noFill/>
          </a:ln>
        </p:spPr>
        <p:txBody>
          <a:bodyPr vert="horz" wrap="square" lIns="91440" tIns="45720" rIns="91440" bIns="45720" anchor="t"/>
          <a:lstStyle/>
          <a:p>
            <a:endParaRPr/>
          </a:p>
        </p:txBody>
      </p:sp>
      <p:sp>
        <p:nvSpPr>
          <p:cNvPr id="43" name="Freeform 15">
            <a:extLst>
              <a:ext uri="{FF2B5EF4-FFF2-40B4-BE49-F238E27FC236}">
                <a16:creationId xmlns:a16="http://schemas.microsoft.com/office/drawing/2014/main" id="{B3DB7B42-1B34-E1E9-08DA-6EF76E81D16F}"/>
              </a:ext>
            </a:extLst>
          </p:cNvPr>
          <p:cNvSpPr>
            <a:spLocks noGrp="1"/>
          </p:cNvSpPr>
          <p:nvPr/>
        </p:nvSpPr>
        <p:spPr>
          <a:xfrm>
            <a:off x="10956096" y="5445702"/>
            <a:ext cx="51590" cy="65388"/>
          </a:xfrm>
          <a:custGeom>
            <a:avLst/>
            <a:gdLst>
              <a:gd name="T0" fmla="*/ 415 w 682"/>
              <a:gd name="T1" fmla="*/ 0 h 864"/>
              <a:gd name="T2" fmla="*/ 682 w 682"/>
              <a:gd name="T3" fmla="*/ 863 h 864"/>
              <a:gd name="T4" fmla="*/ 564 w 682"/>
              <a:gd name="T5" fmla="*/ 863 h 864"/>
              <a:gd name="T6" fmla="*/ 494 w 682"/>
              <a:gd name="T7" fmla="*/ 640 h 864"/>
              <a:gd name="T8" fmla="*/ 187 w 682"/>
              <a:gd name="T9" fmla="*/ 640 h 864"/>
              <a:gd name="T10" fmla="*/ 118 w 682"/>
              <a:gd name="T11" fmla="*/ 864 h 864"/>
              <a:gd name="T12" fmla="*/ 0 w 682"/>
              <a:gd name="T13" fmla="*/ 864 h 864"/>
              <a:gd name="T14" fmla="*/ 266 w 682"/>
              <a:gd name="T15" fmla="*/ 0 h 864"/>
              <a:gd name="T16" fmla="*/ 415 w 682"/>
              <a:gd name="T17" fmla="*/ 0 h 864"/>
              <a:gd name="T18" fmla="*/ 345 w 682"/>
              <a:gd name="T19" fmla="*/ 142 h 864"/>
              <a:gd name="T20" fmla="*/ 336 w 682"/>
              <a:gd name="T21" fmla="*/ 141 h 864"/>
              <a:gd name="T22" fmla="*/ 210 w 682"/>
              <a:gd name="T23" fmla="*/ 548 h 864"/>
              <a:gd name="T24" fmla="*/ 471 w 682"/>
              <a:gd name="T25" fmla="*/ 548 h 864"/>
              <a:gd name="T26" fmla="*/ 345 w 682"/>
              <a:gd name="T27" fmla="*/ 142 h 864"/>
            </a:gdLst>
            <a:ahLst/>
            <a:cxnLst/>
            <a:rect l="0" t="0" r="r" b="b"/>
            <a:pathLst>
              <a:path w="682" h="864">
                <a:moveTo>
                  <a:pt x="415" y="0"/>
                </a:moveTo>
                <a:cubicBezTo>
                  <a:pt x="504" y="286"/>
                  <a:pt x="592" y="573"/>
                  <a:pt x="682" y="863"/>
                </a:cubicBezTo>
                <a:cubicBezTo>
                  <a:pt x="640" y="863"/>
                  <a:pt x="604" y="863"/>
                  <a:pt x="564" y="863"/>
                </a:cubicBezTo>
                <a:cubicBezTo>
                  <a:pt x="541" y="790"/>
                  <a:pt x="518" y="716"/>
                  <a:pt x="494" y="640"/>
                </a:cubicBezTo>
                <a:cubicBezTo>
                  <a:pt x="393" y="640"/>
                  <a:pt x="292" y="640"/>
                  <a:pt x="187" y="640"/>
                </a:cubicBezTo>
                <a:cubicBezTo>
                  <a:pt x="164" y="713"/>
                  <a:pt x="142" y="787"/>
                  <a:pt x="118" y="864"/>
                </a:cubicBezTo>
                <a:cubicBezTo>
                  <a:pt x="79" y="864"/>
                  <a:pt x="42" y="864"/>
                  <a:pt x="0" y="864"/>
                </a:cubicBezTo>
                <a:cubicBezTo>
                  <a:pt x="89" y="574"/>
                  <a:pt x="177" y="287"/>
                  <a:pt x="266" y="0"/>
                </a:cubicBezTo>
                <a:cubicBezTo>
                  <a:pt x="316" y="0"/>
                  <a:pt x="364" y="0"/>
                  <a:pt x="415" y="0"/>
                </a:cubicBezTo>
                <a:close/>
                <a:moveTo>
                  <a:pt x="345" y="142"/>
                </a:moveTo>
                <a:cubicBezTo>
                  <a:pt x="342" y="142"/>
                  <a:pt x="339" y="141"/>
                  <a:pt x="336" y="141"/>
                </a:cubicBezTo>
                <a:cubicBezTo>
                  <a:pt x="294" y="276"/>
                  <a:pt x="252" y="411"/>
                  <a:pt x="210" y="548"/>
                </a:cubicBezTo>
                <a:cubicBezTo>
                  <a:pt x="299" y="548"/>
                  <a:pt x="382" y="548"/>
                  <a:pt x="471" y="548"/>
                </a:cubicBezTo>
                <a:cubicBezTo>
                  <a:pt x="428" y="410"/>
                  <a:pt x="386" y="276"/>
                  <a:pt x="345" y="142"/>
                </a:cubicBezTo>
                <a:close/>
              </a:path>
            </a:pathLst>
          </a:custGeom>
          <a:grpFill/>
          <a:ln>
            <a:noFill/>
          </a:ln>
        </p:spPr>
        <p:txBody>
          <a:bodyPr vert="horz" wrap="square" lIns="91440" tIns="45720" rIns="91440" bIns="45720" anchor="t"/>
          <a:lstStyle/>
          <a:p>
            <a:endParaRPr/>
          </a:p>
        </p:txBody>
      </p:sp>
      <p:sp>
        <p:nvSpPr>
          <p:cNvPr id="44" name="Freeform 16">
            <a:extLst>
              <a:ext uri="{FF2B5EF4-FFF2-40B4-BE49-F238E27FC236}">
                <a16:creationId xmlns:a16="http://schemas.microsoft.com/office/drawing/2014/main" id="{B60937FA-8EBA-7787-70CE-A62B4C0CD27D}"/>
              </a:ext>
            </a:extLst>
          </p:cNvPr>
          <p:cNvSpPr>
            <a:spLocks noGrp="1"/>
          </p:cNvSpPr>
          <p:nvPr/>
        </p:nvSpPr>
        <p:spPr>
          <a:xfrm>
            <a:off x="11503797" y="5462499"/>
            <a:ext cx="41992" cy="49791"/>
          </a:xfrm>
          <a:custGeom>
            <a:avLst/>
            <a:gdLst>
              <a:gd name="T0" fmla="*/ 553 w 553"/>
              <a:gd name="T1" fmla="*/ 341 h 659"/>
              <a:gd name="T2" fmla="*/ 530 w 553"/>
              <a:gd name="T3" fmla="*/ 481 h 659"/>
              <a:gd name="T4" fmla="*/ 320 w 553"/>
              <a:gd name="T5" fmla="*/ 656 h 659"/>
              <a:gd name="T6" fmla="*/ 198 w 553"/>
              <a:gd name="T7" fmla="*/ 649 h 659"/>
              <a:gd name="T8" fmla="*/ 36 w 553"/>
              <a:gd name="T9" fmla="*/ 512 h 659"/>
              <a:gd name="T10" fmla="*/ 8 w 553"/>
              <a:gd name="T11" fmla="*/ 273 h 659"/>
              <a:gd name="T12" fmla="*/ 34 w 553"/>
              <a:gd name="T13" fmla="*/ 153 h 659"/>
              <a:gd name="T14" fmla="*/ 234 w 553"/>
              <a:gd name="T15" fmla="*/ 3 h 659"/>
              <a:gd name="T16" fmla="*/ 351 w 553"/>
              <a:gd name="T17" fmla="*/ 7 h 659"/>
              <a:gd name="T18" fmla="*/ 540 w 553"/>
              <a:gd name="T19" fmla="*/ 216 h 659"/>
              <a:gd name="T20" fmla="*/ 553 w 553"/>
              <a:gd name="T21" fmla="*/ 341 h 659"/>
              <a:gd name="T22" fmla="*/ 106 w 553"/>
              <a:gd name="T23" fmla="*/ 330 h 659"/>
              <a:gd name="T24" fmla="*/ 130 w 553"/>
              <a:gd name="T25" fmla="*/ 464 h 659"/>
              <a:gd name="T26" fmla="*/ 277 w 553"/>
              <a:gd name="T27" fmla="*/ 571 h 659"/>
              <a:gd name="T28" fmla="*/ 425 w 553"/>
              <a:gd name="T29" fmla="*/ 465 h 659"/>
              <a:gd name="T30" fmla="*/ 426 w 553"/>
              <a:gd name="T31" fmla="*/ 193 h 659"/>
              <a:gd name="T32" fmla="*/ 278 w 553"/>
              <a:gd name="T33" fmla="*/ 86 h 659"/>
              <a:gd name="T34" fmla="*/ 130 w 553"/>
              <a:gd name="T35" fmla="*/ 193 h 659"/>
              <a:gd name="T36" fmla="*/ 106 w 553"/>
              <a:gd name="T37" fmla="*/ 330 h 659"/>
            </a:gdLst>
            <a:ahLst/>
            <a:cxnLst/>
            <a:rect l="0" t="0" r="r" b="b"/>
            <a:pathLst>
              <a:path w="553" h="659">
                <a:moveTo>
                  <a:pt x="553" y="341"/>
                </a:moveTo>
                <a:cubicBezTo>
                  <a:pt x="547" y="382"/>
                  <a:pt x="543" y="433"/>
                  <a:pt x="530" y="481"/>
                </a:cubicBezTo>
                <a:cubicBezTo>
                  <a:pt x="501" y="586"/>
                  <a:pt x="427" y="647"/>
                  <a:pt x="320" y="656"/>
                </a:cubicBezTo>
                <a:cubicBezTo>
                  <a:pt x="280" y="659"/>
                  <a:pt x="238" y="656"/>
                  <a:pt x="198" y="649"/>
                </a:cubicBezTo>
                <a:cubicBezTo>
                  <a:pt x="121" y="635"/>
                  <a:pt x="66" y="587"/>
                  <a:pt x="36" y="512"/>
                </a:cubicBezTo>
                <a:cubicBezTo>
                  <a:pt x="5" y="435"/>
                  <a:pt x="0" y="354"/>
                  <a:pt x="8" y="273"/>
                </a:cubicBezTo>
                <a:cubicBezTo>
                  <a:pt x="13" y="232"/>
                  <a:pt x="21" y="191"/>
                  <a:pt x="34" y="153"/>
                </a:cubicBezTo>
                <a:cubicBezTo>
                  <a:pt x="68" y="60"/>
                  <a:pt x="137" y="10"/>
                  <a:pt x="234" y="3"/>
                </a:cubicBezTo>
                <a:cubicBezTo>
                  <a:pt x="273" y="0"/>
                  <a:pt x="313" y="0"/>
                  <a:pt x="351" y="7"/>
                </a:cubicBezTo>
                <a:cubicBezTo>
                  <a:pt x="455" y="28"/>
                  <a:pt x="520" y="101"/>
                  <a:pt x="540" y="216"/>
                </a:cubicBezTo>
                <a:cubicBezTo>
                  <a:pt x="546" y="254"/>
                  <a:pt x="548" y="293"/>
                  <a:pt x="553" y="341"/>
                </a:cubicBezTo>
                <a:close/>
                <a:moveTo>
                  <a:pt x="106" y="330"/>
                </a:moveTo>
                <a:cubicBezTo>
                  <a:pt x="114" y="376"/>
                  <a:pt x="118" y="421"/>
                  <a:pt x="130" y="464"/>
                </a:cubicBezTo>
                <a:cubicBezTo>
                  <a:pt x="152" y="538"/>
                  <a:pt x="201" y="571"/>
                  <a:pt x="277" y="571"/>
                </a:cubicBezTo>
                <a:cubicBezTo>
                  <a:pt x="353" y="571"/>
                  <a:pt x="403" y="538"/>
                  <a:pt x="425" y="465"/>
                </a:cubicBezTo>
                <a:cubicBezTo>
                  <a:pt x="453" y="375"/>
                  <a:pt x="453" y="283"/>
                  <a:pt x="426" y="193"/>
                </a:cubicBezTo>
                <a:cubicBezTo>
                  <a:pt x="404" y="121"/>
                  <a:pt x="353" y="86"/>
                  <a:pt x="278" y="86"/>
                </a:cubicBezTo>
                <a:cubicBezTo>
                  <a:pt x="203" y="85"/>
                  <a:pt x="152" y="120"/>
                  <a:pt x="130" y="193"/>
                </a:cubicBezTo>
                <a:cubicBezTo>
                  <a:pt x="118" y="237"/>
                  <a:pt x="114" y="284"/>
                  <a:pt x="106" y="330"/>
                </a:cubicBezTo>
                <a:close/>
              </a:path>
            </a:pathLst>
          </a:custGeom>
          <a:grpFill/>
          <a:ln>
            <a:noFill/>
          </a:ln>
        </p:spPr>
        <p:txBody>
          <a:bodyPr vert="horz" wrap="square" lIns="91440" tIns="45720" rIns="91440" bIns="45720" anchor="t"/>
          <a:lstStyle/>
          <a:p>
            <a:endParaRPr/>
          </a:p>
        </p:txBody>
      </p:sp>
      <p:sp>
        <p:nvSpPr>
          <p:cNvPr id="45" name="Freeform 17">
            <a:extLst>
              <a:ext uri="{FF2B5EF4-FFF2-40B4-BE49-F238E27FC236}">
                <a16:creationId xmlns:a16="http://schemas.microsoft.com/office/drawing/2014/main" id="{A7AE87A3-63D5-A301-57F5-E04D61AFE9F8}"/>
              </a:ext>
            </a:extLst>
          </p:cNvPr>
          <p:cNvSpPr>
            <a:spLocks noGrp="1"/>
          </p:cNvSpPr>
          <p:nvPr/>
        </p:nvSpPr>
        <p:spPr>
          <a:xfrm>
            <a:off x="11092271" y="5462499"/>
            <a:ext cx="41992" cy="49791"/>
          </a:xfrm>
          <a:custGeom>
            <a:avLst/>
            <a:gdLst>
              <a:gd name="T0" fmla="*/ 1 w 556"/>
              <a:gd name="T1" fmla="*/ 326 h 662"/>
              <a:gd name="T2" fmla="*/ 24 w 556"/>
              <a:gd name="T3" fmla="*/ 167 h 662"/>
              <a:gd name="T4" fmla="*/ 234 w 556"/>
              <a:gd name="T5" fmla="*/ 3 h 662"/>
              <a:gd name="T6" fmla="*/ 351 w 556"/>
              <a:gd name="T7" fmla="*/ 9 h 662"/>
              <a:gd name="T8" fmla="*/ 519 w 556"/>
              <a:gd name="T9" fmla="*/ 159 h 662"/>
              <a:gd name="T10" fmla="*/ 520 w 556"/>
              <a:gd name="T11" fmla="*/ 497 h 662"/>
              <a:gd name="T12" fmla="*/ 326 w 556"/>
              <a:gd name="T13" fmla="*/ 655 h 662"/>
              <a:gd name="T14" fmla="*/ 177 w 556"/>
              <a:gd name="T15" fmla="*/ 646 h 662"/>
              <a:gd name="T16" fmla="*/ 33 w 556"/>
              <a:gd name="T17" fmla="*/ 515 h 662"/>
              <a:gd name="T18" fmla="*/ 1 w 556"/>
              <a:gd name="T19" fmla="*/ 326 h 662"/>
              <a:gd name="T20" fmla="*/ 445 w 556"/>
              <a:gd name="T21" fmla="*/ 328 h 662"/>
              <a:gd name="T22" fmla="*/ 420 w 556"/>
              <a:gd name="T23" fmla="*/ 192 h 662"/>
              <a:gd name="T24" fmla="*/ 271 w 556"/>
              <a:gd name="T25" fmla="*/ 86 h 662"/>
              <a:gd name="T26" fmla="*/ 126 w 556"/>
              <a:gd name="T27" fmla="*/ 191 h 662"/>
              <a:gd name="T28" fmla="*/ 124 w 556"/>
              <a:gd name="T29" fmla="*/ 462 h 662"/>
              <a:gd name="T30" fmla="*/ 271 w 556"/>
              <a:gd name="T31" fmla="*/ 571 h 662"/>
              <a:gd name="T32" fmla="*/ 421 w 556"/>
              <a:gd name="T33" fmla="*/ 463 h 662"/>
              <a:gd name="T34" fmla="*/ 445 w 556"/>
              <a:gd name="T35" fmla="*/ 328 h 662"/>
            </a:gdLst>
            <a:ahLst/>
            <a:cxnLst/>
            <a:rect l="0" t="0" r="r" b="b"/>
            <a:pathLst>
              <a:path w="556" h="662">
                <a:moveTo>
                  <a:pt x="1" y="326"/>
                </a:moveTo>
                <a:cubicBezTo>
                  <a:pt x="0" y="273"/>
                  <a:pt x="6" y="219"/>
                  <a:pt x="24" y="167"/>
                </a:cubicBezTo>
                <a:cubicBezTo>
                  <a:pt x="58" y="65"/>
                  <a:pt x="128" y="9"/>
                  <a:pt x="234" y="3"/>
                </a:cubicBezTo>
                <a:cubicBezTo>
                  <a:pt x="273" y="0"/>
                  <a:pt x="313" y="1"/>
                  <a:pt x="351" y="9"/>
                </a:cubicBezTo>
                <a:cubicBezTo>
                  <a:pt x="436" y="24"/>
                  <a:pt x="492" y="78"/>
                  <a:pt x="519" y="159"/>
                </a:cubicBezTo>
                <a:cubicBezTo>
                  <a:pt x="556" y="271"/>
                  <a:pt x="556" y="385"/>
                  <a:pt x="520" y="497"/>
                </a:cubicBezTo>
                <a:cubicBezTo>
                  <a:pt x="490" y="591"/>
                  <a:pt x="421" y="642"/>
                  <a:pt x="326" y="655"/>
                </a:cubicBezTo>
                <a:cubicBezTo>
                  <a:pt x="276" y="662"/>
                  <a:pt x="226" y="660"/>
                  <a:pt x="177" y="646"/>
                </a:cubicBezTo>
                <a:cubicBezTo>
                  <a:pt x="109" y="626"/>
                  <a:pt x="61" y="582"/>
                  <a:pt x="33" y="515"/>
                </a:cubicBezTo>
                <a:cubicBezTo>
                  <a:pt x="8" y="455"/>
                  <a:pt x="0" y="392"/>
                  <a:pt x="1" y="326"/>
                </a:cubicBezTo>
                <a:close/>
                <a:moveTo>
                  <a:pt x="445" y="328"/>
                </a:moveTo>
                <a:cubicBezTo>
                  <a:pt x="437" y="283"/>
                  <a:pt x="433" y="236"/>
                  <a:pt x="420" y="192"/>
                </a:cubicBezTo>
                <a:cubicBezTo>
                  <a:pt x="398" y="119"/>
                  <a:pt x="346" y="85"/>
                  <a:pt x="271" y="86"/>
                </a:cubicBezTo>
                <a:cubicBezTo>
                  <a:pt x="197" y="86"/>
                  <a:pt x="148" y="120"/>
                  <a:pt x="126" y="191"/>
                </a:cubicBezTo>
                <a:cubicBezTo>
                  <a:pt x="98" y="281"/>
                  <a:pt x="98" y="372"/>
                  <a:pt x="124" y="462"/>
                </a:cubicBezTo>
                <a:cubicBezTo>
                  <a:pt x="146" y="537"/>
                  <a:pt x="196" y="571"/>
                  <a:pt x="271" y="571"/>
                </a:cubicBezTo>
                <a:cubicBezTo>
                  <a:pt x="349" y="572"/>
                  <a:pt x="399" y="538"/>
                  <a:pt x="421" y="463"/>
                </a:cubicBezTo>
                <a:cubicBezTo>
                  <a:pt x="433" y="420"/>
                  <a:pt x="437" y="374"/>
                  <a:pt x="445" y="328"/>
                </a:cubicBezTo>
                <a:close/>
              </a:path>
            </a:pathLst>
          </a:custGeom>
          <a:grpFill/>
          <a:ln>
            <a:noFill/>
          </a:ln>
        </p:spPr>
        <p:txBody>
          <a:bodyPr vert="horz" wrap="square" lIns="91440" tIns="45720" rIns="91440" bIns="45720" anchor="t"/>
          <a:lstStyle/>
          <a:p>
            <a:endParaRPr/>
          </a:p>
        </p:txBody>
      </p:sp>
      <p:sp>
        <p:nvSpPr>
          <p:cNvPr id="46" name="Freeform 18">
            <a:extLst>
              <a:ext uri="{FF2B5EF4-FFF2-40B4-BE49-F238E27FC236}">
                <a16:creationId xmlns:a16="http://schemas.microsoft.com/office/drawing/2014/main" id="{850F9E57-49B2-1C09-AAB0-DF7D2C31F3EA}"/>
              </a:ext>
            </a:extLst>
          </p:cNvPr>
          <p:cNvSpPr>
            <a:spLocks noGrp="1"/>
          </p:cNvSpPr>
          <p:nvPr/>
        </p:nvSpPr>
        <p:spPr>
          <a:xfrm>
            <a:off x="11369421" y="5461899"/>
            <a:ext cx="37193" cy="50990"/>
          </a:xfrm>
          <a:custGeom>
            <a:avLst/>
            <a:gdLst>
              <a:gd name="T0" fmla="*/ 491 w 492"/>
              <a:gd name="T1" fmla="*/ 651 h 678"/>
              <a:gd name="T2" fmla="*/ 400 w 492"/>
              <a:gd name="T3" fmla="*/ 651 h 678"/>
              <a:gd name="T4" fmla="*/ 390 w 492"/>
              <a:gd name="T5" fmla="*/ 582 h 678"/>
              <a:gd name="T6" fmla="*/ 374 w 492"/>
              <a:gd name="T7" fmla="*/ 594 h 678"/>
              <a:gd name="T8" fmla="*/ 134 w 492"/>
              <a:gd name="T9" fmla="*/ 657 h 678"/>
              <a:gd name="T10" fmla="*/ 8 w 492"/>
              <a:gd name="T11" fmla="*/ 520 h 678"/>
              <a:gd name="T12" fmla="*/ 14 w 492"/>
              <a:gd name="T13" fmla="*/ 409 h 678"/>
              <a:gd name="T14" fmla="*/ 147 w 492"/>
              <a:gd name="T15" fmla="*/ 299 h 678"/>
              <a:gd name="T16" fmla="*/ 233 w 492"/>
              <a:gd name="T17" fmla="*/ 291 h 678"/>
              <a:gd name="T18" fmla="*/ 388 w 492"/>
              <a:gd name="T19" fmla="*/ 291 h 678"/>
              <a:gd name="T20" fmla="*/ 387 w 492"/>
              <a:gd name="T21" fmla="*/ 173 h 678"/>
              <a:gd name="T22" fmla="*/ 290 w 492"/>
              <a:gd name="T23" fmla="*/ 97 h 678"/>
              <a:gd name="T24" fmla="*/ 124 w 492"/>
              <a:gd name="T25" fmla="*/ 96 h 678"/>
              <a:gd name="T26" fmla="*/ 50 w 492"/>
              <a:gd name="T27" fmla="*/ 96 h 678"/>
              <a:gd name="T28" fmla="*/ 50 w 492"/>
              <a:gd name="T29" fmla="*/ 29 h 678"/>
              <a:gd name="T30" fmla="*/ 340 w 492"/>
              <a:gd name="T31" fmla="*/ 11 h 678"/>
              <a:gd name="T32" fmla="*/ 490 w 492"/>
              <a:gd name="T33" fmla="*/ 177 h 678"/>
              <a:gd name="T34" fmla="*/ 491 w 492"/>
              <a:gd name="T35" fmla="*/ 265 h 678"/>
              <a:gd name="T36" fmla="*/ 491 w 492"/>
              <a:gd name="T37" fmla="*/ 605 h 678"/>
              <a:gd name="T38" fmla="*/ 491 w 492"/>
              <a:gd name="T39" fmla="*/ 651 h 678"/>
              <a:gd name="T40" fmla="*/ 389 w 492"/>
              <a:gd name="T41" fmla="*/ 363 h 678"/>
              <a:gd name="T42" fmla="*/ 284 w 492"/>
              <a:gd name="T43" fmla="*/ 363 h 678"/>
              <a:gd name="T44" fmla="*/ 190 w 492"/>
              <a:gd name="T45" fmla="*/ 369 h 678"/>
              <a:gd name="T46" fmla="*/ 105 w 492"/>
              <a:gd name="T47" fmla="*/ 464 h 678"/>
              <a:gd name="T48" fmla="*/ 173 w 492"/>
              <a:gd name="T49" fmla="*/ 573 h 678"/>
              <a:gd name="T50" fmla="*/ 324 w 492"/>
              <a:gd name="T51" fmla="*/ 557 h 678"/>
              <a:gd name="T52" fmla="*/ 389 w 492"/>
              <a:gd name="T53" fmla="*/ 457 h 678"/>
              <a:gd name="T54" fmla="*/ 389 w 492"/>
              <a:gd name="T55" fmla="*/ 363 h 678"/>
            </a:gdLst>
            <a:ahLst/>
            <a:cxnLst/>
            <a:rect l="0" t="0" r="r" b="b"/>
            <a:pathLst>
              <a:path w="492" h="678">
                <a:moveTo>
                  <a:pt x="491" y="651"/>
                </a:moveTo>
                <a:cubicBezTo>
                  <a:pt x="459" y="651"/>
                  <a:pt x="431" y="651"/>
                  <a:pt x="400" y="651"/>
                </a:cubicBezTo>
                <a:cubicBezTo>
                  <a:pt x="397" y="628"/>
                  <a:pt x="394" y="607"/>
                  <a:pt x="390" y="582"/>
                </a:cubicBezTo>
                <a:cubicBezTo>
                  <a:pt x="382" y="588"/>
                  <a:pt x="377" y="591"/>
                  <a:pt x="374" y="594"/>
                </a:cubicBezTo>
                <a:cubicBezTo>
                  <a:pt x="307" y="667"/>
                  <a:pt x="224" y="678"/>
                  <a:pt x="134" y="657"/>
                </a:cubicBezTo>
                <a:cubicBezTo>
                  <a:pt x="64" y="640"/>
                  <a:pt x="22" y="592"/>
                  <a:pt x="8" y="520"/>
                </a:cubicBezTo>
                <a:cubicBezTo>
                  <a:pt x="0" y="482"/>
                  <a:pt x="3" y="445"/>
                  <a:pt x="14" y="409"/>
                </a:cubicBezTo>
                <a:cubicBezTo>
                  <a:pt x="35" y="344"/>
                  <a:pt x="83" y="311"/>
                  <a:pt x="147" y="299"/>
                </a:cubicBezTo>
                <a:cubicBezTo>
                  <a:pt x="175" y="293"/>
                  <a:pt x="204" y="292"/>
                  <a:pt x="233" y="291"/>
                </a:cubicBezTo>
                <a:cubicBezTo>
                  <a:pt x="284" y="290"/>
                  <a:pt x="335" y="291"/>
                  <a:pt x="388" y="291"/>
                </a:cubicBezTo>
                <a:cubicBezTo>
                  <a:pt x="388" y="249"/>
                  <a:pt x="391" y="210"/>
                  <a:pt x="387" y="173"/>
                </a:cubicBezTo>
                <a:cubicBezTo>
                  <a:pt x="381" y="125"/>
                  <a:pt x="345" y="99"/>
                  <a:pt x="290" y="97"/>
                </a:cubicBezTo>
                <a:cubicBezTo>
                  <a:pt x="235" y="95"/>
                  <a:pt x="179" y="96"/>
                  <a:pt x="124" y="96"/>
                </a:cubicBezTo>
                <a:cubicBezTo>
                  <a:pt x="101" y="96"/>
                  <a:pt x="77" y="96"/>
                  <a:pt x="50" y="96"/>
                </a:cubicBezTo>
                <a:cubicBezTo>
                  <a:pt x="50" y="72"/>
                  <a:pt x="50" y="52"/>
                  <a:pt x="50" y="29"/>
                </a:cubicBezTo>
                <a:cubicBezTo>
                  <a:pt x="147" y="11"/>
                  <a:pt x="243" y="0"/>
                  <a:pt x="340" y="11"/>
                </a:cubicBezTo>
                <a:cubicBezTo>
                  <a:pt x="432" y="22"/>
                  <a:pt x="484" y="82"/>
                  <a:pt x="490" y="177"/>
                </a:cubicBezTo>
                <a:cubicBezTo>
                  <a:pt x="492" y="207"/>
                  <a:pt x="491" y="236"/>
                  <a:pt x="491" y="265"/>
                </a:cubicBezTo>
                <a:cubicBezTo>
                  <a:pt x="491" y="379"/>
                  <a:pt x="491" y="492"/>
                  <a:pt x="491" y="605"/>
                </a:cubicBezTo>
                <a:cubicBezTo>
                  <a:pt x="491" y="619"/>
                  <a:pt x="491" y="634"/>
                  <a:pt x="491" y="651"/>
                </a:cubicBezTo>
                <a:close/>
                <a:moveTo>
                  <a:pt x="389" y="363"/>
                </a:moveTo>
                <a:cubicBezTo>
                  <a:pt x="351" y="363"/>
                  <a:pt x="318" y="362"/>
                  <a:pt x="284" y="363"/>
                </a:cubicBezTo>
                <a:cubicBezTo>
                  <a:pt x="252" y="364"/>
                  <a:pt x="221" y="364"/>
                  <a:pt x="190" y="369"/>
                </a:cubicBezTo>
                <a:cubicBezTo>
                  <a:pt x="139" y="378"/>
                  <a:pt x="108" y="413"/>
                  <a:pt x="105" y="464"/>
                </a:cubicBezTo>
                <a:cubicBezTo>
                  <a:pt x="101" y="518"/>
                  <a:pt x="124" y="556"/>
                  <a:pt x="173" y="573"/>
                </a:cubicBezTo>
                <a:cubicBezTo>
                  <a:pt x="225" y="591"/>
                  <a:pt x="277" y="586"/>
                  <a:pt x="324" y="557"/>
                </a:cubicBezTo>
                <a:cubicBezTo>
                  <a:pt x="361" y="534"/>
                  <a:pt x="385" y="502"/>
                  <a:pt x="389" y="457"/>
                </a:cubicBezTo>
                <a:cubicBezTo>
                  <a:pt x="391" y="428"/>
                  <a:pt x="389" y="399"/>
                  <a:pt x="389" y="363"/>
                </a:cubicBezTo>
                <a:close/>
              </a:path>
            </a:pathLst>
          </a:custGeom>
          <a:grpFill/>
          <a:ln>
            <a:noFill/>
          </a:ln>
        </p:spPr>
        <p:txBody>
          <a:bodyPr vert="horz" wrap="square" lIns="91440" tIns="45720" rIns="91440" bIns="45720" anchor="t"/>
          <a:lstStyle/>
          <a:p>
            <a:endParaRPr/>
          </a:p>
        </p:txBody>
      </p:sp>
      <p:sp>
        <p:nvSpPr>
          <p:cNvPr id="47" name="Freeform 19">
            <a:extLst>
              <a:ext uri="{FF2B5EF4-FFF2-40B4-BE49-F238E27FC236}">
                <a16:creationId xmlns:a16="http://schemas.microsoft.com/office/drawing/2014/main" id="{9CDB458A-9FAA-AF09-76FF-6B4F3D7D8619}"/>
              </a:ext>
            </a:extLst>
          </p:cNvPr>
          <p:cNvSpPr>
            <a:spLocks noGrp="1"/>
          </p:cNvSpPr>
          <p:nvPr/>
        </p:nvSpPr>
        <p:spPr>
          <a:xfrm>
            <a:off x="11456405" y="5462499"/>
            <a:ext cx="37193" cy="50390"/>
          </a:xfrm>
          <a:custGeom>
            <a:avLst/>
            <a:gdLst>
              <a:gd name="T0" fmla="*/ 391 w 494"/>
              <a:gd name="T1" fmla="*/ 284 h 672"/>
              <a:gd name="T2" fmla="*/ 390 w 494"/>
              <a:gd name="T3" fmla="*/ 171 h 672"/>
              <a:gd name="T4" fmla="*/ 298 w 494"/>
              <a:gd name="T5" fmla="*/ 91 h 672"/>
              <a:gd name="T6" fmla="*/ 160 w 494"/>
              <a:gd name="T7" fmla="*/ 89 h 672"/>
              <a:gd name="T8" fmla="*/ 52 w 494"/>
              <a:gd name="T9" fmla="*/ 89 h 672"/>
              <a:gd name="T10" fmla="*/ 52 w 494"/>
              <a:gd name="T11" fmla="*/ 22 h 672"/>
              <a:gd name="T12" fmla="*/ 148 w 494"/>
              <a:gd name="T13" fmla="*/ 8 h 672"/>
              <a:gd name="T14" fmla="*/ 337 w 494"/>
              <a:gd name="T15" fmla="*/ 4 h 672"/>
              <a:gd name="T16" fmla="*/ 493 w 494"/>
              <a:gd name="T17" fmla="*/ 169 h 672"/>
              <a:gd name="T18" fmla="*/ 494 w 494"/>
              <a:gd name="T19" fmla="*/ 236 h 672"/>
              <a:gd name="T20" fmla="*/ 494 w 494"/>
              <a:gd name="T21" fmla="*/ 596 h 672"/>
              <a:gd name="T22" fmla="*/ 494 w 494"/>
              <a:gd name="T23" fmla="*/ 643 h 672"/>
              <a:gd name="T24" fmla="*/ 402 w 494"/>
              <a:gd name="T25" fmla="*/ 643 h 672"/>
              <a:gd name="T26" fmla="*/ 393 w 494"/>
              <a:gd name="T27" fmla="*/ 574 h 672"/>
              <a:gd name="T28" fmla="*/ 366 w 494"/>
              <a:gd name="T29" fmla="*/ 597 h 672"/>
              <a:gd name="T30" fmla="*/ 98 w 494"/>
              <a:gd name="T31" fmla="*/ 636 h 672"/>
              <a:gd name="T32" fmla="*/ 19 w 494"/>
              <a:gd name="T33" fmla="*/ 545 h 672"/>
              <a:gd name="T34" fmla="*/ 20 w 494"/>
              <a:gd name="T35" fmla="*/ 393 h 672"/>
              <a:gd name="T36" fmla="*/ 117 w 494"/>
              <a:gd name="T37" fmla="*/ 301 h 672"/>
              <a:gd name="T38" fmla="*/ 222 w 494"/>
              <a:gd name="T39" fmla="*/ 284 h 672"/>
              <a:gd name="T40" fmla="*/ 391 w 494"/>
              <a:gd name="T41" fmla="*/ 284 h 672"/>
              <a:gd name="T42" fmla="*/ 391 w 494"/>
              <a:gd name="T43" fmla="*/ 356 h 672"/>
              <a:gd name="T44" fmla="*/ 245 w 494"/>
              <a:gd name="T45" fmla="*/ 356 h 672"/>
              <a:gd name="T46" fmla="*/ 186 w 494"/>
              <a:gd name="T47" fmla="*/ 363 h 672"/>
              <a:gd name="T48" fmla="*/ 107 w 494"/>
              <a:gd name="T49" fmla="*/ 459 h 672"/>
              <a:gd name="T50" fmla="*/ 177 w 494"/>
              <a:gd name="T51" fmla="*/ 566 h 672"/>
              <a:gd name="T52" fmla="*/ 322 w 494"/>
              <a:gd name="T53" fmla="*/ 553 h 672"/>
              <a:gd name="T54" fmla="*/ 390 w 494"/>
              <a:gd name="T55" fmla="*/ 460 h 672"/>
              <a:gd name="T56" fmla="*/ 391 w 494"/>
              <a:gd name="T57" fmla="*/ 356 h 672"/>
            </a:gdLst>
            <a:ahLst/>
            <a:cxnLst/>
            <a:rect l="0" t="0" r="r" b="b"/>
            <a:pathLst>
              <a:path w="494" h="672">
                <a:moveTo>
                  <a:pt x="391" y="284"/>
                </a:moveTo>
                <a:cubicBezTo>
                  <a:pt x="391" y="243"/>
                  <a:pt x="394" y="207"/>
                  <a:pt x="390" y="171"/>
                </a:cubicBezTo>
                <a:cubicBezTo>
                  <a:pt x="385" y="123"/>
                  <a:pt x="352" y="94"/>
                  <a:pt x="298" y="91"/>
                </a:cubicBezTo>
                <a:cubicBezTo>
                  <a:pt x="252" y="88"/>
                  <a:pt x="206" y="89"/>
                  <a:pt x="160" y="89"/>
                </a:cubicBezTo>
                <a:cubicBezTo>
                  <a:pt x="125" y="89"/>
                  <a:pt x="90" y="89"/>
                  <a:pt x="52" y="89"/>
                </a:cubicBezTo>
                <a:cubicBezTo>
                  <a:pt x="52" y="65"/>
                  <a:pt x="52" y="46"/>
                  <a:pt x="52" y="22"/>
                </a:cubicBezTo>
                <a:cubicBezTo>
                  <a:pt x="84" y="17"/>
                  <a:pt x="116" y="10"/>
                  <a:pt x="148" y="8"/>
                </a:cubicBezTo>
                <a:cubicBezTo>
                  <a:pt x="211" y="5"/>
                  <a:pt x="274" y="0"/>
                  <a:pt x="337" y="4"/>
                </a:cubicBezTo>
                <a:cubicBezTo>
                  <a:pt x="431" y="11"/>
                  <a:pt x="486" y="72"/>
                  <a:pt x="493" y="169"/>
                </a:cubicBezTo>
                <a:cubicBezTo>
                  <a:pt x="494" y="191"/>
                  <a:pt x="494" y="214"/>
                  <a:pt x="494" y="236"/>
                </a:cubicBezTo>
                <a:cubicBezTo>
                  <a:pt x="494" y="356"/>
                  <a:pt x="494" y="476"/>
                  <a:pt x="494" y="596"/>
                </a:cubicBezTo>
                <a:cubicBezTo>
                  <a:pt x="494" y="611"/>
                  <a:pt x="494" y="625"/>
                  <a:pt x="494" y="643"/>
                </a:cubicBezTo>
                <a:cubicBezTo>
                  <a:pt x="462" y="643"/>
                  <a:pt x="432" y="643"/>
                  <a:pt x="402" y="643"/>
                </a:cubicBezTo>
                <a:cubicBezTo>
                  <a:pt x="399" y="621"/>
                  <a:pt x="396" y="600"/>
                  <a:pt x="393" y="574"/>
                </a:cubicBezTo>
                <a:cubicBezTo>
                  <a:pt x="381" y="584"/>
                  <a:pt x="373" y="590"/>
                  <a:pt x="366" y="597"/>
                </a:cubicBezTo>
                <a:cubicBezTo>
                  <a:pt x="297" y="672"/>
                  <a:pt x="162" y="670"/>
                  <a:pt x="98" y="636"/>
                </a:cubicBezTo>
                <a:cubicBezTo>
                  <a:pt x="60" y="615"/>
                  <a:pt x="34" y="586"/>
                  <a:pt x="19" y="545"/>
                </a:cubicBezTo>
                <a:cubicBezTo>
                  <a:pt x="0" y="494"/>
                  <a:pt x="2" y="443"/>
                  <a:pt x="20" y="393"/>
                </a:cubicBezTo>
                <a:cubicBezTo>
                  <a:pt x="37" y="346"/>
                  <a:pt x="71" y="314"/>
                  <a:pt x="117" y="301"/>
                </a:cubicBezTo>
                <a:cubicBezTo>
                  <a:pt x="151" y="291"/>
                  <a:pt x="187" y="286"/>
                  <a:pt x="222" y="284"/>
                </a:cubicBezTo>
                <a:cubicBezTo>
                  <a:pt x="277" y="282"/>
                  <a:pt x="332" y="284"/>
                  <a:pt x="391" y="284"/>
                </a:cubicBezTo>
                <a:close/>
                <a:moveTo>
                  <a:pt x="391" y="356"/>
                </a:moveTo>
                <a:cubicBezTo>
                  <a:pt x="339" y="356"/>
                  <a:pt x="292" y="355"/>
                  <a:pt x="245" y="356"/>
                </a:cubicBezTo>
                <a:cubicBezTo>
                  <a:pt x="225" y="357"/>
                  <a:pt x="206" y="359"/>
                  <a:pt x="186" y="363"/>
                </a:cubicBezTo>
                <a:cubicBezTo>
                  <a:pt x="138" y="374"/>
                  <a:pt x="110" y="409"/>
                  <a:pt x="107" y="459"/>
                </a:cubicBezTo>
                <a:cubicBezTo>
                  <a:pt x="104" y="512"/>
                  <a:pt x="128" y="551"/>
                  <a:pt x="177" y="566"/>
                </a:cubicBezTo>
                <a:cubicBezTo>
                  <a:pt x="227" y="583"/>
                  <a:pt x="276" y="579"/>
                  <a:pt x="322" y="553"/>
                </a:cubicBezTo>
                <a:cubicBezTo>
                  <a:pt x="358" y="533"/>
                  <a:pt x="384" y="502"/>
                  <a:pt x="390" y="460"/>
                </a:cubicBezTo>
                <a:cubicBezTo>
                  <a:pt x="394" y="428"/>
                  <a:pt x="391" y="394"/>
                  <a:pt x="391" y="356"/>
                </a:cubicBezTo>
                <a:close/>
              </a:path>
            </a:pathLst>
          </a:custGeom>
          <a:grpFill/>
          <a:ln>
            <a:noFill/>
          </a:ln>
        </p:spPr>
        <p:txBody>
          <a:bodyPr vert="horz" wrap="square" lIns="91440" tIns="45720" rIns="91440" bIns="45720" anchor="t"/>
          <a:lstStyle/>
          <a:p>
            <a:endParaRPr/>
          </a:p>
        </p:txBody>
      </p:sp>
      <p:sp>
        <p:nvSpPr>
          <p:cNvPr id="48" name="Freeform 20">
            <a:extLst>
              <a:ext uri="{FF2B5EF4-FFF2-40B4-BE49-F238E27FC236}">
                <a16:creationId xmlns:a16="http://schemas.microsoft.com/office/drawing/2014/main" id="{EEE1B015-B9F6-F79A-E897-13540F67D4C1}"/>
              </a:ext>
            </a:extLst>
          </p:cNvPr>
          <p:cNvSpPr>
            <a:spLocks noGrp="1"/>
          </p:cNvSpPr>
          <p:nvPr/>
        </p:nvSpPr>
        <p:spPr>
          <a:xfrm>
            <a:off x="11203251" y="5461899"/>
            <a:ext cx="41392" cy="50390"/>
          </a:xfrm>
          <a:custGeom>
            <a:avLst/>
            <a:gdLst>
              <a:gd name="T0" fmla="*/ 112 w 548"/>
              <a:gd name="T1" fmla="*/ 365 h 664"/>
              <a:gd name="T2" fmla="*/ 127 w 548"/>
              <a:gd name="T3" fmla="*/ 453 h 664"/>
              <a:gd name="T4" fmla="*/ 280 w 548"/>
              <a:gd name="T5" fmla="*/ 575 h 664"/>
              <a:gd name="T6" fmla="*/ 445 w 548"/>
              <a:gd name="T7" fmla="*/ 575 h 664"/>
              <a:gd name="T8" fmla="*/ 483 w 548"/>
              <a:gd name="T9" fmla="*/ 575 h 664"/>
              <a:gd name="T10" fmla="*/ 483 w 548"/>
              <a:gd name="T11" fmla="*/ 642 h 664"/>
              <a:gd name="T12" fmla="*/ 375 w 548"/>
              <a:gd name="T13" fmla="*/ 657 h 664"/>
              <a:gd name="T14" fmla="*/ 238 w 548"/>
              <a:gd name="T15" fmla="*/ 661 h 664"/>
              <a:gd name="T16" fmla="*/ 27 w 548"/>
              <a:gd name="T17" fmla="*/ 486 h 664"/>
              <a:gd name="T18" fmla="*/ 22 w 548"/>
              <a:gd name="T19" fmla="*/ 210 h 664"/>
              <a:gd name="T20" fmla="*/ 302 w 548"/>
              <a:gd name="T21" fmla="*/ 5 h 664"/>
              <a:gd name="T22" fmla="*/ 424 w 548"/>
              <a:gd name="T23" fmla="*/ 32 h 664"/>
              <a:gd name="T24" fmla="*/ 517 w 548"/>
              <a:gd name="T25" fmla="*/ 260 h 664"/>
              <a:gd name="T26" fmla="*/ 407 w 548"/>
              <a:gd name="T27" fmla="*/ 357 h 664"/>
              <a:gd name="T28" fmla="*/ 332 w 548"/>
              <a:gd name="T29" fmla="*/ 365 h 664"/>
              <a:gd name="T30" fmla="*/ 159 w 548"/>
              <a:gd name="T31" fmla="*/ 365 h 664"/>
              <a:gd name="T32" fmla="*/ 112 w 548"/>
              <a:gd name="T33" fmla="*/ 365 h 664"/>
              <a:gd name="T34" fmla="*/ 121 w 548"/>
              <a:gd name="T35" fmla="*/ 293 h 664"/>
              <a:gd name="T36" fmla="*/ 352 w 548"/>
              <a:gd name="T37" fmla="*/ 289 h 664"/>
              <a:gd name="T38" fmla="*/ 360 w 548"/>
              <a:gd name="T39" fmla="*/ 288 h 664"/>
              <a:gd name="T40" fmla="*/ 422 w 548"/>
              <a:gd name="T41" fmla="*/ 227 h 664"/>
              <a:gd name="T42" fmla="*/ 356 w 548"/>
              <a:gd name="T43" fmla="*/ 104 h 664"/>
              <a:gd name="T44" fmla="*/ 121 w 548"/>
              <a:gd name="T45" fmla="*/ 293 h 664"/>
            </a:gdLst>
            <a:ahLst/>
            <a:cxnLst/>
            <a:rect l="0" t="0" r="r" b="b"/>
            <a:pathLst>
              <a:path w="548" h="664">
                <a:moveTo>
                  <a:pt x="112" y="365"/>
                </a:moveTo>
                <a:cubicBezTo>
                  <a:pt x="118" y="399"/>
                  <a:pt x="120" y="427"/>
                  <a:pt x="127" y="453"/>
                </a:cubicBezTo>
                <a:cubicBezTo>
                  <a:pt x="148" y="535"/>
                  <a:pt x="197" y="574"/>
                  <a:pt x="280" y="575"/>
                </a:cubicBezTo>
                <a:cubicBezTo>
                  <a:pt x="335" y="576"/>
                  <a:pt x="390" y="575"/>
                  <a:pt x="445" y="575"/>
                </a:cubicBezTo>
                <a:cubicBezTo>
                  <a:pt x="457" y="575"/>
                  <a:pt x="468" y="575"/>
                  <a:pt x="483" y="575"/>
                </a:cubicBezTo>
                <a:cubicBezTo>
                  <a:pt x="483" y="598"/>
                  <a:pt x="483" y="617"/>
                  <a:pt x="483" y="642"/>
                </a:cubicBezTo>
                <a:cubicBezTo>
                  <a:pt x="447" y="647"/>
                  <a:pt x="411" y="655"/>
                  <a:pt x="375" y="657"/>
                </a:cubicBezTo>
                <a:cubicBezTo>
                  <a:pt x="329" y="661"/>
                  <a:pt x="283" y="664"/>
                  <a:pt x="238" y="661"/>
                </a:cubicBezTo>
                <a:cubicBezTo>
                  <a:pt x="131" y="653"/>
                  <a:pt x="57" y="591"/>
                  <a:pt x="27" y="486"/>
                </a:cubicBezTo>
                <a:cubicBezTo>
                  <a:pt x="2" y="395"/>
                  <a:pt x="0" y="302"/>
                  <a:pt x="22" y="210"/>
                </a:cubicBezTo>
                <a:cubicBezTo>
                  <a:pt x="56" y="71"/>
                  <a:pt x="155" y="0"/>
                  <a:pt x="302" y="5"/>
                </a:cubicBezTo>
                <a:cubicBezTo>
                  <a:pt x="344" y="6"/>
                  <a:pt x="385" y="12"/>
                  <a:pt x="424" y="32"/>
                </a:cubicBezTo>
                <a:cubicBezTo>
                  <a:pt x="510" y="76"/>
                  <a:pt x="548" y="167"/>
                  <a:pt x="517" y="260"/>
                </a:cubicBezTo>
                <a:cubicBezTo>
                  <a:pt x="499" y="315"/>
                  <a:pt x="460" y="346"/>
                  <a:pt x="407" y="357"/>
                </a:cubicBezTo>
                <a:cubicBezTo>
                  <a:pt x="382" y="363"/>
                  <a:pt x="357" y="364"/>
                  <a:pt x="332" y="365"/>
                </a:cubicBezTo>
                <a:cubicBezTo>
                  <a:pt x="275" y="366"/>
                  <a:pt x="217" y="365"/>
                  <a:pt x="159" y="365"/>
                </a:cubicBezTo>
                <a:cubicBezTo>
                  <a:pt x="146" y="365"/>
                  <a:pt x="133" y="365"/>
                  <a:pt x="112" y="365"/>
                </a:cubicBezTo>
                <a:close/>
                <a:moveTo>
                  <a:pt x="121" y="293"/>
                </a:moveTo>
                <a:cubicBezTo>
                  <a:pt x="198" y="293"/>
                  <a:pt x="275" y="299"/>
                  <a:pt x="352" y="289"/>
                </a:cubicBezTo>
                <a:cubicBezTo>
                  <a:pt x="355" y="289"/>
                  <a:pt x="358" y="289"/>
                  <a:pt x="360" y="288"/>
                </a:cubicBezTo>
                <a:cubicBezTo>
                  <a:pt x="392" y="279"/>
                  <a:pt x="413" y="260"/>
                  <a:pt x="422" y="227"/>
                </a:cubicBezTo>
                <a:cubicBezTo>
                  <a:pt x="437" y="174"/>
                  <a:pt x="411" y="123"/>
                  <a:pt x="356" y="104"/>
                </a:cubicBezTo>
                <a:cubicBezTo>
                  <a:pt x="234" y="63"/>
                  <a:pt x="116" y="135"/>
                  <a:pt x="121" y="293"/>
                </a:cubicBezTo>
                <a:close/>
              </a:path>
            </a:pathLst>
          </a:custGeom>
          <a:grpFill/>
          <a:ln>
            <a:noFill/>
          </a:ln>
        </p:spPr>
        <p:txBody>
          <a:bodyPr vert="horz" wrap="square" lIns="91440" tIns="45720" rIns="91440" bIns="45720" anchor="t"/>
          <a:lstStyle/>
          <a:p>
            <a:endParaRPr/>
          </a:p>
        </p:txBody>
      </p:sp>
      <p:sp>
        <p:nvSpPr>
          <p:cNvPr id="49" name="Freeform 21">
            <a:extLst>
              <a:ext uri="{FF2B5EF4-FFF2-40B4-BE49-F238E27FC236}">
                <a16:creationId xmlns:a16="http://schemas.microsoft.com/office/drawing/2014/main" id="{096C9BC3-C9E8-B3B4-0BCC-A9288949D902}"/>
              </a:ext>
            </a:extLst>
          </p:cNvPr>
          <p:cNvSpPr>
            <a:spLocks noGrp="1"/>
          </p:cNvSpPr>
          <p:nvPr/>
        </p:nvSpPr>
        <p:spPr>
          <a:xfrm>
            <a:off x="11301633" y="5463099"/>
            <a:ext cx="37193" cy="49791"/>
          </a:xfrm>
          <a:custGeom>
            <a:avLst/>
            <a:gdLst>
              <a:gd name="T0" fmla="*/ 394 w 492"/>
              <a:gd name="T1" fmla="*/ 0 h 660"/>
              <a:gd name="T2" fmla="*/ 455 w 492"/>
              <a:gd name="T3" fmla="*/ 0 h 660"/>
              <a:gd name="T4" fmla="*/ 492 w 492"/>
              <a:gd name="T5" fmla="*/ 0 h 660"/>
              <a:gd name="T6" fmla="*/ 492 w 492"/>
              <a:gd name="T7" fmla="*/ 631 h 660"/>
              <a:gd name="T8" fmla="*/ 402 w 492"/>
              <a:gd name="T9" fmla="*/ 631 h 660"/>
              <a:gd name="T10" fmla="*/ 392 w 492"/>
              <a:gd name="T11" fmla="*/ 563 h 660"/>
              <a:gd name="T12" fmla="*/ 374 w 492"/>
              <a:gd name="T13" fmla="*/ 577 h 660"/>
              <a:gd name="T14" fmla="*/ 121 w 492"/>
              <a:gd name="T15" fmla="*/ 635 h 660"/>
              <a:gd name="T16" fmla="*/ 1 w 492"/>
              <a:gd name="T17" fmla="*/ 471 h 660"/>
              <a:gd name="T18" fmla="*/ 1 w 492"/>
              <a:gd name="T19" fmla="*/ 283 h 660"/>
              <a:gd name="T20" fmla="*/ 1 w 492"/>
              <a:gd name="T21" fmla="*/ 43 h 660"/>
              <a:gd name="T22" fmla="*/ 2 w 492"/>
              <a:gd name="T23" fmla="*/ 2 h 660"/>
              <a:gd name="T24" fmla="*/ 99 w 492"/>
              <a:gd name="T25" fmla="*/ 2 h 660"/>
              <a:gd name="T26" fmla="*/ 101 w 492"/>
              <a:gd name="T27" fmla="*/ 43 h 660"/>
              <a:gd name="T28" fmla="*/ 101 w 492"/>
              <a:gd name="T29" fmla="*/ 419 h 660"/>
              <a:gd name="T30" fmla="*/ 294 w 492"/>
              <a:gd name="T31" fmla="*/ 552 h 660"/>
              <a:gd name="T32" fmla="*/ 394 w 492"/>
              <a:gd name="T33" fmla="*/ 405 h 660"/>
              <a:gd name="T34" fmla="*/ 394 w 492"/>
              <a:gd name="T35" fmla="*/ 49 h 660"/>
              <a:gd name="T36" fmla="*/ 394 w 492"/>
              <a:gd name="T37" fmla="*/ 0 h 660"/>
            </a:gdLst>
            <a:ahLst/>
            <a:cxnLst/>
            <a:rect l="0" t="0" r="r" b="b"/>
            <a:pathLst>
              <a:path w="492" h="660">
                <a:moveTo>
                  <a:pt x="394" y="0"/>
                </a:moveTo>
                <a:cubicBezTo>
                  <a:pt x="418" y="0"/>
                  <a:pt x="436" y="0"/>
                  <a:pt x="455" y="0"/>
                </a:cubicBezTo>
                <a:cubicBezTo>
                  <a:pt x="466" y="0"/>
                  <a:pt x="478" y="0"/>
                  <a:pt x="492" y="0"/>
                </a:cubicBezTo>
                <a:cubicBezTo>
                  <a:pt x="492" y="211"/>
                  <a:pt x="492" y="420"/>
                  <a:pt x="492" y="631"/>
                </a:cubicBezTo>
                <a:cubicBezTo>
                  <a:pt x="463" y="631"/>
                  <a:pt x="434" y="631"/>
                  <a:pt x="402" y="631"/>
                </a:cubicBezTo>
                <a:cubicBezTo>
                  <a:pt x="399" y="610"/>
                  <a:pt x="396" y="588"/>
                  <a:pt x="392" y="563"/>
                </a:cubicBezTo>
                <a:cubicBezTo>
                  <a:pt x="385" y="568"/>
                  <a:pt x="379" y="572"/>
                  <a:pt x="374" y="577"/>
                </a:cubicBezTo>
                <a:cubicBezTo>
                  <a:pt x="301" y="647"/>
                  <a:pt x="214" y="660"/>
                  <a:pt x="121" y="635"/>
                </a:cubicBezTo>
                <a:cubicBezTo>
                  <a:pt x="49" y="616"/>
                  <a:pt x="4" y="552"/>
                  <a:pt x="1" y="471"/>
                </a:cubicBezTo>
                <a:cubicBezTo>
                  <a:pt x="0" y="408"/>
                  <a:pt x="1" y="345"/>
                  <a:pt x="1" y="283"/>
                </a:cubicBezTo>
                <a:cubicBezTo>
                  <a:pt x="1" y="203"/>
                  <a:pt x="1" y="123"/>
                  <a:pt x="1" y="43"/>
                </a:cubicBezTo>
                <a:cubicBezTo>
                  <a:pt x="1" y="30"/>
                  <a:pt x="2" y="17"/>
                  <a:pt x="2" y="2"/>
                </a:cubicBezTo>
                <a:cubicBezTo>
                  <a:pt x="35" y="2"/>
                  <a:pt x="64" y="2"/>
                  <a:pt x="99" y="2"/>
                </a:cubicBezTo>
                <a:cubicBezTo>
                  <a:pt x="100" y="15"/>
                  <a:pt x="101" y="29"/>
                  <a:pt x="101" y="43"/>
                </a:cubicBezTo>
                <a:cubicBezTo>
                  <a:pt x="101" y="169"/>
                  <a:pt x="101" y="294"/>
                  <a:pt x="101" y="419"/>
                </a:cubicBezTo>
                <a:cubicBezTo>
                  <a:pt x="101" y="536"/>
                  <a:pt x="185" y="594"/>
                  <a:pt x="294" y="552"/>
                </a:cubicBezTo>
                <a:cubicBezTo>
                  <a:pt x="360" y="527"/>
                  <a:pt x="394" y="477"/>
                  <a:pt x="394" y="405"/>
                </a:cubicBezTo>
                <a:cubicBezTo>
                  <a:pt x="395" y="286"/>
                  <a:pt x="394" y="168"/>
                  <a:pt x="394" y="49"/>
                </a:cubicBezTo>
                <a:cubicBezTo>
                  <a:pt x="394" y="35"/>
                  <a:pt x="394" y="20"/>
                  <a:pt x="394" y="0"/>
                </a:cubicBezTo>
                <a:close/>
              </a:path>
            </a:pathLst>
          </a:custGeom>
          <a:grpFill/>
          <a:ln>
            <a:noFill/>
          </a:ln>
        </p:spPr>
        <p:txBody>
          <a:bodyPr vert="horz" wrap="square" lIns="91440" tIns="45720" rIns="91440" bIns="45720" anchor="t"/>
          <a:lstStyle/>
          <a:p>
            <a:endParaRPr/>
          </a:p>
        </p:txBody>
      </p:sp>
      <p:sp>
        <p:nvSpPr>
          <p:cNvPr id="50" name="Freeform 22">
            <a:extLst>
              <a:ext uri="{FF2B5EF4-FFF2-40B4-BE49-F238E27FC236}">
                <a16:creationId xmlns:a16="http://schemas.microsoft.com/office/drawing/2014/main" id="{BE617D63-939D-5633-923C-57A4E40AB64A}"/>
              </a:ext>
            </a:extLst>
          </p:cNvPr>
          <p:cNvSpPr>
            <a:spLocks noGrp="1"/>
          </p:cNvSpPr>
          <p:nvPr/>
        </p:nvSpPr>
        <p:spPr>
          <a:xfrm>
            <a:off x="11014285" y="5463699"/>
            <a:ext cx="37193" cy="49791"/>
          </a:xfrm>
          <a:custGeom>
            <a:avLst/>
            <a:gdLst>
              <a:gd name="T0" fmla="*/ 491 w 491"/>
              <a:gd name="T1" fmla="*/ 630 h 659"/>
              <a:gd name="T2" fmla="*/ 400 w 491"/>
              <a:gd name="T3" fmla="*/ 630 h 659"/>
              <a:gd name="T4" fmla="*/ 392 w 491"/>
              <a:gd name="T5" fmla="*/ 559 h 659"/>
              <a:gd name="T6" fmla="*/ 369 w 491"/>
              <a:gd name="T7" fmla="*/ 579 h 659"/>
              <a:gd name="T8" fmla="*/ 115 w 491"/>
              <a:gd name="T9" fmla="*/ 631 h 659"/>
              <a:gd name="T10" fmla="*/ 2 w 491"/>
              <a:gd name="T11" fmla="*/ 486 h 659"/>
              <a:gd name="T12" fmla="*/ 0 w 491"/>
              <a:gd name="T13" fmla="*/ 454 h 659"/>
              <a:gd name="T14" fmla="*/ 0 w 491"/>
              <a:gd name="T15" fmla="*/ 27 h 659"/>
              <a:gd name="T16" fmla="*/ 2 w 491"/>
              <a:gd name="T17" fmla="*/ 0 h 659"/>
              <a:gd name="T18" fmla="*/ 100 w 491"/>
              <a:gd name="T19" fmla="*/ 0 h 659"/>
              <a:gd name="T20" fmla="*/ 100 w 491"/>
              <a:gd name="T21" fmla="*/ 48 h 659"/>
              <a:gd name="T22" fmla="*/ 100 w 491"/>
              <a:gd name="T23" fmla="*/ 436 h 659"/>
              <a:gd name="T24" fmla="*/ 177 w 491"/>
              <a:gd name="T25" fmla="*/ 553 h 659"/>
              <a:gd name="T26" fmla="*/ 394 w 491"/>
              <a:gd name="T27" fmla="*/ 399 h 659"/>
              <a:gd name="T28" fmla="*/ 394 w 491"/>
              <a:gd name="T29" fmla="*/ 48 h 659"/>
              <a:gd name="T30" fmla="*/ 394 w 491"/>
              <a:gd name="T31" fmla="*/ 1 h 659"/>
              <a:gd name="T32" fmla="*/ 491 w 491"/>
              <a:gd name="T33" fmla="*/ 1 h 659"/>
              <a:gd name="T34" fmla="*/ 491 w 491"/>
              <a:gd name="T35" fmla="*/ 630 h 659"/>
            </a:gdLst>
            <a:ahLst/>
            <a:cxnLst/>
            <a:rect l="0" t="0" r="r" b="b"/>
            <a:pathLst>
              <a:path w="491" h="659">
                <a:moveTo>
                  <a:pt x="491" y="630"/>
                </a:moveTo>
                <a:cubicBezTo>
                  <a:pt x="460" y="630"/>
                  <a:pt x="432" y="630"/>
                  <a:pt x="400" y="630"/>
                </a:cubicBezTo>
                <a:cubicBezTo>
                  <a:pt x="398" y="607"/>
                  <a:pt x="395" y="585"/>
                  <a:pt x="392" y="559"/>
                </a:cubicBezTo>
                <a:cubicBezTo>
                  <a:pt x="382" y="568"/>
                  <a:pt x="375" y="573"/>
                  <a:pt x="369" y="579"/>
                </a:cubicBezTo>
                <a:cubicBezTo>
                  <a:pt x="294" y="647"/>
                  <a:pt x="207" y="659"/>
                  <a:pt x="115" y="631"/>
                </a:cubicBezTo>
                <a:cubicBezTo>
                  <a:pt x="46" y="610"/>
                  <a:pt x="12" y="557"/>
                  <a:pt x="2" y="486"/>
                </a:cubicBezTo>
                <a:cubicBezTo>
                  <a:pt x="0" y="476"/>
                  <a:pt x="0" y="465"/>
                  <a:pt x="0" y="454"/>
                </a:cubicBezTo>
                <a:cubicBezTo>
                  <a:pt x="0" y="312"/>
                  <a:pt x="0" y="169"/>
                  <a:pt x="0" y="27"/>
                </a:cubicBezTo>
                <a:cubicBezTo>
                  <a:pt x="0" y="19"/>
                  <a:pt x="1" y="11"/>
                  <a:pt x="2" y="0"/>
                </a:cubicBezTo>
                <a:cubicBezTo>
                  <a:pt x="34" y="0"/>
                  <a:pt x="64" y="0"/>
                  <a:pt x="100" y="0"/>
                </a:cubicBezTo>
                <a:cubicBezTo>
                  <a:pt x="100" y="17"/>
                  <a:pt x="100" y="33"/>
                  <a:pt x="100" y="48"/>
                </a:cubicBezTo>
                <a:cubicBezTo>
                  <a:pt x="100" y="178"/>
                  <a:pt x="100" y="307"/>
                  <a:pt x="100" y="436"/>
                </a:cubicBezTo>
                <a:cubicBezTo>
                  <a:pt x="101" y="499"/>
                  <a:pt x="125" y="535"/>
                  <a:pt x="177" y="553"/>
                </a:cubicBezTo>
                <a:cubicBezTo>
                  <a:pt x="274" y="586"/>
                  <a:pt x="398" y="523"/>
                  <a:pt x="394" y="399"/>
                </a:cubicBezTo>
                <a:cubicBezTo>
                  <a:pt x="391" y="282"/>
                  <a:pt x="394" y="165"/>
                  <a:pt x="394" y="48"/>
                </a:cubicBezTo>
                <a:cubicBezTo>
                  <a:pt x="394" y="33"/>
                  <a:pt x="394" y="18"/>
                  <a:pt x="394" y="1"/>
                </a:cubicBezTo>
                <a:cubicBezTo>
                  <a:pt x="427" y="1"/>
                  <a:pt x="457" y="1"/>
                  <a:pt x="491" y="1"/>
                </a:cubicBezTo>
                <a:cubicBezTo>
                  <a:pt x="491" y="210"/>
                  <a:pt x="491" y="419"/>
                  <a:pt x="491" y="630"/>
                </a:cubicBezTo>
                <a:close/>
              </a:path>
            </a:pathLst>
          </a:custGeom>
          <a:grpFill/>
          <a:ln>
            <a:noFill/>
          </a:ln>
        </p:spPr>
        <p:txBody>
          <a:bodyPr vert="horz" wrap="square" lIns="91440" tIns="45720" rIns="91440" bIns="45720" anchor="t"/>
          <a:lstStyle/>
          <a:p>
            <a:endParaRPr/>
          </a:p>
        </p:txBody>
      </p:sp>
      <p:sp>
        <p:nvSpPr>
          <p:cNvPr id="51" name="Freeform 23">
            <a:extLst>
              <a:ext uri="{FF2B5EF4-FFF2-40B4-BE49-F238E27FC236}">
                <a16:creationId xmlns:a16="http://schemas.microsoft.com/office/drawing/2014/main" id="{4D9B0974-E0E7-A1EC-181C-203A1A6168CA}"/>
              </a:ext>
            </a:extLst>
          </p:cNvPr>
          <p:cNvSpPr>
            <a:spLocks noGrp="1"/>
          </p:cNvSpPr>
          <p:nvPr/>
        </p:nvSpPr>
        <p:spPr>
          <a:xfrm>
            <a:off x="11416213" y="5461899"/>
            <a:ext cx="34793" cy="68987"/>
          </a:xfrm>
          <a:custGeom>
            <a:avLst/>
            <a:gdLst>
              <a:gd name="T0" fmla="*/ 297 w 466"/>
              <a:gd name="T1" fmla="*/ 665 h 909"/>
              <a:gd name="T2" fmla="*/ 297 w 466"/>
              <a:gd name="T3" fmla="*/ 712 h 909"/>
              <a:gd name="T4" fmla="*/ 345 w 466"/>
              <a:gd name="T5" fmla="*/ 730 h 909"/>
              <a:gd name="T6" fmla="*/ 397 w 466"/>
              <a:gd name="T7" fmla="*/ 811 h 909"/>
              <a:gd name="T8" fmla="*/ 338 w 466"/>
              <a:gd name="T9" fmla="*/ 892 h 909"/>
              <a:gd name="T10" fmla="*/ 192 w 466"/>
              <a:gd name="T11" fmla="*/ 892 h 909"/>
              <a:gd name="T12" fmla="*/ 192 w 466"/>
              <a:gd name="T13" fmla="*/ 857 h 909"/>
              <a:gd name="T14" fmla="*/ 203 w 466"/>
              <a:gd name="T15" fmla="*/ 852 h 909"/>
              <a:gd name="T16" fmla="*/ 278 w 466"/>
              <a:gd name="T17" fmla="*/ 849 h 909"/>
              <a:gd name="T18" fmla="*/ 319 w 466"/>
              <a:gd name="T19" fmla="*/ 813 h 909"/>
              <a:gd name="T20" fmla="*/ 291 w 466"/>
              <a:gd name="T21" fmla="*/ 765 h 909"/>
              <a:gd name="T22" fmla="*/ 241 w 466"/>
              <a:gd name="T23" fmla="*/ 747 h 909"/>
              <a:gd name="T24" fmla="*/ 241 w 466"/>
              <a:gd name="T25" fmla="*/ 703 h 909"/>
              <a:gd name="T26" fmla="*/ 241 w 466"/>
              <a:gd name="T27" fmla="*/ 664 h 909"/>
              <a:gd name="T28" fmla="*/ 211 w 466"/>
              <a:gd name="T29" fmla="*/ 655 h 909"/>
              <a:gd name="T30" fmla="*/ 27 w 466"/>
              <a:gd name="T31" fmla="*/ 481 h 909"/>
              <a:gd name="T32" fmla="*/ 27 w 466"/>
              <a:gd name="T33" fmla="*/ 185 h 909"/>
              <a:gd name="T34" fmla="*/ 246 w 466"/>
              <a:gd name="T35" fmla="*/ 6 h 909"/>
              <a:gd name="T36" fmla="*/ 466 w 466"/>
              <a:gd name="T37" fmla="*/ 27 h 909"/>
              <a:gd name="T38" fmla="*/ 466 w 466"/>
              <a:gd name="T39" fmla="*/ 90 h 909"/>
              <a:gd name="T40" fmla="*/ 432 w 466"/>
              <a:gd name="T41" fmla="*/ 93 h 909"/>
              <a:gd name="T42" fmla="*/ 274 w 466"/>
              <a:gd name="T43" fmla="*/ 93 h 909"/>
              <a:gd name="T44" fmla="*/ 132 w 466"/>
              <a:gd name="T45" fmla="*/ 197 h 909"/>
              <a:gd name="T46" fmla="*/ 133 w 466"/>
              <a:gd name="T47" fmla="*/ 469 h 909"/>
              <a:gd name="T48" fmla="*/ 275 w 466"/>
              <a:gd name="T49" fmla="*/ 574 h 909"/>
              <a:gd name="T50" fmla="*/ 425 w 466"/>
              <a:gd name="T51" fmla="*/ 574 h 909"/>
              <a:gd name="T52" fmla="*/ 466 w 466"/>
              <a:gd name="T53" fmla="*/ 574 h 909"/>
              <a:gd name="T54" fmla="*/ 466 w 466"/>
              <a:gd name="T55" fmla="*/ 640 h 909"/>
              <a:gd name="T56" fmla="*/ 382 w 466"/>
              <a:gd name="T57" fmla="*/ 654 h 909"/>
              <a:gd name="T58" fmla="*/ 297 w 466"/>
              <a:gd name="T59" fmla="*/ 665 h 909"/>
            </a:gdLst>
            <a:ahLst/>
            <a:cxnLst/>
            <a:rect l="0" t="0" r="r" b="b"/>
            <a:pathLst>
              <a:path w="466" h="909">
                <a:moveTo>
                  <a:pt x="297" y="665"/>
                </a:moveTo>
                <a:cubicBezTo>
                  <a:pt x="297" y="682"/>
                  <a:pt x="297" y="696"/>
                  <a:pt x="297" y="712"/>
                </a:cubicBezTo>
                <a:cubicBezTo>
                  <a:pt x="314" y="718"/>
                  <a:pt x="330" y="722"/>
                  <a:pt x="345" y="730"/>
                </a:cubicBezTo>
                <a:cubicBezTo>
                  <a:pt x="378" y="746"/>
                  <a:pt x="400" y="772"/>
                  <a:pt x="397" y="811"/>
                </a:cubicBezTo>
                <a:cubicBezTo>
                  <a:pt x="395" y="851"/>
                  <a:pt x="375" y="879"/>
                  <a:pt x="338" y="892"/>
                </a:cubicBezTo>
                <a:cubicBezTo>
                  <a:pt x="290" y="909"/>
                  <a:pt x="242" y="905"/>
                  <a:pt x="192" y="892"/>
                </a:cubicBezTo>
                <a:cubicBezTo>
                  <a:pt x="192" y="880"/>
                  <a:pt x="192" y="868"/>
                  <a:pt x="192" y="857"/>
                </a:cubicBezTo>
                <a:cubicBezTo>
                  <a:pt x="196" y="855"/>
                  <a:pt x="200" y="852"/>
                  <a:pt x="203" y="852"/>
                </a:cubicBezTo>
                <a:cubicBezTo>
                  <a:pt x="228" y="851"/>
                  <a:pt x="253" y="851"/>
                  <a:pt x="278" y="849"/>
                </a:cubicBezTo>
                <a:cubicBezTo>
                  <a:pt x="304" y="846"/>
                  <a:pt x="317" y="834"/>
                  <a:pt x="319" y="813"/>
                </a:cubicBezTo>
                <a:cubicBezTo>
                  <a:pt x="321" y="794"/>
                  <a:pt x="311" y="775"/>
                  <a:pt x="291" y="765"/>
                </a:cubicBezTo>
                <a:cubicBezTo>
                  <a:pt x="276" y="758"/>
                  <a:pt x="259" y="753"/>
                  <a:pt x="241" y="747"/>
                </a:cubicBezTo>
                <a:cubicBezTo>
                  <a:pt x="241" y="732"/>
                  <a:pt x="241" y="718"/>
                  <a:pt x="241" y="703"/>
                </a:cubicBezTo>
                <a:cubicBezTo>
                  <a:pt x="241" y="690"/>
                  <a:pt x="241" y="677"/>
                  <a:pt x="241" y="664"/>
                </a:cubicBezTo>
                <a:cubicBezTo>
                  <a:pt x="229" y="660"/>
                  <a:pt x="220" y="657"/>
                  <a:pt x="211" y="655"/>
                </a:cubicBezTo>
                <a:cubicBezTo>
                  <a:pt x="112" y="638"/>
                  <a:pt x="53" y="577"/>
                  <a:pt x="27" y="481"/>
                </a:cubicBezTo>
                <a:cubicBezTo>
                  <a:pt x="1" y="383"/>
                  <a:pt x="0" y="284"/>
                  <a:pt x="27" y="185"/>
                </a:cubicBezTo>
                <a:cubicBezTo>
                  <a:pt x="58" y="73"/>
                  <a:pt x="131" y="14"/>
                  <a:pt x="246" y="6"/>
                </a:cubicBezTo>
                <a:cubicBezTo>
                  <a:pt x="320" y="0"/>
                  <a:pt x="392" y="9"/>
                  <a:pt x="466" y="27"/>
                </a:cubicBezTo>
                <a:cubicBezTo>
                  <a:pt x="466" y="48"/>
                  <a:pt x="466" y="67"/>
                  <a:pt x="466" y="90"/>
                </a:cubicBezTo>
                <a:cubicBezTo>
                  <a:pt x="455" y="91"/>
                  <a:pt x="443" y="93"/>
                  <a:pt x="432" y="93"/>
                </a:cubicBezTo>
                <a:cubicBezTo>
                  <a:pt x="379" y="93"/>
                  <a:pt x="327" y="92"/>
                  <a:pt x="274" y="93"/>
                </a:cubicBezTo>
                <a:cubicBezTo>
                  <a:pt x="202" y="94"/>
                  <a:pt x="153" y="128"/>
                  <a:pt x="132" y="197"/>
                </a:cubicBezTo>
                <a:cubicBezTo>
                  <a:pt x="105" y="287"/>
                  <a:pt x="105" y="379"/>
                  <a:pt x="133" y="469"/>
                </a:cubicBezTo>
                <a:cubicBezTo>
                  <a:pt x="153" y="537"/>
                  <a:pt x="203" y="572"/>
                  <a:pt x="275" y="574"/>
                </a:cubicBezTo>
                <a:cubicBezTo>
                  <a:pt x="325" y="575"/>
                  <a:pt x="375" y="574"/>
                  <a:pt x="425" y="574"/>
                </a:cubicBezTo>
                <a:cubicBezTo>
                  <a:pt x="438" y="574"/>
                  <a:pt x="450" y="574"/>
                  <a:pt x="466" y="574"/>
                </a:cubicBezTo>
                <a:cubicBezTo>
                  <a:pt x="466" y="597"/>
                  <a:pt x="466" y="616"/>
                  <a:pt x="466" y="640"/>
                </a:cubicBezTo>
                <a:cubicBezTo>
                  <a:pt x="438" y="645"/>
                  <a:pt x="410" y="650"/>
                  <a:pt x="382" y="654"/>
                </a:cubicBezTo>
                <a:cubicBezTo>
                  <a:pt x="355" y="658"/>
                  <a:pt x="328" y="661"/>
                  <a:pt x="297" y="665"/>
                </a:cubicBezTo>
                <a:close/>
              </a:path>
            </a:pathLst>
          </a:custGeom>
          <a:grpFill/>
          <a:ln>
            <a:noFill/>
          </a:ln>
        </p:spPr>
        <p:txBody>
          <a:bodyPr vert="horz" wrap="square" lIns="91440" tIns="45720" rIns="91440" bIns="45720" anchor="t"/>
          <a:lstStyle/>
          <a:p>
            <a:endParaRPr/>
          </a:p>
        </p:txBody>
      </p:sp>
      <p:sp>
        <p:nvSpPr>
          <p:cNvPr id="52" name="Freeform 24">
            <a:extLst>
              <a:ext uri="{FF2B5EF4-FFF2-40B4-BE49-F238E27FC236}">
                <a16:creationId xmlns:a16="http://schemas.microsoft.com/office/drawing/2014/main" id="{9F37CDC6-82BB-D6D8-D473-95A82069552F}"/>
              </a:ext>
            </a:extLst>
          </p:cNvPr>
          <p:cNvSpPr>
            <a:spLocks noGrp="1"/>
          </p:cNvSpPr>
          <p:nvPr/>
        </p:nvSpPr>
        <p:spPr>
          <a:xfrm>
            <a:off x="11058077" y="5449901"/>
            <a:ext cx="28195" cy="62988"/>
          </a:xfrm>
          <a:custGeom>
            <a:avLst/>
            <a:gdLst>
              <a:gd name="T0" fmla="*/ 370 w 370"/>
              <a:gd name="T1" fmla="*/ 734 h 833"/>
              <a:gd name="T2" fmla="*/ 370 w 370"/>
              <a:gd name="T3" fmla="*/ 798 h 833"/>
              <a:gd name="T4" fmla="*/ 175 w 370"/>
              <a:gd name="T5" fmla="*/ 810 h 833"/>
              <a:gd name="T6" fmla="*/ 103 w 370"/>
              <a:gd name="T7" fmla="*/ 718 h 833"/>
              <a:gd name="T8" fmla="*/ 99 w 370"/>
              <a:gd name="T9" fmla="*/ 650 h 833"/>
              <a:gd name="T10" fmla="*/ 99 w 370"/>
              <a:gd name="T11" fmla="*/ 307 h 833"/>
              <a:gd name="T12" fmla="*/ 99 w 370"/>
              <a:gd name="T13" fmla="*/ 259 h 833"/>
              <a:gd name="T14" fmla="*/ 0 w 370"/>
              <a:gd name="T15" fmla="*/ 259 h 833"/>
              <a:gd name="T16" fmla="*/ 0 w 370"/>
              <a:gd name="T17" fmla="*/ 196 h 833"/>
              <a:gd name="T18" fmla="*/ 98 w 370"/>
              <a:gd name="T19" fmla="*/ 174 h 833"/>
              <a:gd name="T20" fmla="*/ 140 w 370"/>
              <a:gd name="T21" fmla="*/ 0 h 833"/>
              <a:gd name="T22" fmla="*/ 197 w 370"/>
              <a:gd name="T23" fmla="*/ 0 h 833"/>
              <a:gd name="T24" fmla="*/ 197 w 370"/>
              <a:gd name="T25" fmla="*/ 174 h 833"/>
              <a:gd name="T26" fmla="*/ 368 w 370"/>
              <a:gd name="T27" fmla="*/ 174 h 833"/>
              <a:gd name="T28" fmla="*/ 368 w 370"/>
              <a:gd name="T29" fmla="*/ 254 h 833"/>
              <a:gd name="T30" fmla="*/ 201 w 370"/>
              <a:gd name="T31" fmla="*/ 258 h 833"/>
              <a:gd name="T32" fmla="*/ 199 w 370"/>
              <a:gd name="T33" fmla="*/ 296 h 833"/>
              <a:gd name="T34" fmla="*/ 199 w 370"/>
              <a:gd name="T35" fmla="*/ 652 h 833"/>
              <a:gd name="T36" fmla="*/ 199 w 370"/>
              <a:gd name="T37" fmla="*/ 668 h 833"/>
              <a:gd name="T38" fmla="*/ 264 w 370"/>
              <a:gd name="T39" fmla="*/ 734 h 833"/>
              <a:gd name="T40" fmla="*/ 370 w 370"/>
              <a:gd name="T41" fmla="*/ 734 h 833"/>
            </a:gdLst>
            <a:ahLst/>
            <a:cxnLst/>
            <a:rect l="0" t="0" r="r" b="b"/>
            <a:pathLst>
              <a:path w="370" h="833">
                <a:moveTo>
                  <a:pt x="370" y="734"/>
                </a:moveTo>
                <a:cubicBezTo>
                  <a:pt x="370" y="758"/>
                  <a:pt x="370" y="776"/>
                  <a:pt x="370" y="798"/>
                </a:cubicBezTo>
                <a:cubicBezTo>
                  <a:pt x="306" y="823"/>
                  <a:pt x="241" y="833"/>
                  <a:pt x="175" y="810"/>
                </a:cubicBezTo>
                <a:cubicBezTo>
                  <a:pt x="133" y="795"/>
                  <a:pt x="109" y="762"/>
                  <a:pt x="103" y="718"/>
                </a:cubicBezTo>
                <a:cubicBezTo>
                  <a:pt x="100" y="696"/>
                  <a:pt x="99" y="673"/>
                  <a:pt x="99" y="650"/>
                </a:cubicBezTo>
                <a:cubicBezTo>
                  <a:pt x="98" y="536"/>
                  <a:pt x="99" y="421"/>
                  <a:pt x="99" y="307"/>
                </a:cubicBezTo>
                <a:cubicBezTo>
                  <a:pt x="99" y="292"/>
                  <a:pt x="99" y="278"/>
                  <a:pt x="99" y="259"/>
                </a:cubicBezTo>
                <a:cubicBezTo>
                  <a:pt x="65" y="259"/>
                  <a:pt x="34" y="259"/>
                  <a:pt x="0" y="259"/>
                </a:cubicBezTo>
                <a:cubicBezTo>
                  <a:pt x="0" y="235"/>
                  <a:pt x="0" y="216"/>
                  <a:pt x="0" y="196"/>
                </a:cubicBezTo>
                <a:cubicBezTo>
                  <a:pt x="33" y="188"/>
                  <a:pt x="66" y="181"/>
                  <a:pt x="98" y="174"/>
                </a:cubicBezTo>
                <a:cubicBezTo>
                  <a:pt x="113" y="115"/>
                  <a:pt x="126" y="58"/>
                  <a:pt x="140" y="0"/>
                </a:cubicBezTo>
                <a:cubicBezTo>
                  <a:pt x="159" y="0"/>
                  <a:pt x="176" y="0"/>
                  <a:pt x="197" y="0"/>
                </a:cubicBezTo>
                <a:cubicBezTo>
                  <a:pt x="197" y="57"/>
                  <a:pt x="197" y="113"/>
                  <a:pt x="197" y="174"/>
                </a:cubicBezTo>
                <a:cubicBezTo>
                  <a:pt x="256" y="174"/>
                  <a:pt x="311" y="174"/>
                  <a:pt x="368" y="174"/>
                </a:cubicBezTo>
                <a:cubicBezTo>
                  <a:pt x="368" y="202"/>
                  <a:pt x="368" y="225"/>
                  <a:pt x="368" y="254"/>
                </a:cubicBezTo>
                <a:cubicBezTo>
                  <a:pt x="315" y="260"/>
                  <a:pt x="259" y="253"/>
                  <a:pt x="201" y="258"/>
                </a:cubicBezTo>
                <a:cubicBezTo>
                  <a:pt x="200" y="273"/>
                  <a:pt x="199" y="284"/>
                  <a:pt x="199" y="296"/>
                </a:cubicBezTo>
                <a:cubicBezTo>
                  <a:pt x="198" y="415"/>
                  <a:pt x="198" y="533"/>
                  <a:pt x="199" y="652"/>
                </a:cubicBezTo>
                <a:cubicBezTo>
                  <a:pt x="199" y="657"/>
                  <a:pt x="198" y="662"/>
                  <a:pt x="199" y="668"/>
                </a:cubicBezTo>
                <a:cubicBezTo>
                  <a:pt x="201" y="715"/>
                  <a:pt x="217" y="732"/>
                  <a:pt x="264" y="734"/>
                </a:cubicBezTo>
                <a:cubicBezTo>
                  <a:pt x="298" y="735"/>
                  <a:pt x="332" y="734"/>
                  <a:pt x="370" y="734"/>
                </a:cubicBezTo>
                <a:close/>
              </a:path>
            </a:pathLst>
          </a:custGeom>
          <a:grpFill/>
          <a:ln>
            <a:noFill/>
          </a:ln>
        </p:spPr>
        <p:txBody>
          <a:bodyPr vert="horz" wrap="square" lIns="91440" tIns="45720" rIns="91440" bIns="45720" anchor="t"/>
          <a:lstStyle/>
          <a:p>
            <a:endParaRPr/>
          </a:p>
        </p:txBody>
      </p:sp>
      <p:sp>
        <p:nvSpPr>
          <p:cNvPr id="53" name="Freeform 25">
            <a:extLst>
              <a:ext uri="{FF2B5EF4-FFF2-40B4-BE49-F238E27FC236}">
                <a16:creationId xmlns:a16="http://schemas.microsoft.com/office/drawing/2014/main" id="{73A00603-62AE-7572-3636-58968FDB6BB7}"/>
              </a:ext>
            </a:extLst>
          </p:cNvPr>
          <p:cNvSpPr>
            <a:spLocks noGrp="1"/>
          </p:cNvSpPr>
          <p:nvPr/>
        </p:nvSpPr>
        <p:spPr>
          <a:xfrm>
            <a:off x="11350225" y="5444503"/>
            <a:ext cx="14397" cy="67787"/>
          </a:xfrm>
          <a:custGeom>
            <a:avLst/>
            <a:gdLst>
              <a:gd name="T0" fmla="*/ 2 w 193"/>
              <a:gd name="T1" fmla="*/ 0 h 901"/>
              <a:gd name="T2" fmla="*/ 99 w 193"/>
              <a:gd name="T3" fmla="*/ 0 h 901"/>
              <a:gd name="T4" fmla="*/ 99 w 193"/>
              <a:gd name="T5" fmla="*/ 50 h 901"/>
              <a:gd name="T6" fmla="*/ 99 w 193"/>
              <a:gd name="T7" fmla="*/ 721 h 901"/>
              <a:gd name="T8" fmla="*/ 181 w 193"/>
              <a:gd name="T9" fmla="*/ 811 h 901"/>
              <a:gd name="T10" fmla="*/ 191 w 193"/>
              <a:gd name="T11" fmla="*/ 814 h 901"/>
              <a:gd name="T12" fmla="*/ 193 w 193"/>
              <a:gd name="T13" fmla="*/ 851 h 901"/>
              <a:gd name="T14" fmla="*/ 193 w 193"/>
              <a:gd name="T15" fmla="*/ 888 h 901"/>
              <a:gd name="T16" fmla="*/ 63 w 193"/>
              <a:gd name="T17" fmla="*/ 883 h 901"/>
              <a:gd name="T18" fmla="*/ 4 w 193"/>
              <a:gd name="T19" fmla="*/ 806 h 901"/>
              <a:gd name="T20" fmla="*/ 0 w 193"/>
              <a:gd name="T21" fmla="*/ 742 h 901"/>
              <a:gd name="T22" fmla="*/ 0 w 193"/>
              <a:gd name="T23" fmla="*/ 39 h 901"/>
              <a:gd name="T24" fmla="*/ 2 w 193"/>
              <a:gd name="T25" fmla="*/ 0 h 901"/>
            </a:gdLst>
            <a:ahLst/>
            <a:cxnLst/>
            <a:rect l="0" t="0" r="r" b="b"/>
            <a:pathLst>
              <a:path w="193" h="901">
                <a:moveTo>
                  <a:pt x="2" y="0"/>
                </a:moveTo>
                <a:cubicBezTo>
                  <a:pt x="36" y="0"/>
                  <a:pt x="66" y="0"/>
                  <a:pt x="99" y="0"/>
                </a:cubicBezTo>
                <a:cubicBezTo>
                  <a:pt x="99" y="18"/>
                  <a:pt x="99" y="34"/>
                  <a:pt x="99" y="50"/>
                </a:cubicBezTo>
                <a:cubicBezTo>
                  <a:pt x="99" y="273"/>
                  <a:pt x="99" y="497"/>
                  <a:pt x="99" y="721"/>
                </a:cubicBezTo>
                <a:cubicBezTo>
                  <a:pt x="99" y="798"/>
                  <a:pt x="105" y="803"/>
                  <a:pt x="181" y="811"/>
                </a:cubicBezTo>
                <a:cubicBezTo>
                  <a:pt x="183" y="811"/>
                  <a:pt x="185" y="812"/>
                  <a:pt x="191" y="814"/>
                </a:cubicBezTo>
                <a:cubicBezTo>
                  <a:pt x="192" y="826"/>
                  <a:pt x="193" y="838"/>
                  <a:pt x="193" y="851"/>
                </a:cubicBezTo>
                <a:cubicBezTo>
                  <a:pt x="193" y="863"/>
                  <a:pt x="193" y="875"/>
                  <a:pt x="193" y="888"/>
                </a:cubicBezTo>
                <a:cubicBezTo>
                  <a:pt x="147" y="901"/>
                  <a:pt x="105" y="895"/>
                  <a:pt x="63" y="883"/>
                </a:cubicBezTo>
                <a:cubicBezTo>
                  <a:pt x="26" y="872"/>
                  <a:pt x="9" y="842"/>
                  <a:pt x="4" y="806"/>
                </a:cubicBezTo>
                <a:cubicBezTo>
                  <a:pt x="1" y="785"/>
                  <a:pt x="0" y="763"/>
                  <a:pt x="0" y="742"/>
                </a:cubicBezTo>
                <a:cubicBezTo>
                  <a:pt x="0" y="508"/>
                  <a:pt x="0" y="273"/>
                  <a:pt x="0" y="39"/>
                </a:cubicBezTo>
                <a:cubicBezTo>
                  <a:pt x="0" y="27"/>
                  <a:pt x="1" y="15"/>
                  <a:pt x="2" y="0"/>
                </a:cubicBezTo>
                <a:close/>
              </a:path>
            </a:pathLst>
          </a:custGeom>
          <a:grpFill/>
          <a:ln>
            <a:noFill/>
          </a:ln>
        </p:spPr>
        <p:txBody>
          <a:bodyPr vert="horz" wrap="square" lIns="91440" tIns="45720" rIns="91440" bIns="45720" anchor="t"/>
          <a:lstStyle/>
          <a:p>
            <a:endParaRPr/>
          </a:p>
        </p:txBody>
      </p:sp>
      <p:sp>
        <p:nvSpPr>
          <p:cNvPr id="54" name="Freeform 26">
            <a:extLst>
              <a:ext uri="{FF2B5EF4-FFF2-40B4-BE49-F238E27FC236}">
                <a16:creationId xmlns:a16="http://schemas.microsoft.com/office/drawing/2014/main" id="{53927C57-9FA6-12C0-37B6-61FC194F47FD}"/>
              </a:ext>
            </a:extLst>
          </p:cNvPr>
          <p:cNvSpPr>
            <a:spLocks noGrp="1"/>
          </p:cNvSpPr>
          <p:nvPr/>
        </p:nvSpPr>
        <p:spPr>
          <a:xfrm>
            <a:off x="11143862" y="5462499"/>
            <a:ext cx="22795" cy="48591"/>
          </a:xfrm>
          <a:custGeom>
            <a:avLst/>
            <a:gdLst>
              <a:gd name="T0" fmla="*/ 0 w 302"/>
              <a:gd name="T1" fmla="*/ 16 h 645"/>
              <a:gd name="T2" fmla="*/ 91 w 302"/>
              <a:gd name="T3" fmla="*/ 16 h 645"/>
              <a:gd name="T4" fmla="*/ 100 w 302"/>
              <a:gd name="T5" fmla="*/ 110 h 645"/>
              <a:gd name="T6" fmla="*/ 154 w 302"/>
              <a:gd name="T7" fmla="*/ 54 h 645"/>
              <a:gd name="T8" fmla="*/ 223 w 302"/>
              <a:gd name="T9" fmla="*/ 16 h 645"/>
              <a:gd name="T10" fmla="*/ 302 w 302"/>
              <a:gd name="T11" fmla="*/ 0 h 645"/>
              <a:gd name="T12" fmla="*/ 302 w 302"/>
              <a:gd name="T13" fmla="*/ 103 h 645"/>
              <a:gd name="T14" fmla="*/ 251 w 302"/>
              <a:gd name="T15" fmla="*/ 107 h 645"/>
              <a:gd name="T16" fmla="*/ 99 w 302"/>
              <a:gd name="T17" fmla="*/ 273 h 645"/>
              <a:gd name="T18" fmla="*/ 98 w 302"/>
              <a:gd name="T19" fmla="*/ 601 h 645"/>
              <a:gd name="T20" fmla="*/ 98 w 302"/>
              <a:gd name="T21" fmla="*/ 645 h 645"/>
              <a:gd name="T22" fmla="*/ 0 w 302"/>
              <a:gd name="T23" fmla="*/ 645 h 645"/>
              <a:gd name="T24" fmla="*/ 0 w 302"/>
              <a:gd name="T25" fmla="*/ 16 h 645"/>
            </a:gdLst>
            <a:ahLst/>
            <a:cxnLst/>
            <a:rect l="0" t="0" r="r" b="b"/>
            <a:pathLst>
              <a:path w="302" h="645">
                <a:moveTo>
                  <a:pt x="0" y="16"/>
                </a:moveTo>
                <a:cubicBezTo>
                  <a:pt x="30" y="16"/>
                  <a:pt x="59" y="16"/>
                  <a:pt x="91" y="16"/>
                </a:cubicBezTo>
                <a:cubicBezTo>
                  <a:pt x="94" y="46"/>
                  <a:pt x="97" y="76"/>
                  <a:pt x="100" y="110"/>
                </a:cubicBezTo>
                <a:cubicBezTo>
                  <a:pt x="119" y="90"/>
                  <a:pt x="135" y="69"/>
                  <a:pt x="154" y="54"/>
                </a:cubicBezTo>
                <a:cubicBezTo>
                  <a:pt x="175" y="38"/>
                  <a:pt x="198" y="24"/>
                  <a:pt x="223" y="16"/>
                </a:cubicBezTo>
                <a:cubicBezTo>
                  <a:pt x="247" y="7"/>
                  <a:pt x="273" y="5"/>
                  <a:pt x="302" y="0"/>
                </a:cubicBezTo>
                <a:cubicBezTo>
                  <a:pt x="302" y="37"/>
                  <a:pt x="302" y="68"/>
                  <a:pt x="302" y="103"/>
                </a:cubicBezTo>
                <a:cubicBezTo>
                  <a:pt x="285" y="104"/>
                  <a:pt x="268" y="105"/>
                  <a:pt x="251" y="107"/>
                </a:cubicBezTo>
                <a:cubicBezTo>
                  <a:pt x="160" y="115"/>
                  <a:pt x="99" y="181"/>
                  <a:pt x="99" y="273"/>
                </a:cubicBezTo>
                <a:cubicBezTo>
                  <a:pt x="98" y="382"/>
                  <a:pt x="98" y="491"/>
                  <a:pt x="98" y="601"/>
                </a:cubicBezTo>
                <a:cubicBezTo>
                  <a:pt x="98" y="615"/>
                  <a:pt x="98" y="629"/>
                  <a:pt x="98" y="645"/>
                </a:cubicBezTo>
                <a:cubicBezTo>
                  <a:pt x="63" y="645"/>
                  <a:pt x="33" y="645"/>
                  <a:pt x="0" y="645"/>
                </a:cubicBezTo>
                <a:cubicBezTo>
                  <a:pt x="0" y="435"/>
                  <a:pt x="0" y="226"/>
                  <a:pt x="0" y="16"/>
                </a:cubicBezTo>
                <a:close/>
              </a:path>
            </a:pathLst>
          </a:custGeom>
          <a:grpFill/>
          <a:ln>
            <a:noFill/>
          </a:ln>
        </p:spPr>
        <p:txBody>
          <a:bodyPr vert="horz" wrap="square" lIns="91440" tIns="45720" rIns="91440" bIns="45720" anchor="t"/>
          <a:lstStyle/>
          <a:p>
            <a:endParaRPr/>
          </a:p>
        </p:txBody>
      </p:sp>
      <p:sp>
        <p:nvSpPr>
          <p:cNvPr id="55" name="Freeform 27">
            <a:extLst>
              <a:ext uri="{FF2B5EF4-FFF2-40B4-BE49-F238E27FC236}">
                <a16:creationId xmlns:a16="http://schemas.microsoft.com/office/drawing/2014/main" id="{E8EBBC84-1ADB-E204-C1FB-970159A797A8}"/>
              </a:ext>
            </a:extLst>
          </p:cNvPr>
          <p:cNvSpPr>
            <a:spLocks noGrp="1"/>
          </p:cNvSpPr>
          <p:nvPr/>
        </p:nvSpPr>
        <p:spPr>
          <a:xfrm>
            <a:off x="11175056" y="5462499"/>
            <a:ext cx="22795" cy="48591"/>
          </a:xfrm>
          <a:custGeom>
            <a:avLst/>
            <a:gdLst>
              <a:gd name="T0" fmla="*/ 0 w 302"/>
              <a:gd name="T1" fmla="*/ 14 h 643"/>
              <a:gd name="T2" fmla="*/ 90 w 302"/>
              <a:gd name="T3" fmla="*/ 14 h 643"/>
              <a:gd name="T4" fmla="*/ 98 w 302"/>
              <a:gd name="T5" fmla="*/ 115 h 643"/>
              <a:gd name="T6" fmla="*/ 302 w 302"/>
              <a:gd name="T7" fmla="*/ 1 h 643"/>
              <a:gd name="T8" fmla="*/ 302 w 302"/>
              <a:gd name="T9" fmla="*/ 100 h 643"/>
              <a:gd name="T10" fmla="*/ 256 w 302"/>
              <a:gd name="T11" fmla="*/ 104 h 643"/>
              <a:gd name="T12" fmla="*/ 97 w 302"/>
              <a:gd name="T13" fmla="*/ 277 h 643"/>
              <a:gd name="T14" fmla="*/ 97 w 302"/>
              <a:gd name="T15" fmla="*/ 597 h 643"/>
              <a:gd name="T16" fmla="*/ 97 w 302"/>
              <a:gd name="T17" fmla="*/ 643 h 643"/>
              <a:gd name="T18" fmla="*/ 0 w 302"/>
              <a:gd name="T19" fmla="*/ 643 h 643"/>
              <a:gd name="T20" fmla="*/ 0 w 302"/>
              <a:gd name="T21" fmla="*/ 14 h 643"/>
            </a:gdLst>
            <a:ahLst/>
            <a:cxnLst/>
            <a:rect l="0" t="0" r="r" b="b"/>
            <a:pathLst>
              <a:path w="302" h="643">
                <a:moveTo>
                  <a:pt x="0" y="14"/>
                </a:moveTo>
                <a:cubicBezTo>
                  <a:pt x="31" y="14"/>
                  <a:pt x="59" y="14"/>
                  <a:pt x="90" y="14"/>
                </a:cubicBezTo>
                <a:cubicBezTo>
                  <a:pt x="93" y="45"/>
                  <a:pt x="95" y="75"/>
                  <a:pt x="98" y="115"/>
                </a:cubicBezTo>
                <a:cubicBezTo>
                  <a:pt x="150" y="38"/>
                  <a:pt x="214" y="0"/>
                  <a:pt x="302" y="1"/>
                </a:cubicBezTo>
                <a:cubicBezTo>
                  <a:pt x="302" y="35"/>
                  <a:pt x="302" y="65"/>
                  <a:pt x="302" y="100"/>
                </a:cubicBezTo>
                <a:cubicBezTo>
                  <a:pt x="287" y="102"/>
                  <a:pt x="271" y="103"/>
                  <a:pt x="256" y="104"/>
                </a:cubicBezTo>
                <a:cubicBezTo>
                  <a:pt x="159" y="112"/>
                  <a:pt x="98" y="177"/>
                  <a:pt x="97" y="277"/>
                </a:cubicBezTo>
                <a:cubicBezTo>
                  <a:pt x="96" y="383"/>
                  <a:pt x="97" y="490"/>
                  <a:pt x="97" y="597"/>
                </a:cubicBezTo>
                <a:cubicBezTo>
                  <a:pt x="97" y="611"/>
                  <a:pt x="97" y="625"/>
                  <a:pt x="97" y="643"/>
                </a:cubicBezTo>
                <a:cubicBezTo>
                  <a:pt x="63" y="643"/>
                  <a:pt x="32" y="643"/>
                  <a:pt x="0" y="643"/>
                </a:cubicBezTo>
                <a:cubicBezTo>
                  <a:pt x="0" y="433"/>
                  <a:pt x="0" y="224"/>
                  <a:pt x="0" y="14"/>
                </a:cubicBezTo>
                <a:close/>
              </a:path>
            </a:pathLst>
          </a:custGeom>
          <a:grpFill/>
          <a:ln>
            <a:noFill/>
          </a:ln>
        </p:spPr>
        <p:txBody>
          <a:bodyPr vert="horz" wrap="square" lIns="91440" tIns="45720" rIns="91440" bIns="45720" anchor="t"/>
          <a:lstStyle/>
          <a:p>
            <a:endParaRPr/>
          </a:p>
        </p:txBody>
      </p:sp>
      <p:sp>
        <p:nvSpPr>
          <p:cNvPr id="56" name="Freeform 28">
            <a:extLst>
              <a:ext uri="{FF2B5EF4-FFF2-40B4-BE49-F238E27FC236}">
                <a16:creationId xmlns:a16="http://schemas.microsoft.com/office/drawing/2014/main" id="{CAFA93E8-E565-C95F-52EA-19C17711CF7B}"/>
              </a:ext>
            </a:extLst>
          </p:cNvPr>
          <p:cNvSpPr>
            <a:spLocks noGrp="1"/>
          </p:cNvSpPr>
          <p:nvPr/>
        </p:nvSpPr>
        <p:spPr>
          <a:xfrm>
            <a:off x="11462404" y="5445102"/>
            <a:ext cx="29394" cy="11398"/>
          </a:xfrm>
          <a:custGeom>
            <a:avLst/>
            <a:gdLst>
              <a:gd name="T0" fmla="*/ 24 w 391"/>
              <a:gd name="T1" fmla="*/ 136 h 151"/>
              <a:gd name="T2" fmla="*/ 0 w 391"/>
              <a:gd name="T3" fmla="*/ 85 h 151"/>
              <a:gd name="T4" fmla="*/ 172 w 391"/>
              <a:gd name="T5" fmla="*/ 23 h 151"/>
              <a:gd name="T6" fmla="*/ 215 w 391"/>
              <a:gd name="T7" fmla="*/ 42 h 151"/>
              <a:gd name="T8" fmla="*/ 342 w 391"/>
              <a:gd name="T9" fmla="*/ 30 h 151"/>
              <a:gd name="T10" fmla="*/ 367 w 391"/>
              <a:gd name="T11" fmla="*/ 14 h 151"/>
              <a:gd name="T12" fmla="*/ 391 w 391"/>
              <a:gd name="T13" fmla="*/ 64 h 151"/>
              <a:gd name="T14" fmla="*/ 216 w 391"/>
              <a:gd name="T15" fmla="*/ 124 h 151"/>
              <a:gd name="T16" fmla="*/ 172 w 391"/>
              <a:gd name="T17" fmla="*/ 106 h 151"/>
              <a:gd name="T18" fmla="*/ 50 w 391"/>
              <a:gd name="T19" fmla="*/ 119 h 151"/>
              <a:gd name="T20" fmla="*/ 24 w 391"/>
              <a:gd name="T21" fmla="*/ 136 h 151"/>
            </a:gdLst>
            <a:ahLst/>
            <a:cxnLst/>
            <a:rect l="0" t="0" r="r" b="b"/>
            <a:pathLst>
              <a:path w="391" h="151">
                <a:moveTo>
                  <a:pt x="24" y="136"/>
                </a:moveTo>
                <a:cubicBezTo>
                  <a:pt x="15" y="118"/>
                  <a:pt x="8" y="101"/>
                  <a:pt x="0" y="85"/>
                </a:cubicBezTo>
                <a:cubicBezTo>
                  <a:pt x="43" y="22"/>
                  <a:pt x="103" y="0"/>
                  <a:pt x="172" y="23"/>
                </a:cubicBezTo>
                <a:cubicBezTo>
                  <a:pt x="187" y="28"/>
                  <a:pt x="201" y="35"/>
                  <a:pt x="215" y="42"/>
                </a:cubicBezTo>
                <a:cubicBezTo>
                  <a:pt x="260" y="64"/>
                  <a:pt x="302" y="59"/>
                  <a:pt x="342" y="30"/>
                </a:cubicBezTo>
                <a:cubicBezTo>
                  <a:pt x="349" y="25"/>
                  <a:pt x="357" y="20"/>
                  <a:pt x="367" y="14"/>
                </a:cubicBezTo>
                <a:cubicBezTo>
                  <a:pt x="375" y="32"/>
                  <a:pt x="383" y="48"/>
                  <a:pt x="391" y="64"/>
                </a:cubicBezTo>
                <a:cubicBezTo>
                  <a:pt x="347" y="130"/>
                  <a:pt x="286" y="151"/>
                  <a:pt x="216" y="124"/>
                </a:cubicBezTo>
                <a:cubicBezTo>
                  <a:pt x="201" y="119"/>
                  <a:pt x="186" y="113"/>
                  <a:pt x="172" y="106"/>
                </a:cubicBezTo>
                <a:cubicBezTo>
                  <a:pt x="129" y="85"/>
                  <a:pt x="88" y="92"/>
                  <a:pt x="50" y="119"/>
                </a:cubicBezTo>
                <a:cubicBezTo>
                  <a:pt x="42" y="124"/>
                  <a:pt x="34" y="129"/>
                  <a:pt x="24" y="136"/>
                </a:cubicBezTo>
                <a:close/>
              </a:path>
            </a:pathLst>
          </a:custGeom>
          <a:grpFill/>
          <a:ln>
            <a:noFill/>
          </a:ln>
        </p:spPr>
        <p:txBody>
          <a:bodyPr vert="horz" wrap="square" lIns="91440" tIns="45720" rIns="91440" bIns="45720" anchor="t"/>
          <a:lstStyle/>
          <a:p>
            <a:endParaRPr/>
          </a:p>
        </p:txBody>
      </p:sp>
      <p:sp>
        <p:nvSpPr>
          <p:cNvPr id="57" name="Freeform 29">
            <a:extLst>
              <a:ext uri="{FF2B5EF4-FFF2-40B4-BE49-F238E27FC236}">
                <a16:creationId xmlns:a16="http://schemas.microsoft.com/office/drawing/2014/main" id="{CC200E01-2782-4088-9158-C93C7D88A29E}"/>
              </a:ext>
            </a:extLst>
          </p:cNvPr>
          <p:cNvSpPr>
            <a:spLocks noGrp="1"/>
          </p:cNvSpPr>
          <p:nvPr/>
        </p:nvSpPr>
        <p:spPr>
          <a:xfrm>
            <a:off x="10401796" y="5350319"/>
            <a:ext cx="1247775" cy="715671"/>
          </a:xfrm>
          <a:custGeom>
            <a:avLst/>
            <a:gdLst>
              <a:gd name="T0" fmla="*/ 16546 w 16546"/>
              <a:gd name="T1" fmla="*/ 8951 h 9490"/>
              <a:gd name="T2" fmla="*/ 16432 w 16546"/>
              <a:gd name="T3" fmla="*/ 5385 h 9490"/>
              <a:gd name="T4" fmla="*/ 3319 w 16546"/>
              <a:gd name="T5" fmla="*/ 7584 h 9490"/>
              <a:gd name="T6" fmla="*/ 3433 w 16546"/>
              <a:gd name="T7" fmla="*/ 7326 h 9490"/>
              <a:gd name="T8" fmla="*/ 3159 w 16546"/>
              <a:gd name="T9" fmla="*/ 7638 h 9490"/>
              <a:gd name="T10" fmla="*/ 3629 w 16546"/>
              <a:gd name="T11" fmla="*/ 6923 h 9490"/>
              <a:gd name="T12" fmla="*/ 3428 w 16546"/>
              <a:gd name="T13" fmla="*/ 7062 h 9490"/>
              <a:gd name="T14" fmla="*/ 4135 w 16546"/>
              <a:gd name="T15" fmla="*/ 7678 h 9490"/>
              <a:gd name="T16" fmla="*/ 4059 w 16546"/>
              <a:gd name="T17" fmla="*/ 7800 h 9490"/>
              <a:gd name="T18" fmla="*/ 4390 w 16546"/>
              <a:gd name="T19" fmla="*/ 7295 h 9490"/>
              <a:gd name="T20" fmla="*/ 4001 w 16546"/>
              <a:gd name="T21" fmla="*/ 7566 h 9490"/>
              <a:gd name="T22" fmla="*/ 4591 w 16546"/>
              <a:gd name="T23" fmla="*/ 7171 h 9490"/>
              <a:gd name="T24" fmla="*/ 4753 w 16546"/>
              <a:gd name="T25" fmla="*/ 7271 h 9490"/>
              <a:gd name="T26" fmla="*/ 4880 w 16546"/>
              <a:gd name="T27" fmla="*/ 7447 h 9490"/>
              <a:gd name="T28" fmla="*/ 4479 w 16546"/>
              <a:gd name="T29" fmla="*/ 7681 h 9490"/>
              <a:gd name="T30" fmla="*/ 4779 w 16546"/>
              <a:gd name="T31" fmla="*/ 7553 h 9490"/>
              <a:gd name="T32" fmla="*/ 5282 w 16546"/>
              <a:gd name="T33" fmla="*/ 7613 h 9490"/>
              <a:gd name="T34" fmla="*/ 5132 w 16546"/>
              <a:gd name="T35" fmla="*/ 7681 h 9490"/>
              <a:gd name="T36" fmla="*/ 5033 w 16546"/>
              <a:gd name="T37" fmla="*/ 7194 h 9490"/>
              <a:gd name="T38" fmla="*/ 5199 w 16546"/>
              <a:gd name="T39" fmla="*/ 6973 h 9490"/>
              <a:gd name="T40" fmla="*/ 5828 w 16546"/>
              <a:gd name="T41" fmla="*/ 7277 h 9490"/>
              <a:gd name="T42" fmla="*/ 5565 w 16546"/>
              <a:gd name="T43" fmla="*/ 7166 h 9490"/>
              <a:gd name="T44" fmla="*/ 6032 w 16546"/>
              <a:gd name="T45" fmla="*/ 7791 h 9490"/>
              <a:gd name="T46" fmla="*/ 5507 w 16546"/>
              <a:gd name="T47" fmla="*/ 7652 h 9490"/>
              <a:gd name="T48" fmla="*/ 5878 w 16546"/>
              <a:gd name="T49" fmla="*/ 7331 h 9490"/>
              <a:gd name="T50" fmla="*/ 5976 w 16546"/>
              <a:gd name="T51" fmla="*/ 6919 h 9490"/>
              <a:gd name="T52" fmla="*/ 5611 w 16546"/>
              <a:gd name="T53" fmla="*/ 7064 h 9490"/>
              <a:gd name="T54" fmla="*/ 6388 w 16546"/>
              <a:gd name="T55" fmla="*/ 7143 h 9490"/>
              <a:gd name="T56" fmla="*/ 6527 w 16546"/>
              <a:gd name="T57" fmla="*/ 7794 h 9490"/>
              <a:gd name="T58" fmla="*/ 7470 w 16546"/>
              <a:gd name="T59" fmla="*/ 6904 h 9490"/>
              <a:gd name="T60" fmla="*/ 7445 w 16546"/>
              <a:gd name="T61" fmla="*/ 7746 h 9490"/>
              <a:gd name="T62" fmla="*/ 7420 w 16546"/>
              <a:gd name="T63" fmla="*/ 7147 h 9490"/>
              <a:gd name="T64" fmla="*/ 8196 w 16546"/>
              <a:gd name="T65" fmla="*/ 7678 h 9490"/>
              <a:gd name="T66" fmla="*/ 7741 w 16546"/>
              <a:gd name="T67" fmla="*/ 7632 h 9490"/>
              <a:gd name="T68" fmla="*/ 8137 w 16546"/>
              <a:gd name="T69" fmla="*/ 7515 h 9490"/>
              <a:gd name="T70" fmla="*/ 9121 w 16546"/>
              <a:gd name="T71" fmla="*/ 7793 h 9490"/>
              <a:gd name="T72" fmla="*/ 8805 w 16546"/>
              <a:gd name="T73" fmla="*/ 7791 h 9490"/>
              <a:gd name="T74" fmla="*/ 9067 w 16546"/>
              <a:gd name="T75" fmla="*/ 6939 h 9490"/>
              <a:gd name="T76" fmla="*/ 9491 w 16546"/>
              <a:gd name="T77" fmla="*/ 7563 h 9490"/>
              <a:gd name="T78" fmla="*/ 9663 w 16546"/>
              <a:gd name="T79" fmla="*/ 7804 h 9490"/>
              <a:gd name="T80" fmla="*/ 9739 w 16546"/>
              <a:gd name="T81" fmla="*/ 7158 h 9490"/>
              <a:gd name="T82" fmla="*/ 9487 w 16546"/>
              <a:gd name="T83" fmla="*/ 7519 h 9490"/>
              <a:gd name="T84" fmla="*/ 10455 w 16546"/>
              <a:gd name="T85" fmla="*/ 7678 h 9490"/>
              <a:gd name="T86" fmla="*/ 9982 w 16546"/>
              <a:gd name="T87" fmla="*/ 7333 h 9490"/>
              <a:gd name="T88" fmla="*/ 10427 w 16546"/>
              <a:gd name="T89" fmla="*/ 7270 h 9490"/>
              <a:gd name="T90" fmla="*/ 10824 w 16546"/>
              <a:gd name="T91" fmla="*/ 7684 h 9490"/>
              <a:gd name="T92" fmla="*/ 11072 w 16546"/>
              <a:gd name="T93" fmla="*/ 7791 h 9490"/>
              <a:gd name="T94" fmla="*/ 10541 w 16546"/>
              <a:gd name="T95" fmla="*/ 7663 h 9490"/>
              <a:gd name="T96" fmla="*/ 10690 w 16546"/>
              <a:gd name="T97" fmla="*/ 7198 h 9490"/>
              <a:gd name="T98" fmla="*/ 11194 w 16546"/>
              <a:gd name="T99" fmla="*/ 7157 h 9490"/>
              <a:gd name="T100" fmla="*/ 11547 w 16546"/>
              <a:gd name="T101" fmla="*/ 7289 h 9490"/>
              <a:gd name="T102" fmla="*/ 11927 w 16546"/>
              <a:gd name="T103" fmla="*/ 7553 h 9490"/>
              <a:gd name="T104" fmla="*/ 11948 w 16546"/>
              <a:gd name="T105" fmla="*/ 7144 h 9490"/>
              <a:gd name="T106" fmla="*/ 11902 w 16546"/>
              <a:gd name="T107" fmla="*/ 7271 h 9490"/>
              <a:gd name="T108" fmla="*/ 12017 w 16546"/>
              <a:gd name="T109" fmla="*/ 7442 h 9490"/>
              <a:gd name="T110" fmla="*/ 11628 w 16546"/>
              <a:gd name="T111" fmla="*/ 7680 h 9490"/>
              <a:gd name="T112" fmla="*/ 11927 w 16546"/>
              <a:gd name="T113" fmla="*/ 7553 h 9490"/>
              <a:gd name="T114" fmla="*/ 12802 w 16546"/>
              <a:gd name="T115" fmla="*/ 7474 h 9490"/>
              <a:gd name="T116" fmla="*/ 12228 w 16546"/>
              <a:gd name="T117" fmla="*/ 7333 h 9490"/>
              <a:gd name="T118" fmla="*/ 12987 w 16546"/>
              <a:gd name="T119" fmla="*/ 7170 h 9490"/>
              <a:gd name="T120" fmla="*/ 13149 w 16546"/>
              <a:gd name="T121" fmla="*/ 7271 h 9490"/>
              <a:gd name="T122" fmla="*/ 13373 w 16546"/>
              <a:gd name="T123" fmla="*/ 7668 h 9490"/>
              <a:gd name="T124" fmla="*/ 12907 w 16546"/>
              <a:gd name="T125" fmla="*/ 7678 h 9490"/>
            </a:gdLst>
            <a:ahLst/>
            <a:cxnLst/>
            <a:rect l="0" t="0" r="r" b="b"/>
            <a:pathLst>
              <a:path w="16546" h="9490">
                <a:moveTo>
                  <a:pt x="539" y="0"/>
                </a:moveTo>
                <a:cubicBezTo>
                  <a:pt x="242" y="0"/>
                  <a:pt x="0" y="242"/>
                  <a:pt x="0" y="539"/>
                </a:cubicBezTo>
                <a:cubicBezTo>
                  <a:pt x="0" y="9490"/>
                  <a:pt x="0" y="9490"/>
                  <a:pt x="0" y="9490"/>
                </a:cubicBezTo>
                <a:cubicBezTo>
                  <a:pt x="16007" y="9490"/>
                  <a:pt x="16007" y="9490"/>
                  <a:pt x="16007" y="9490"/>
                </a:cubicBezTo>
                <a:cubicBezTo>
                  <a:pt x="16304" y="9490"/>
                  <a:pt x="16546" y="9248"/>
                  <a:pt x="16546" y="8951"/>
                </a:cubicBezTo>
                <a:cubicBezTo>
                  <a:pt x="16546" y="0"/>
                  <a:pt x="16546" y="0"/>
                  <a:pt x="16546" y="0"/>
                </a:cubicBezTo>
                <a:lnTo>
                  <a:pt x="539" y="0"/>
                </a:lnTo>
                <a:close/>
                <a:moveTo>
                  <a:pt x="539" y="114"/>
                </a:moveTo>
                <a:cubicBezTo>
                  <a:pt x="16432" y="114"/>
                  <a:pt x="16432" y="114"/>
                  <a:pt x="16432" y="114"/>
                </a:cubicBezTo>
                <a:cubicBezTo>
                  <a:pt x="16432" y="5385"/>
                  <a:pt x="16432" y="5385"/>
                  <a:pt x="16432" y="5385"/>
                </a:cubicBezTo>
                <a:cubicBezTo>
                  <a:pt x="114" y="5385"/>
                  <a:pt x="114" y="5385"/>
                  <a:pt x="114" y="5385"/>
                </a:cubicBezTo>
                <a:cubicBezTo>
                  <a:pt x="114" y="539"/>
                  <a:pt x="114" y="539"/>
                  <a:pt x="114" y="539"/>
                </a:cubicBezTo>
                <a:cubicBezTo>
                  <a:pt x="114" y="305"/>
                  <a:pt x="305" y="114"/>
                  <a:pt x="539" y="114"/>
                </a:cubicBezTo>
                <a:close/>
                <a:moveTo>
                  <a:pt x="3292" y="7519"/>
                </a:moveTo>
                <a:cubicBezTo>
                  <a:pt x="3298" y="7541"/>
                  <a:pt x="3308" y="7564"/>
                  <a:pt x="3319" y="7584"/>
                </a:cubicBezTo>
                <a:cubicBezTo>
                  <a:pt x="3343" y="7628"/>
                  <a:pt x="3381" y="7656"/>
                  <a:pt x="3431" y="7660"/>
                </a:cubicBezTo>
                <a:cubicBezTo>
                  <a:pt x="3473" y="7664"/>
                  <a:pt x="3515" y="7661"/>
                  <a:pt x="3560" y="7661"/>
                </a:cubicBezTo>
                <a:cubicBezTo>
                  <a:pt x="3560" y="7588"/>
                  <a:pt x="3560" y="7517"/>
                  <a:pt x="3560" y="7441"/>
                </a:cubicBezTo>
                <a:cubicBezTo>
                  <a:pt x="3519" y="7441"/>
                  <a:pt x="3479" y="7441"/>
                  <a:pt x="3435" y="7441"/>
                </a:cubicBezTo>
                <a:cubicBezTo>
                  <a:pt x="3431" y="7401"/>
                  <a:pt x="3433" y="7365"/>
                  <a:pt x="3433" y="7326"/>
                </a:cubicBezTo>
                <a:cubicBezTo>
                  <a:pt x="3531" y="7326"/>
                  <a:pt x="3626" y="7326"/>
                  <a:pt x="3723" y="7326"/>
                </a:cubicBezTo>
                <a:cubicBezTo>
                  <a:pt x="3723" y="7478"/>
                  <a:pt x="3723" y="7627"/>
                  <a:pt x="3723" y="7780"/>
                </a:cubicBezTo>
                <a:cubicBezTo>
                  <a:pt x="3691" y="7785"/>
                  <a:pt x="3661" y="7791"/>
                  <a:pt x="3631" y="7794"/>
                </a:cubicBezTo>
                <a:cubicBezTo>
                  <a:pt x="3548" y="7803"/>
                  <a:pt x="3465" y="7813"/>
                  <a:pt x="3382" y="7799"/>
                </a:cubicBezTo>
                <a:cubicBezTo>
                  <a:pt x="3281" y="7783"/>
                  <a:pt x="3206" y="7730"/>
                  <a:pt x="3159" y="7638"/>
                </a:cubicBezTo>
                <a:cubicBezTo>
                  <a:pt x="3130" y="7581"/>
                  <a:pt x="3117" y="7520"/>
                  <a:pt x="3110" y="7456"/>
                </a:cubicBezTo>
                <a:cubicBezTo>
                  <a:pt x="3100" y="7357"/>
                  <a:pt x="3102" y="7258"/>
                  <a:pt x="3129" y="7161"/>
                </a:cubicBezTo>
                <a:cubicBezTo>
                  <a:pt x="3139" y="7125"/>
                  <a:pt x="3154" y="7090"/>
                  <a:pt x="3172" y="7058"/>
                </a:cubicBezTo>
                <a:cubicBezTo>
                  <a:pt x="3217" y="6977"/>
                  <a:pt x="3290" y="6934"/>
                  <a:pt x="3380" y="6918"/>
                </a:cubicBezTo>
                <a:cubicBezTo>
                  <a:pt x="3463" y="6904"/>
                  <a:pt x="3546" y="6914"/>
                  <a:pt x="3629" y="6923"/>
                </a:cubicBezTo>
                <a:cubicBezTo>
                  <a:pt x="3660" y="6926"/>
                  <a:pt x="3692" y="6932"/>
                  <a:pt x="3724" y="6937"/>
                </a:cubicBezTo>
                <a:cubicBezTo>
                  <a:pt x="3724" y="6977"/>
                  <a:pt x="3724" y="7013"/>
                  <a:pt x="3724" y="7052"/>
                </a:cubicBezTo>
                <a:cubicBezTo>
                  <a:pt x="3713" y="7053"/>
                  <a:pt x="3702" y="7055"/>
                  <a:pt x="3692" y="7055"/>
                </a:cubicBezTo>
                <a:cubicBezTo>
                  <a:pt x="3626" y="7055"/>
                  <a:pt x="3560" y="7055"/>
                  <a:pt x="3494" y="7056"/>
                </a:cubicBezTo>
                <a:cubicBezTo>
                  <a:pt x="3472" y="7056"/>
                  <a:pt x="3450" y="7057"/>
                  <a:pt x="3428" y="7062"/>
                </a:cubicBezTo>
                <a:cubicBezTo>
                  <a:pt x="3378" y="7074"/>
                  <a:pt x="3339" y="7102"/>
                  <a:pt x="3317" y="7148"/>
                </a:cubicBezTo>
                <a:cubicBezTo>
                  <a:pt x="3301" y="7180"/>
                  <a:pt x="3289" y="7215"/>
                  <a:pt x="3283" y="7249"/>
                </a:cubicBezTo>
                <a:cubicBezTo>
                  <a:pt x="3268" y="7339"/>
                  <a:pt x="3269" y="7430"/>
                  <a:pt x="3292" y="7519"/>
                </a:cubicBezTo>
                <a:close/>
                <a:moveTo>
                  <a:pt x="4001" y="7566"/>
                </a:moveTo>
                <a:cubicBezTo>
                  <a:pt x="4015" y="7642"/>
                  <a:pt x="4057" y="7677"/>
                  <a:pt x="4135" y="7678"/>
                </a:cubicBezTo>
                <a:cubicBezTo>
                  <a:pt x="4193" y="7678"/>
                  <a:pt x="4252" y="7678"/>
                  <a:pt x="4310" y="7678"/>
                </a:cubicBezTo>
                <a:cubicBezTo>
                  <a:pt x="4322" y="7678"/>
                  <a:pt x="4334" y="7678"/>
                  <a:pt x="4349" y="7678"/>
                </a:cubicBezTo>
                <a:cubicBezTo>
                  <a:pt x="4349" y="7712"/>
                  <a:pt x="4349" y="7744"/>
                  <a:pt x="4349" y="7779"/>
                </a:cubicBezTo>
                <a:cubicBezTo>
                  <a:pt x="4321" y="7785"/>
                  <a:pt x="4294" y="7791"/>
                  <a:pt x="4266" y="7795"/>
                </a:cubicBezTo>
                <a:cubicBezTo>
                  <a:pt x="4197" y="7804"/>
                  <a:pt x="4129" y="7811"/>
                  <a:pt x="4059" y="7800"/>
                </a:cubicBezTo>
                <a:cubicBezTo>
                  <a:pt x="3953" y="7783"/>
                  <a:pt x="3883" y="7724"/>
                  <a:pt x="3853" y="7621"/>
                </a:cubicBezTo>
                <a:cubicBezTo>
                  <a:pt x="3827" y="7530"/>
                  <a:pt x="3825" y="7438"/>
                  <a:pt x="3850" y="7346"/>
                </a:cubicBezTo>
                <a:cubicBezTo>
                  <a:pt x="3881" y="7231"/>
                  <a:pt x="3957" y="7167"/>
                  <a:pt x="4075" y="7148"/>
                </a:cubicBezTo>
                <a:cubicBezTo>
                  <a:pt x="4135" y="7138"/>
                  <a:pt x="4194" y="7140"/>
                  <a:pt x="4251" y="7158"/>
                </a:cubicBezTo>
                <a:cubicBezTo>
                  <a:pt x="4320" y="7181"/>
                  <a:pt x="4372" y="7223"/>
                  <a:pt x="4390" y="7295"/>
                </a:cubicBezTo>
                <a:cubicBezTo>
                  <a:pt x="4403" y="7342"/>
                  <a:pt x="4399" y="7389"/>
                  <a:pt x="4378" y="7433"/>
                </a:cubicBezTo>
                <a:cubicBezTo>
                  <a:pt x="4352" y="7486"/>
                  <a:pt x="4306" y="7512"/>
                  <a:pt x="4250" y="7515"/>
                </a:cubicBezTo>
                <a:cubicBezTo>
                  <a:pt x="4182" y="7519"/>
                  <a:pt x="4113" y="7518"/>
                  <a:pt x="4045" y="7519"/>
                </a:cubicBezTo>
                <a:cubicBezTo>
                  <a:pt x="4031" y="7519"/>
                  <a:pt x="4016" y="7519"/>
                  <a:pt x="3996" y="7519"/>
                </a:cubicBezTo>
                <a:cubicBezTo>
                  <a:pt x="3998" y="7539"/>
                  <a:pt x="3999" y="7553"/>
                  <a:pt x="4001" y="7566"/>
                </a:cubicBezTo>
                <a:close/>
                <a:moveTo>
                  <a:pt x="4779" y="7553"/>
                </a:moveTo>
                <a:cubicBezTo>
                  <a:pt x="4753" y="7543"/>
                  <a:pt x="4725" y="7538"/>
                  <a:pt x="4697" y="7530"/>
                </a:cubicBezTo>
                <a:cubicBezTo>
                  <a:pt x="4662" y="7520"/>
                  <a:pt x="4625" y="7513"/>
                  <a:pt x="4590" y="7499"/>
                </a:cubicBezTo>
                <a:cubicBezTo>
                  <a:pt x="4515" y="7469"/>
                  <a:pt x="4480" y="7413"/>
                  <a:pt x="4481" y="7331"/>
                </a:cubicBezTo>
                <a:cubicBezTo>
                  <a:pt x="4482" y="7253"/>
                  <a:pt x="4519" y="7198"/>
                  <a:pt x="4591" y="7171"/>
                </a:cubicBezTo>
                <a:cubicBezTo>
                  <a:pt x="4629" y="7157"/>
                  <a:pt x="4670" y="7149"/>
                  <a:pt x="4710" y="7144"/>
                </a:cubicBezTo>
                <a:cubicBezTo>
                  <a:pt x="4778" y="7136"/>
                  <a:pt x="4879" y="7149"/>
                  <a:pt x="4953" y="7171"/>
                </a:cubicBezTo>
                <a:cubicBezTo>
                  <a:pt x="4953" y="7203"/>
                  <a:pt x="4953" y="7234"/>
                  <a:pt x="4953" y="7267"/>
                </a:cubicBezTo>
                <a:cubicBezTo>
                  <a:pt x="4943" y="7268"/>
                  <a:pt x="4934" y="7270"/>
                  <a:pt x="4924" y="7270"/>
                </a:cubicBezTo>
                <a:cubicBezTo>
                  <a:pt x="4867" y="7270"/>
                  <a:pt x="4810" y="7269"/>
                  <a:pt x="4753" y="7271"/>
                </a:cubicBezTo>
                <a:cubicBezTo>
                  <a:pt x="4731" y="7271"/>
                  <a:pt x="4709" y="7275"/>
                  <a:pt x="4688" y="7281"/>
                </a:cubicBezTo>
                <a:cubicBezTo>
                  <a:pt x="4665" y="7288"/>
                  <a:pt x="4649" y="7303"/>
                  <a:pt x="4647" y="7329"/>
                </a:cubicBezTo>
                <a:cubicBezTo>
                  <a:pt x="4646" y="7354"/>
                  <a:pt x="4656" y="7374"/>
                  <a:pt x="4678" y="7384"/>
                </a:cubicBezTo>
                <a:cubicBezTo>
                  <a:pt x="4703" y="7395"/>
                  <a:pt x="4729" y="7402"/>
                  <a:pt x="4755" y="7410"/>
                </a:cubicBezTo>
                <a:cubicBezTo>
                  <a:pt x="4797" y="7422"/>
                  <a:pt x="4840" y="7431"/>
                  <a:pt x="4880" y="7447"/>
                </a:cubicBezTo>
                <a:cubicBezTo>
                  <a:pt x="4951" y="7476"/>
                  <a:pt x="4987" y="7531"/>
                  <a:pt x="4986" y="7610"/>
                </a:cubicBezTo>
                <a:cubicBezTo>
                  <a:pt x="4985" y="7690"/>
                  <a:pt x="4951" y="7749"/>
                  <a:pt x="4875" y="7778"/>
                </a:cubicBezTo>
                <a:cubicBezTo>
                  <a:pt x="4841" y="7792"/>
                  <a:pt x="4804" y="7801"/>
                  <a:pt x="4767" y="7804"/>
                </a:cubicBezTo>
                <a:cubicBezTo>
                  <a:pt x="4672" y="7811"/>
                  <a:pt x="4577" y="7801"/>
                  <a:pt x="4481" y="7779"/>
                </a:cubicBezTo>
                <a:cubicBezTo>
                  <a:pt x="4474" y="7747"/>
                  <a:pt x="4478" y="7715"/>
                  <a:pt x="4479" y="7681"/>
                </a:cubicBezTo>
                <a:cubicBezTo>
                  <a:pt x="4490" y="7680"/>
                  <a:pt x="4501" y="7678"/>
                  <a:pt x="4512" y="7678"/>
                </a:cubicBezTo>
                <a:cubicBezTo>
                  <a:pt x="4579" y="7678"/>
                  <a:pt x="4646" y="7679"/>
                  <a:pt x="4713" y="7677"/>
                </a:cubicBezTo>
                <a:cubicBezTo>
                  <a:pt x="4735" y="7677"/>
                  <a:pt x="4757" y="7672"/>
                  <a:pt x="4778" y="7665"/>
                </a:cubicBezTo>
                <a:cubicBezTo>
                  <a:pt x="4803" y="7657"/>
                  <a:pt x="4818" y="7637"/>
                  <a:pt x="4819" y="7609"/>
                </a:cubicBezTo>
                <a:cubicBezTo>
                  <a:pt x="4821" y="7580"/>
                  <a:pt x="4804" y="7562"/>
                  <a:pt x="4779" y="7553"/>
                </a:cubicBezTo>
                <a:close/>
                <a:moveTo>
                  <a:pt x="5438" y="7154"/>
                </a:moveTo>
                <a:cubicBezTo>
                  <a:pt x="5445" y="7191"/>
                  <a:pt x="5440" y="7228"/>
                  <a:pt x="5441" y="7270"/>
                </a:cubicBezTo>
                <a:cubicBezTo>
                  <a:pt x="5388" y="7270"/>
                  <a:pt x="5337" y="7270"/>
                  <a:pt x="5284" y="7270"/>
                </a:cubicBezTo>
                <a:cubicBezTo>
                  <a:pt x="5283" y="7285"/>
                  <a:pt x="5282" y="7294"/>
                  <a:pt x="5282" y="7304"/>
                </a:cubicBezTo>
                <a:cubicBezTo>
                  <a:pt x="5281" y="7407"/>
                  <a:pt x="5281" y="7510"/>
                  <a:pt x="5282" y="7613"/>
                </a:cubicBezTo>
                <a:cubicBezTo>
                  <a:pt x="5282" y="7662"/>
                  <a:pt x="5296" y="7677"/>
                  <a:pt x="5346" y="7678"/>
                </a:cubicBezTo>
                <a:cubicBezTo>
                  <a:pt x="5375" y="7678"/>
                  <a:pt x="5405" y="7678"/>
                  <a:pt x="5439" y="7678"/>
                </a:cubicBezTo>
                <a:cubicBezTo>
                  <a:pt x="5439" y="7714"/>
                  <a:pt x="5439" y="7746"/>
                  <a:pt x="5439" y="7779"/>
                </a:cubicBezTo>
                <a:cubicBezTo>
                  <a:pt x="5374" y="7804"/>
                  <a:pt x="5309" y="7814"/>
                  <a:pt x="5242" y="7798"/>
                </a:cubicBezTo>
                <a:cubicBezTo>
                  <a:pt x="5181" y="7784"/>
                  <a:pt x="5142" y="7742"/>
                  <a:pt x="5132" y="7681"/>
                </a:cubicBezTo>
                <a:cubicBezTo>
                  <a:pt x="5129" y="7659"/>
                  <a:pt x="5128" y="7636"/>
                  <a:pt x="5128" y="7614"/>
                </a:cubicBezTo>
                <a:cubicBezTo>
                  <a:pt x="5127" y="7515"/>
                  <a:pt x="5127" y="7416"/>
                  <a:pt x="5127" y="7317"/>
                </a:cubicBezTo>
                <a:cubicBezTo>
                  <a:pt x="5127" y="7303"/>
                  <a:pt x="5127" y="7290"/>
                  <a:pt x="5127" y="7272"/>
                </a:cubicBezTo>
                <a:cubicBezTo>
                  <a:pt x="5095" y="7272"/>
                  <a:pt x="5066" y="7272"/>
                  <a:pt x="5032" y="7272"/>
                </a:cubicBezTo>
                <a:cubicBezTo>
                  <a:pt x="5032" y="7243"/>
                  <a:pt x="5031" y="7218"/>
                  <a:pt x="5033" y="7194"/>
                </a:cubicBezTo>
                <a:cubicBezTo>
                  <a:pt x="5034" y="7187"/>
                  <a:pt x="5042" y="7177"/>
                  <a:pt x="5050" y="7174"/>
                </a:cubicBezTo>
                <a:cubicBezTo>
                  <a:pt x="5064" y="7168"/>
                  <a:pt x="5080" y="7164"/>
                  <a:pt x="5096" y="7161"/>
                </a:cubicBezTo>
                <a:cubicBezTo>
                  <a:pt x="5119" y="7157"/>
                  <a:pt x="5132" y="7146"/>
                  <a:pt x="5140" y="7123"/>
                </a:cubicBezTo>
                <a:cubicBezTo>
                  <a:pt x="5155" y="7080"/>
                  <a:pt x="5173" y="7037"/>
                  <a:pt x="5189" y="6995"/>
                </a:cubicBezTo>
                <a:cubicBezTo>
                  <a:pt x="5192" y="6988"/>
                  <a:pt x="5195" y="6981"/>
                  <a:pt x="5199" y="6973"/>
                </a:cubicBezTo>
                <a:cubicBezTo>
                  <a:pt x="5225" y="6973"/>
                  <a:pt x="5250" y="6973"/>
                  <a:pt x="5280" y="6973"/>
                </a:cubicBezTo>
                <a:cubicBezTo>
                  <a:pt x="5280" y="7031"/>
                  <a:pt x="5280" y="7088"/>
                  <a:pt x="5280" y="7148"/>
                </a:cubicBezTo>
                <a:cubicBezTo>
                  <a:pt x="5334" y="7156"/>
                  <a:pt x="5384" y="7148"/>
                  <a:pt x="5438" y="7154"/>
                </a:cubicBezTo>
                <a:close/>
                <a:moveTo>
                  <a:pt x="5878" y="7331"/>
                </a:moveTo>
                <a:cubicBezTo>
                  <a:pt x="5875" y="7302"/>
                  <a:pt x="5856" y="7284"/>
                  <a:pt x="5828" y="7277"/>
                </a:cubicBezTo>
                <a:cubicBezTo>
                  <a:pt x="5811" y="7273"/>
                  <a:pt x="5792" y="7271"/>
                  <a:pt x="5773" y="7271"/>
                </a:cubicBezTo>
                <a:cubicBezTo>
                  <a:pt x="5711" y="7270"/>
                  <a:pt x="5649" y="7270"/>
                  <a:pt x="5587" y="7270"/>
                </a:cubicBezTo>
                <a:cubicBezTo>
                  <a:pt x="5575" y="7270"/>
                  <a:pt x="5563" y="7270"/>
                  <a:pt x="5545" y="7270"/>
                </a:cubicBezTo>
                <a:cubicBezTo>
                  <a:pt x="5545" y="7240"/>
                  <a:pt x="5544" y="7211"/>
                  <a:pt x="5546" y="7184"/>
                </a:cubicBezTo>
                <a:cubicBezTo>
                  <a:pt x="5547" y="7177"/>
                  <a:pt x="5558" y="7167"/>
                  <a:pt x="5565" y="7166"/>
                </a:cubicBezTo>
                <a:cubicBezTo>
                  <a:pt x="5667" y="7150"/>
                  <a:pt x="5769" y="7133"/>
                  <a:pt x="5872" y="7148"/>
                </a:cubicBezTo>
                <a:cubicBezTo>
                  <a:pt x="5966" y="7162"/>
                  <a:pt x="6016" y="7208"/>
                  <a:pt x="6031" y="7302"/>
                </a:cubicBezTo>
                <a:cubicBezTo>
                  <a:pt x="6033" y="7317"/>
                  <a:pt x="6034" y="7332"/>
                  <a:pt x="6034" y="7347"/>
                </a:cubicBezTo>
                <a:cubicBezTo>
                  <a:pt x="6034" y="7485"/>
                  <a:pt x="6034" y="7622"/>
                  <a:pt x="6034" y="7760"/>
                </a:cubicBezTo>
                <a:cubicBezTo>
                  <a:pt x="6034" y="7770"/>
                  <a:pt x="6033" y="7779"/>
                  <a:pt x="6032" y="7791"/>
                </a:cubicBezTo>
                <a:cubicBezTo>
                  <a:pt x="5986" y="7791"/>
                  <a:pt x="5942" y="7791"/>
                  <a:pt x="5894" y="7791"/>
                </a:cubicBezTo>
                <a:cubicBezTo>
                  <a:pt x="5890" y="7770"/>
                  <a:pt x="5886" y="7749"/>
                  <a:pt x="5880" y="7723"/>
                </a:cubicBezTo>
                <a:cubicBezTo>
                  <a:pt x="5873" y="7730"/>
                  <a:pt x="5867" y="7734"/>
                  <a:pt x="5863" y="7739"/>
                </a:cubicBezTo>
                <a:cubicBezTo>
                  <a:pt x="5798" y="7817"/>
                  <a:pt x="5672" y="7818"/>
                  <a:pt x="5605" y="7787"/>
                </a:cubicBezTo>
                <a:cubicBezTo>
                  <a:pt x="5548" y="7760"/>
                  <a:pt x="5516" y="7713"/>
                  <a:pt x="5507" y="7652"/>
                </a:cubicBezTo>
                <a:cubicBezTo>
                  <a:pt x="5502" y="7624"/>
                  <a:pt x="5503" y="7595"/>
                  <a:pt x="5507" y="7567"/>
                </a:cubicBezTo>
                <a:cubicBezTo>
                  <a:pt x="5519" y="7497"/>
                  <a:pt x="5559" y="7450"/>
                  <a:pt x="5628" y="7431"/>
                </a:cubicBezTo>
                <a:cubicBezTo>
                  <a:pt x="5657" y="7424"/>
                  <a:pt x="5687" y="7419"/>
                  <a:pt x="5716" y="7418"/>
                </a:cubicBezTo>
                <a:cubicBezTo>
                  <a:pt x="5769" y="7416"/>
                  <a:pt x="5823" y="7418"/>
                  <a:pt x="5882" y="7418"/>
                </a:cubicBezTo>
                <a:cubicBezTo>
                  <a:pt x="5880" y="7385"/>
                  <a:pt x="5880" y="7358"/>
                  <a:pt x="5878" y="7331"/>
                </a:cubicBezTo>
                <a:close/>
                <a:moveTo>
                  <a:pt x="5624" y="6946"/>
                </a:moveTo>
                <a:cubicBezTo>
                  <a:pt x="5665" y="6917"/>
                  <a:pt x="5710" y="6910"/>
                  <a:pt x="5758" y="6924"/>
                </a:cubicBezTo>
                <a:cubicBezTo>
                  <a:pt x="5776" y="6929"/>
                  <a:pt x="5794" y="6935"/>
                  <a:pt x="5810" y="6943"/>
                </a:cubicBezTo>
                <a:cubicBezTo>
                  <a:pt x="5862" y="6967"/>
                  <a:pt x="5911" y="6961"/>
                  <a:pt x="5958" y="6930"/>
                </a:cubicBezTo>
                <a:cubicBezTo>
                  <a:pt x="5962" y="6928"/>
                  <a:pt x="5967" y="6925"/>
                  <a:pt x="5976" y="6919"/>
                </a:cubicBezTo>
                <a:cubicBezTo>
                  <a:pt x="5986" y="6947"/>
                  <a:pt x="5995" y="6972"/>
                  <a:pt x="6003" y="6995"/>
                </a:cubicBezTo>
                <a:cubicBezTo>
                  <a:pt x="5969" y="7052"/>
                  <a:pt x="5902" y="7079"/>
                  <a:pt x="5840" y="7063"/>
                </a:cubicBezTo>
                <a:cubicBezTo>
                  <a:pt x="5819" y="7057"/>
                  <a:pt x="5797" y="7050"/>
                  <a:pt x="5777" y="7041"/>
                </a:cubicBezTo>
                <a:cubicBezTo>
                  <a:pt x="5723" y="7016"/>
                  <a:pt x="5673" y="7024"/>
                  <a:pt x="5626" y="7056"/>
                </a:cubicBezTo>
                <a:cubicBezTo>
                  <a:pt x="5622" y="7058"/>
                  <a:pt x="5617" y="7060"/>
                  <a:pt x="5611" y="7064"/>
                </a:cubicBezTo>
                <a:cubicBezTo>
                  <a:pt x="5606" y="7051"/>
                  <a:pt x="5601" y="7040"/>
                  <a:pt x="5597" y="7029"/>
                </a:cubicBezTo>
                <a:cubicBezTo>
                  <a:pt x="5580" y="6979"/>
                  <a:pt x="5581" y="6975"/>
                  <a:pt x="5624" y="6946"/>
                </a:cubicBezTo>
                <a:close/>
                <a:moveTo>
                  <a:pt x="6133" y="7469"/>
                </a:moveTo>
                <a:cubicBezTo>
                  <a:pt x="6138" y="7431"/>
                  <a:pt x="6140" y="7387"/>
                  <a:pt x="6150" y="7346"/>
                </a:cubicBezTo>
                <a:cubicBezTo>
                  <a:pt x="6180" y="7221"/>
                  <a:pt x="6260" y="7152"/>
                  <a:pt x="6388" y="7143"/>
                </a:cubicBezTo>
                <a:cubicBezTo>
                  <a:pt x="6431" y="7141"/>
                  <a:pt x="6475" y="7143"/>
                  <a:pt x="6517" y="7151"/>
                </a:cubicBezTo>
                <a:cubicBezTo>
                  <a:pt x="6605" y="7167"/>
                  <a:pt x="6667" y="7220"/>
                  <a:pt x="6698" y="7305"/>
                </a:cubicBezTo>
                <a:cubicBezTo>
                  <a:pt x="6723" y="7372"/>
                  <a:pt x="6729" y="7442"/>
                  <a:pt x="6723" y="7513"/>
                </a:cubicBezTo>
                <a:cubicBezTo>
                  <a:pt x="6720" y="7551"/>
                  <a:pt x="6714" y="7590"/>
                  <a:pt x="6703" y="7626"/>
                </a:cubicBezTo>
                <a:cubicBezTo>
                  <a:pt x="6677" y="7715"/>
                  <a:pt x="6618" y="7772"/>
                  <a:pt x="6527" y="7794"/>
                </a:cubicBezTo>
                <a:cubicBezTo>
                  <a:pt x="6462" y="7810"/>
                  <a:pt x="6397" y="7810"/>
                  <a:pt x="6332" y="7794"/>
                </a:cubicBezTo>
                <a:cubicBezTo>
                  <a:pt x="6222" y="7767"/>
                  <a:pt x="6167" y="7691"/>
                  <a:pt x="6146" y="7585"/>
                </a:cubicBezTo>
                <a:cubicBezTo>
                  <a:pt x="6139" y="7549"/>
                  <a:pt x="6138" y="7512"/>
                  <a:pt x="6133" y="7469"/>
                </a:cubicBezTo>
                <a:close/>
                <a:moveTo>
                  <a:pt x="7470" y="7027"/>
                </a:moveTo>
                <a:cubicBezTo>
                  <a:pt x="7470" y="6987"/>
                  <a:pt x="7470" y="6946"/>
                  <a:pt x="7470" y="6904"/>
                </a:cubicBezTo>
                <a:cubicBezTo>
                  <a:pt x="7522" y="6904"/>
                  <a:pt x="7570" y="6904"/>
                  <a:pt x="7620" y="6904"/>
                </a:cubicBezTo>
                <a:cubicBezTo>
                  <a:pt x="7620" y="7200"/>
                  <a:pt x="7620" y="7495"/>
                  <a:pt x="7620" y="7791"/>
                </a:cubicBezTo>
                <a:cubicBezTo>
                  <a:pt x="7573" y="7791"/>
                  <a:pt x="7529" y="7791"/>
                  <a:pt x="7483" y="7791"/>
                </a:cubicBezTo>
                <a:cubicBezTo>
                  <a:pt x="7478" y="7769"/>
                  <a:pt x="7474" y="7748"/>
                  <a:pt x="7468" y="7722"/>
                </a:cubicBezTo>
                <a:cubicBezTo>
                  <a:pt x="7458" y="7732"/>
                  <a:pt x="7451" y="7738"/>
                  <a:pt x="7445" y="7746"/>
                </a:cubicBezTo>
                <a:cubicBezTo>
                  <a:pt x="7366" y="7837"/>
                  <a:pt x="7176" y="7826"/>
                  <a:pt x="7108" y="7703"/>
                </a:cubicBezTo>
                <a:cubicBezTo>
                  <a:pt x="7085" y="7661"/>
                  <a:pt x="7071" y="7616"/>
                  <a:pt x="7066" y="7569"/>
                </a:cubicBezTo>
                <a:cubicBezTo>
                  <a:pt x="7057" y="7494"/>
                  <a:pt x="7055" y="7418"/>
                  <a:pt x="7075" y="7344"/>
                </a:cubicBezTo>
                <a:cubicBezTo>
                  <a:pt x="7108" y="7216"/>
                  <a:pt x="7193" y="7149"/>
                  <a:pt x="7327" y="7143"/>
                </a:cubicBezTo>
                <a:cubicBezTo>
                  <a:pt x="7358" y="7141"/>
                  <a:pt x="7389" y="7146"/>
                  <a:pt x="7420" y="7147"/>
                </a:cubicBezTo>
                <a:cubicBezTo>
                  <a:pt x="7434" y="7148"/>
                  <a:pt x="7449" y="7149"/>
                  <a:pt x="7469" y="7151"/>
                </a:cubicBezTo>
                <a:cubicBezTo>
                  <a:pt x="7471" y="7108"/>
                  <a:pt x="7470" y="7068"/>
                  <a:pt x="7470" y="7027"/>
                </a:cubicBezTo>
                <a:close/>
                <a:moveTo>
                  <a:pt x="7891" y="7585"/>
                </a:moveTo>
                <a:cubicBezTo>
                  <a:pt x="7907" y="7645"/>
                  <a:pt x="7948" y="7677"/>
                  <a:pt x="8010" y="7677"/>
                </a:cubicBezTo>
                <a:cubicBezTo>
                  <a:pt x="8072" y="7678"/>
                  <a:pt x="8134" y="7678"/>
                  <a:pt x="8196" y="7678"/>
                </a:cubicBezTo>
                <a:cubicBezTo>
                  <a:pt x="8208" y="7678"/>
                  <a:pt x="8220" y="7678"/>
                  <a:pt x="8235" y="7678"/>
                </a:cubicBezTo>
                <a:cubicBezTo>
                  <a:pt x="8235" y="7713"/>
                  <a:pt x="8235" y="7744"/>
                  <a:pt x="8235" y="7779"/>
                </a:cubicBezTo>
                <a:cubicBezTo>
                  <a:pt x="8206" y="7785"/>
                  <a:pt x="8179" y="7791"/>
                  <a:pt x="8151" y="7795"/>
                </a:cubicBezTo>
                <a:cubicBezTo>
                  <a:pt x="8081" y="7804"/>
                  <a:pt x="8011" y="7812"/>
                  <a:pt x="7940" y="7799"/>
                </a:cubicBezTo>
                <a:cubicBezTo>
                  <a:pt x="7840" y="7782"/>
                  <a:pt x="7772" y="7728"/>
                  <a:pt x="7741" y="7632"/>
                </a:cubicBezTo>
                <a:cubicBezTo>
                  <a:pt x="7710" y="7534"/>
                  <a:pt x="7708" y="7434"/>
                  <a:pt x="7738" y="7335"/>
                </a:cubicBezTo>
                <a:cubicBezTo>
                  <a:pt x="7771" y="7226"/>
                  <a:pt x="7846" y="7167"/>
                  <a:pt x="7957" y="7148"/>
                </a:cubicBezTo>
                <a:cubicBezTo>
                  <a:pt x="8018" y="7138"/>
                  <a:pt x="8078" y="7140"/>
                  <a:pt x="8137" y="7159"/>
                </a:cubicBezTo>
                <a:cubicBezTo>
                  <a:pt x="8243" y="7192"/>
                  <a:pt x="8296" y="7279"/>
                  <a:pt x="8278" y="7385"/>
                </a:cubicBezTo>
                <a:cubicBezTo>
                  <a:pt x="8265" y="7461"/>
                  <a:pt x="8215" y="7510"/>
                  <a:pt x="8137" y="7515"/>
                </a:cubicBezTo>
                <a:cubicBezTo>
                  <a:pt x="8068" y="7520"/>
                  <a:pt x="7999" y="7518"/>
                  <a:pt x="7929" y="7519"/>
                </a:cubicBezTo>
                <a:cubicBezTo>
                  <a:pt x="7915" y="7519"/>
                  <a:pt x="7900" y="7519"/>
                  <a:pt x="7879" y="7519"/>
                </a:cubicBezTo>
                <a:cubicBezTo>
                  <a:pt x="7884" y="7546"/>
                  <a:pt x="7886" y="7566"/>
                  <a:pt x="7891" y="7585"/>
                </a:cubicBezTo>
                <a:close/>
                <a:moveTo>
                  <a:pt x="9283" y="7793"/>
                </a:moveTo>
                <a:cubicBezTo>
                  <a:pt x="9224" y="7793"/>
                  <a:pt x="9173" y="7793"/>
                  <a:pt x="9121" y="7793"/>
                </a:cubicBezTo>
                <a:cubicBezTo>
                  <a:pt x="9105" y="7793"/>
                  <a:pt x="9101" y="7780"/>
                  <a:pt x="9095" y="7769"/>
                </a:cubicBezTo>
                <a:cubicBezTo>
                  <a:pt x="9045" y="7681"/>
                  <a:pt x="8995" y="7593"/>
                  <a:pt x="8944" y="7504"/>
                </a:cubicBezTo>
                <a:cubicBezTo>
                  <a:pt x="8937" y="7492"/>
                  <a:pt x="8929" y="7479"/>
                  <a:pt x="8921" y="7465"/>
                </a:cubicBezTo>
                <a:cubicBezTo>
                  <a:pt x="8884" y="7465"/>
                  <a:pt x="8847" y="7465"/>
                  <a:pt x="8805" y="7465"/>
                </a:cubicBezTo>
                <a:cubicBezTo>
                  <a:pt x="8805" y="7574"/>
                  <a:pt x="8805" y="7681"/>
                  <a:pt x="8805" y="7791"/>
                </a:cubicBezTo>
                <a:cubicBezTo>
                  <a:pt x="8749" y="7791"/>
                  <a:pt x="8698" y="7791"/>
                  <a:pt x="8644" y="7791"/>
                </a:cubicBezTo>
                <a:cubicBezTo>
                  <a:pt x="8644" y="7503"/>
                  <a:pt x="8644" y="7216"/>
                  <a:pt x="8644" y="6926"/>
                </a:cubicBezTo>
                <a:cubicBezTo>
                  <a:pt x="8656" y="6926"/>
                  <a:pt x="8667" y="6924"/>
                  <a:pt x="8678" y="6924"/>
                </a:cubicBezTo>
                <a:cubicBezTo>
                  <a:pt x="8776" y="6924"/>
                  <a:pt x="8874" y="6923"/>
                  <a:pt x="8972" y="6925"/>
                </a:cubicBezTo>
                <a:cubicBezTo>
                  <a:pt x="9004" y="6925"/>
                  <a:pt x="9036" y="6929"/>
                  <a:pt x="9067" y="6939"/>
                </a:cubicBezTo>
                <a:cubicBezTo>
                  <a:pt x="9202" y="6980"/>
                  <a:pt x="9256" y="7110"/>
                  <a:pt x="9242" y="7232"/>
                </a:cubicBezTo>
                <a:cubicBezTo>
                  <a:pt x="9231" y="7325"/>
                  <a:pt x="9186" y="7395"/>
                  <a:pt x="9096" y="7431"/>
                </a:cubicBezTo>
                <a:cubicBezTo>
                  <a:pt x="9092" y="7432"/>
                  <a:pt x="9088" y="7435"/>
                  <a:pt x="9081" y="7439"/>
                </a:cubicBezTo>
                <a:cubicBezTo>
                  <a:pt x="9148" y="7555"/>
                  <a:pt x="9214" y="7671"/>
                  <a:pt x="9283" y="7793"/>
                </a:cubicBezTo>
                <a:close/>
                <a:moveTo>
                  <a:pt x="9491" y="7563"/>
                </a:moveTo>
                <a:cubicBezTo>
                  <a:pt x="9504" y="7641"/>
                  <a:pt x="9547" y="7677"/>
                  <a:pt x="9626" y="7678"/>
                </a:cubicBezTo>
                <a:cubicBezTo>
                  <a:pt x="9685" y="7678"/>
                  <a:pt x="9743" y="7678"/>
                  <a:pt x="9801" y="7678"/>
                </a:cubicBezTo>
                <a:cubicBezTo>
                  <a:pt x="9813" y="7678"/>
                  <a:pt x="9825" y="7678"/>
                  <a:pt x="9840" y="7678"/>
                </a:cubicBezTo>
                <a:cubicBezTo>
                  <a:pt x="9840" y="7713"/>
                  <a:pt x="9840" y="7745"/>
                  <a:pt x="9840" y="7778"/>
                </a:cubicBezTo>
                <a:cubicBezTo>
                  <a:pt x="9781" y="7795"/>
                  <a:pt x="9723" y="7802"/>
                  <a:pt x="9663" y="7804"/>
                </a:cubicBezTo>
                <a:cubicBezTo>
                  <a:pt x="9625" y="7806"/>
                  <a:pt x="9587" y="7804"/>
                  <a:pt x="9549" y="7799"/>
                </a:cubicBezTo>
                <a:cubicBezTo>
                  <a:pt x="9444" y="7785"/>
                  <a:pt x="9374" y="7725"/>
                  <a:pt x="9344" y="7624"/>
                </a:cubicBezTo>
                <a:cubicBezTo>
                  <a:pt x="9316" y="7529"/>
                  <a:pt x="9315" y="7433"/>
                  <a:pt x="9342" y="7338"/>
                </a:cubicBezTo>
                <a:cubicBezTo>
                  <a:pt x="9374" y="7228"/>
                  <a:pt x="9450" y="7167"/>
                  <a:pt x="9562" y="7148"/>
                </a:cubicBezTo>
                <a:cubicBezTo>
                  <a:pt x="9622" y="7139"/>
                  <a:pt x="9681" y="7140"/>
                  <a:pt x="9739" y="7158"/>
                </a:cubicBezTo>
                <a:cubicBezTo>
                  <a:pt x="9808" y="7179"/>
                  <a:pt x="9860" y="7220"/>
                  <a:pt x="9880" y="7293"/>
                </a:cubicBezTo>
                <a:cubicBezTo>
                  <a:pt x="9893" y="7341"/>
                  <a:pt x="9890" y="7389"/>
                  <a:pt x="9868" y="7434"/>
                </a:cubicBezTo>
                <a:cubicBezTo>
                  <a:pt x="9842" y="7487"/>
                  <a:pt x="9796" y="7512"/>
                  <a:pt x="9739" y="7515"/>
                </a:cubicBezTo>
                <a:cubicBezTo>
                  <a:pt x="9670" y="7519"/>
                  <a:pt x="9601" y="7518"/>
                  <a:pt x="9531" y="7519"/>
                </a:cubicBezTo>
                <a:cubicBezTo>
                  <a:pt x="9518" y="7519"/>
                  <a:pt x="9505" y="7519"/>
                  <a:pt x="9487" y="7519"/>
                </a:cubicBezTo>
                <a:cubicBezTo>
                  <a:pt x="9489" y="7539"/>
                  <a:pt x="9489" y="7551"/>
                  <a:pt x="9491" y="7563"/>
                </a:cubicBezTo>
                <a:close/>
                <a:moveTo>
                  <a:pt x="10136" y="7577"/>
                </a:moveTo>
                <a:cubicBezTo>
                  <a:pt x="10153" y="7648"/>
                  <a:pt x="10191" y="7677"/>
                  <a:pt x="10263" y="7678"/>
                </a:cubicBezTo>
                <a:cubicBezTo>
                  <a:pt x="10314" y="7678"/>
                  <a:pt x="10365" y="7678"/>
                  <a:pt x="10416" y="7678"/>
                </a:cubicBezTo>
                <a:cubicBezTo>
                  <a:pt x="10428" y="7678"/>
                  <a:pt x="10440" y="7678"/>
                  <a:pt x="10455" y="7678"/>
                </a:cubicBezTo>
                <a:cubicBezTo>
                  <a:pt x="10455" y="7712"/>
                  <a:pt x="10455" y="7744"/>
                  <a:pt x="10455" y="7777"/>
                </a:cubicBezTo>
                <a:cubicBezTo>
                  <a:pt x="10407" y="7794"/>
                  <a:pt x="10357" y="7801"/>
                  <a:pt x="10306" y="7804"/>
                </a:cubicBezTo>
                <a:cubicBezTo>
                  <a:pt x="10263" y="7806"/>
                  <a:pt x="10219" y="7805"/>
                  <a:pt x="10177" y="7797"/>
                </a:cubicBezTo>
                <a:cubicBezTo>
                  <a:pt x="10074" y="7779"/>
                  <a:pt x="10009" y="7716"/>
                  <a:pt x="9982" y="7616"/>
                </a:cubicBezTo>
                <a:cubicBezTo>
                  <a:pt x="9957" y="7522"/>
                  <a:pt x="9957" y="7426"/>
                  <a:pt x="9982" y="7333"/>
                </a:cubicBezTo>
                <a:cubicBezTo>
                  <a:pt x="10011" y="7226"/>
                  <a:pt x="10082" y="7165"/>
                  <a:pt x="10191" y="7148"/>
                </a:cubicBezTo>
                <a:cubicBezTo>
                  <a:pt x="10279" y="7134"/>
                  <a:pt x="10364" y="7147"/>
                  <a:pt x="10449" y="7169"/>
                </a:cubicBezTo>
                <a:cubicBezTo>
                  <a:pt x="10451" y="7169"/>
                  <a:pt x="10453" y="7171"/>
                  <a:pt x="10456" y="7174"/>
                </a:cubicBezTo>
                <a:cubicBezTo>
                  <a:pt x="10456" y="7204"/>
                  <a:pt x="10456" y="7234"/>
                  <a:pt x="10456" y="7267"/>
                </a:cubicBezTo>
                <a:cubicBezTo>
                  <a:pt x="10446" y="7268"/>
                  <a:pt x="10436" y="7270"/>
                  <a:pt x="10427" y="7270"/>
                </a:cubicBezTo>
                <a:cubicBezTo>
                  <a:pt x="10374" y="7270"/>
                  <a:pt x="10320" y="7270"/>
                  <a:pt x="10267" y="7270"/>
                </a:cubicBezTo>
                <a:cubicBezTo>
                  <a:pt x="10191" y="7271"/>
                  <a:pt x="10152" y="7301"/>
                  <a:pt x="10135" y="7375"/>
                </a:cubicBezTo>
                <a:cubicBezTo>
                  <a:pt x="10120" y="7442"/>
                  <a:pt x="10120" y="7510"/>
                  <a:pt x="10136" y="7577"/>
                </a:cubicBezTo>
                <a:close/>
                <a:moveTo>
                  <a:pt x="10689" y="7578"/>
                </a:moveTo>
                <a:cubicBezTo>
                  <a:pt x="10686" y="7660"/>
                  <a:pt x="10745" y="7699"/>
                  <a:pt x="10824" y="7684"/>
                </a:cubicBezTo>
                <a:cubicBezTo>
                  <a:pt x="10882" y="7674"/>
                  <a:pt x="10920" y="7627"/>
                  <a:pt x="10920" y="7569"/>
                </a:cubicBezTo>
                <a:cubicBezTo>
                  <a:pt x="10921" y="7446"/>
                  <a:pt x="10920" y="7323"/>
                  <a:pt x="10920" y="7200"/>
                </a:cubicBezTo>
                <a:cubicBezTo>
                  <a:pt x="10920" y="7187"/>
                  <a:pt x="10920" y="7173"/>
                  <a:pt x="10920" y="7158"/>
                </a:cubicBezTo>
                <a:cubicBezTo>
                  <a:pt x="10973" y="7158"/>
                  <a:pt x="11021" y="7158"/>
                  <a:pt x="11072" y="7158"/>
                </a:cubicBezTo>
                <a:cubicBezTo>
                  <a:pt x="11072" y="7369"/>
                  <a:pt x="11072" y="7578"/>
                  <a:pt x="11072" y="7791"/>
                </a:cubicBezTo>
                <a:cubicBezTo>
                  <a:pt x="11027" y="7796"/>
                  <a:pt x="10983" y="7792"/>
                  <a:pt x="10935" y="7793"/>
                </a:cubicBezTo>
                <a:cubicBezTo>
                  <a:pt x="10930" y="7771"/>
                  <a:pt x="10926" y="7749"/>
                  <a:pt x="10920" y="7724"/>
                </a:cubicBezTo>
                <a:cubicBezTo>
                  <a:pt x="10911" y="7731"/>
                  <a:pt x="10904" y="7737"/>
                  <a:pt x="10897" y="7743"/>
                </a:cubicBezTo>
                <a:cubicBezTo>
                  <a:pt x="10824" y="7807"/>
                  <a:pt x="10741" y="7820"/>
                  <a:pt x="10650" y="7793"/>
                </a:cubicBezTo>
                <a:cubicBezTo>
                  <a:pt x="10587" y="7773"/>
                  <a:pt x="10554" y="7725"/>
                  <a:pt x="10541" y="7663"/>
                </a:cubicBezTo>
                <a:cubicBezTo>
                  <a:pt x="10538" y="7645"/>
                  <a:pt x="10536" y="7626"/>
                  <a:pt x="10536" y="7607"/>
                </a:cubicBezTo>
                <a:cubicBezTo>
                  <a:pt x="10536" y="7466"/>
                  <a:pt x="10536" y="7325"/>
                  <a:pt x="10536" y="7183"/>
                </a:cubicBezTo>
                <a:cubicBezTo>
                  <a:pt x="10536" y="7176"/>
                  <a:pt x="10537" y="7169"/>
                  <a:pt x="10537" y="7157"/>
                </a:cubicBezTo>
                <a:cubicBezTo>
                  <a:pt x="10589" y="7157"/>
                  <a:pt x="10637" y="7157"/>
                  <a:pt x="10690" y="7157"/>
                </a:cubicBezTo>
                <a:cubicBezTo>
                  <a:pt x="10690" y="7172"/>
                  <a:pt x="10690" y="7185"/>
                  <a:pt x="10690" y="7198"/>
                </a:cubicBezTo>
                <a:cubicBezTo>
                  <a:pt x="10690" y="7325"/>
                  <a:pt x="10693" y="7451"/>
                  <a:pt x="10689" y="7578"/>
                </a:cubicBezTo>
                <a:close/>
                <a:moveTo>
                  <a:pt x="11345" y="7747"/>
                </a:moveTo>
                <a:cubicBezTo>
                  <a:pt x="11345" y="7760"/>
                  <a:pt x="11345" y="7774"/>
                  <a:pt x="11345" y="7790"/>
                </a:cubicBezTo>
                <a:cubicBezTo>
                  <a:pt x="11294" y="7790"/>
                  <a:pt x="11245" y="7790"/>
                  <a:pt x="11194" y="7790"/>
                </a:cubicBezTo>
                <a:cubicBezTo>
                  <a:pt x="11194" y="7580"/>
                  <a:pt x="11194" y="7371"/>
                  <a:pt x="11194" y="7157"/>
                </a:cubicBezTo>
                <a:cubicBezTo>
                  <a:pt x="11240" y="7157"/>
                  <a:pt x="11283" y="7157"/>
                  <a:pt x="11331" y="7157"/>
                </a:cubicBezTo>
                <a:cubicBezTo>
                  <a:pt x="11336" y="7188"/>
                  <a:pt x="11340" y="7220"/>
                  <a:pt x="11346" y="7260"/>
                </a:cubicBezTo>
                <a:cubicBezTo>
                  <a:pt x="11371" y="7221"/>
                  <a:pt x="11396" y="7191"/>
                  <a:pt x="11431" y="7172"/>
                </a:cubicBezTo>
                <a:cubicBezTo>
                  <a:pt x="11466" y="7153"/>
                  <a:pt x="11504" y="7143"/>
                  <a:pt x="11547" y="7143"/>
                </a:cubicBezTo>
                <a:cubicBezTo>
                  <a:pt x="11547" y="7192"/>
                  <a:pt x="11547" y="7240"/>
                  <a:pt x="11547" y="7289"/>
                </a:cubicBezTo>
                <a:cubicBezTo>
                  <a:pt x="11516" y="7293"/>
                  <a:pt x="11484" y="7294"/>
                  <a:pt x="11452" y="7300"/>
                </a:cubicBezTo>
                <a:cubicBezTo>
                  <a:pt x="11402" y="7310"/>
                  <a:pt x="11363" y="7337"/>
                  <a:pt x="11350" y="7390"/>
                </a:cubicBezTo>
                <a:cubicBezTo>
                  <a:pt x="11346" y="7404"/>
                  <a:pt x="11346" y="7419"/>
                  <a:pt x="11346" y="7434"/>
                </a:cubicBezTo>
                <a:cubicBezTo>
                  <a:pt x="11345" y="7538"/>
                  <a:pt x="11345" y="7643"/>
                  <a:pt x="11345" y="7747"/>
                </a:cubicBezTo>
                <a:close/>
                <a:moveTo>
                  <a:pt x="11927" y="7553"/>
                </a:moveTo>
                <a:cubicBezTo>
                  <a:pt x="11900" y="7544"/>
                  <a:pt x="11872" y="7538"/>
                  <a:pt x="11845" y="7530"/>
                </a:cubicBezTo>
                <a:cubicBezTo>
                  <a:pt x="11807" y="7519"/>
                  <a:pt x="11767" y="7511"/>
                  <a:pt x="11731" y="7496"/>
                </a:cubicBezTo>
                <a:cubicBezTo>
                  <a:pt x="11659" y="7466"/>
                  <a:pt x="11628" y="7407"/>
                  <a:pt x="11628" y="7330"/>
                </a:cubicBezTo>
                <a:cubicBezTo>
                  <a:pt x="11629" y="7256"/>
                  <a:pt x="11665" y="7203"/>
                  <a:pt x="11733" y="7173"/>
                </a:cubicBezTo>
                <a:cubicBezTo>
                  <a:pt x="11801" y="7142"/>
                  <a:pt x="11875" y="7138"/>
                  <a:pt x="11948" y="7144"/>
                </a:cubicBezTo>
                <a:cubicBezTo>
                  <a:pt x="11995" y="7148"/>
                  <a:pt x="12041" y="7158"/>
                  <a:pt x="12087" y="7166"/>
                </a:cubicBezTo>
                <a:cubicBezTo>
                  <a:pt x="12092" y="7167"/>
                  <a:pt x="12096" y="7170"/>
                  <a:pt x="12102" y="7172"/>
                </a:cubicBezTo>
                <a:cubicBezTo>
                  <a:pt x="12102" y="7203"/>
                  <a:pt x="12102" y="7234"/>
                  <a:pt x="12102" y="7267"/>
                </a:cubicBezTo>
                <a:cubicBezTo>
                  <a:pt x="12092" y="7268"/>
                  <a:pt x="12082" y="7270"/>
                  <a:pt x="12073" y="7270"/>
                </a:cubicBezTo>
                <a:cubicBezTo>
                  <a:pt x="12016" y="7270"/>
                  <a:pt x="11959" y="7269"/>
                  <a:pt x="11902" y="7271"/>
                </a:cubicBezTo>
                <a:cubicBezTo>
                  <a:pt x="11881" y="7271"/>
                  <a:pt x="11859" y="7274"/>
                  <a:pt x="11839" y="7280"/>
                </a:cubicBezTo>
                <a:cubicBezTo>
                  <a:pt x="11815" y="7286"/>
                  <a:pt x="11797" y="7302"/>
                  <a:pt x="11795" y="7329"/>
                </a:cubicBezTo>
                <a:cubicBezTo>
                  <a:pt x="11793" y="7355"/>
                  <a:pt x="11805" y="7376"/>
                  <a:pt x="11829" y="7386"/>
                </a:cubicBezTo>
                <a:cubicBezTo>
                  <a:pt x="11852" y="7396"/>
                  <a:pt x="11878" y="7403"/>
                  <a:pt x="11903" y="7410"/>
                </a:cubicBezTo>
                <a:cubicBezTo>
                  <a:pt x="11941" y="7421"/>
                  <a:pt x="11980" y="7427"/>
                  <a:pt x="12017" y="7442"/>
                </a:cubicBezTo>
                <a:cubicBezTo>
                  <a:pt x="12118" y="7481"/>
                  <a:pt x="12159" y="7576"/>
                  <a:pt x="12123" y="7678"/>
                </a:cubicBezTo>
                <a:cubicBezTo>
                  <a:pt x="12107" y="7724"/>
                  <a:pt x="12076" y="7758"/>
                  <a:pt x="12031" y="7775"/>
                </a:cubicBezTo>
                <a:cubicBezTo>
                  <a:pt x="11993" y="7789"/>
                  <a:pt x="11953" y="7799"/>
                  <a:pt x="11913" y="7804"/>
                </a:cubicBezTo>
                <a:cubicBezTo>
                  <a:pt x="11845" y="7812"/>
                  <a:pt x="11700" y="7800"/>
                  <a:pt x="11628" y="7777"/>
                </a:cubicBezTo>
                <a:cubicBezTo>
                  <a:pt x="11628" y="7745"/>
                  <a:pt x="11628" y="7714"/>
                  <a:pt x="11628" y="7680"/>
                </a:cubicBezTo>
                <a:cubicBezTo>
                  <a:pt x="11639" y="7679"/>
                  <a:pt x="11650" y="7678"/>
                  <a:pt x="11660" y="7678"/>
                </a:cubicBezTo>
                <a:cubicBezTo>
                  <a:pt x="11727" y="7678"/>
                  <a:pt x="11795" y="7679"/>
                  <a:pt x="11862" y="7677"/>
                </a:cubicBezTo>
                <a:cubicBezTo>
                  <a:pt x="11883" y="7677"/>
                  <a:pt x="11906" y="7672"/>
                  <a:pt x="11927" y="7665"/>
                </a:cubicBezTo>
                <a:cubicBezTo>
                  <a:pt x="11952" y="7657"/>
                  <a:pt x="11967" y="7636"/>
                  <a:pt x="11968" y="7608"/>
                </a:cubicBezTo>
                <a:cubicBezTo>
                  <a:pt x="11969" y="7580"/>
                  <a:pt x="11952" y="7561"/>
                  <a:pt x="11927" y="7553"/>
                </a:cubicBezTo>
                <a:close/>
                <a:moveTo>
                  <a:pt x="12228" y="7333"/>
                </a:moveTo>
                <a:cubicBezTo>
                  <a:pt x="12262" y="7209"/>
                  <a:pt x="12345" y="7153"/>
                  <a:pt x="12465" y="7144"/>
                </a:cubicBezTo>
                <a:cubicBezTo>
                  <a:pt x="12510" y="7140"/>
                  <a:pt x="12557" y="7143"/>
                  <a:pt x="12601" y="7153"/>
                </a:cubicBezTo>
                <a:cubicBezTo>
                  <a:pt x="12714" y="7178"/>
                  <a:pt x="12771" y="7258"/>
                  <a:pt x="12790" y="7367"/>
                </a:cubicBezTo>
                <a:cubicBezTo>
                  <a:pt x="12797" y="7402"/>
                  <a:pt x="12798" y="7438"/>
                  <a:pt x="12802" y="7474"/>
                </a:cubicBezTo>
                <a:cubicBezTo>
                  <a:pt x="12800" y="7528"/>
                  <a:pt x="12794" y="7580"/>
                  <a:pt x="12777" y="7632"/>
                </a:cubicBezTo>
                <a:cubicBezTo>
                  <a:pt x="12745" y="7728"/>
                  <a:pt x="12678" y="7782"/>
                  <a:pt x="12578" y="7799"/>
                </a:cubicBezTo>
                <a:cubicBezTo>
                  <a:pt x="12530" y="7807"/>
                  <a:pt x="12483" y="7807"/>
                  <a:pt x="12434" y="7800"/>
                </a:cubicBezTo>
                <a:cubicBezTo>
                  <a:pt x="12330" y="7782"/>
                  <a:pt x="12261" y="7725"/>
                  <a:pt x="12231" y="7623"/>
                </a:cubicBezTo>
                <a:cubicBezTo>
                  <a:pt x="12203" y="7527"/>
                  <a:pt x="12202" y="7430"/>
                  <a:pt x="12228" y="7333"/>
                </a:cubicBezTo>
                <a:close/>
                <a:moveTo>
                  <a:pt x="13175" y="7553"/>
                </a:moveTo>
                <a:cubicBezTo>
                  <a:pt x="13149" y="7544"/>
                  <a:pt x="13121" y="7538"/>
                  <a:pt x="13093" y="7530"/>
                </a:cubicBezTo>
                <a:cubicBezTo>
                  <a:pt x="13057" y="7520"/>
                  <a:pt x="13021" y="7513"/>
                  <a:pt x="12986" y="7499"/>
                </a:cubicBezTo>
                <a:cubicBezTo>
                  <a:pt x="12910" y="7469"/>
                  <a:pt x="12876" y="7413"/>
                  <a:pt x="12877" y="7331"/>
                </a:cubicBezTo>
                <a:cubicBezTo>
                  <a:pt x="12877" y="7253"/>
                  <a:pt x="12915" y="7200"/>
                  <a:pt x="12987" y="7170"/>
                </a:cubicBezTo>
                <a:cubicBezTo>
                  <a:pt x="13057" y="7141"/>
                  <a:pt x="13132" y="7138"/>
                  <a:pt x="13206" y="7145"/>
                </a:cubicBezTo>
                <a:cubicBezTo>
                  <a:pt x="13254" y="7149"/>
                  <a:pt x="13301" y="7159"/>
                  <a:pt x="13349" y="7167"/>
                </a:cubicBezTo>
                <a:cubicBezTo>
                  <a:pt x="13349" y="7203"/>
                  <a:pt x="13349" y="7234"/>
                  <a:pt x="13349" y="7267"/>
                </a:cubicBezTo>
                <a:cubicBezTo>
                  <a:pt x="13339" y="7268"/>
                  <a:pt x="13330" y="7270"/>
                  <a:pt x="13320" y="7270"/>
                </a:cubicBezTo>
                <a:cubicBezTo>
                  <a:pt x="13263" y="7270"/>
                  <a:pt x="13206" y="7269"/>
                  <a:pt x="13149" y="7271"/>
                </a:cubicBezTo>
                <a:cubicBezTo>
                  <a:pt x="13125" y="7272"/>
                  <a:pt x="13099" y="7275"/>
                  <a:pt x="13077" y="7285"/>
                </a:cubicBezTo>
                <a:cubicBezTo>
                  <a:pt x="13034" y="7303"/>
                  <a:pt x="13029" y="7355"/>
                  <a:pt x="13068" y="7379"/>
                </a:cubicBezTo>
                <a:cubicBezTo>
                  <a:pt x="13092" y="7394"/>
                  <a:pt x="13120" y="7401"/>
                  <a:pt x="13147" y="7409"/>
                </a:cubicBezTo>
                <a:cubicBezTo>
                  <a:pt x="13186" y="7421"/>
                  <a:pt x="13227" y="7427"/>
                  <a:pt x="13265" y="7442"/>
                </a:cubicBezTo>
                <a:cubicBezTo>
                  <a:pt x="13350" y="7475"/>
                  <a:pt x="13404" y="7541"/>
                  <a:pt x="13373" y="7668"/>
                </a:cubicBezTo>
                <a:cubicBezTo>
                  <a:pt x="13361" y="7720"/>
                  <a:pt x="13327" y="7757"/>
                  <a:pt x="13278" y="7775"/>
                </a:cubicBezTo>
                <a:cubicBezTo>
                  <a:pt x="13242" y="7789"/>
                  <a:pt x="13202" y="7800"/>
                  <a:pt x="13163" y="7803"/>
                </a:cubicBezTo>
                <a:cubicBezTo>
                  <a:pt x="13068" y="7811"/>
                  <a:pt x="12973" y="7801"/>
                  <a:pt x="12876" y="7779"/>
                </a:cubicBezTo>
                <a:cubicBezTo>
                  <a:pt x="12871" y="7747"/>
                  <a:pt x="12873" y="7716"/>
                  <a:pt x="12875" y="7681"/>
                </a:cubicBezTo>
                <a:cubicBezTo>
                  <a:pt x="12886" y="7680"/>
                  <a:pt x="12897" y="7678"/>
                  <a:pt x="12907" y="7678"/>
                </a:cubicBezTo>
                <a:cubicBezTo>
                  <a:pt x="12974" y="7678"/>
                  <a:pt x="13042" y="7679"/>
                  <a:pt x="13108" y="7677"/>
                </a:cubicBezTo>
                <a:cubicBezTo>
                  <a:pt x="13130" y="7677"/>
                  <a:pt x="13153" y="7673"/>
                  <a:pt x="13174" y="7665"/>
                </a:cubicBezTo>
                <a:cubicBezTo>
                  <a:pt x="13200" y="7656"/>
                  <a:pt x="13215" y="7636"/>
                  <a:pt x="13215" y="7606"/>
                </a:cubicBezTo>
                <a:cubicBezTo>
                  <a:pt x="13215" y="7578"/>
                  <a:pt x="13199" y="7562"/>
                  <a:pt x="13175" y="7553"/>
                </a:cubicBezTo>
                <a:close/>
              </a:path>
            </a:pathLst>
          </a:custGeom>
          <a:grpFill/>
          <a:ln>
            <a:noFill/>
          </a:ln>
        </p:spPr>
        <p:txBody>
          <a:bodyPr vert="horz" wrap="square" lIns="91440" tIns="45720" rIns="91440" bIns="45720" anchor="t"/>
          <a:lstStyle/>
          <a:p>
            <a:endParaRPr/>
          </a:p>
        </p:txBody>
      </p:sp>
      <p:sp>
        <p:nvSpPr>
          <p:cNvPr id="58" name="Freeform 30">
            <a:extLst>
              <a:ext uri="{FF2B5EF4-FFF2-40B4-BE49-F238E27FC236}">
                <a16:creationId xmlns:a16="http://schemas.microsoft.com/office/drawing/2014/main" id="{28DBBE54-8F83-169A-0F03-F840F3709A77}"/>
              </a:ext>
            </a:extLst>
          </p:cNvPr>
          <p:cNvSpPr>
            <a:spLocks noGrp="1"/>
          </p:cNvSpPr>
          <p:nvPr/>
        </p:nvSpPr>
        <p:spPr>
          <a:xfrm>
            <a:off x="11117467" y="5896821"/>
            <a:ext cx="19196" cy="13197"/>
          </a:xfrm>
          <a:custGeom>
            <a:avLst/>
            <a:gdLst>
              <a:gd name="T0" fmla="*/ 164 w 252"/>
              <a:gd name="T1" fmla="*/ 177 h 178"/>
              <a:gd name="T2" fmla="*/ 196 w 252"/>
              <a:gd name="T3" fmla="*/ 171 h 178"/>
              <a:gd name="T4" fmla="*/ 238 w 252"/>
              <a:gd name="T5" fmla="*/ 81 h 178"/>
              <a:gd name="T6" fmla="*/ 185 w 252"/>
              <a:gd name="T7" fmla="*/ 33 h 178"/>
              <a:gd name="T8" fmla="*/ 2 w 252"/>
              <a:gd name="T9" fmla="*/ 178 h 178"/>
              <a:gd name="T10" fmla="*/ 164 w 252"/>
              <a:gd name="T11" fmla="*/ 177 h 178"/>
            </a:gdLst>
            <a:ahLst/>
            <a:cxnLst/>
            <a:rect l="0" t="0" r="r" b="b"/>
            <a:pathLst>
              <a:path w="252" h="178">
                <a:moveTo>
                  <a:pt x="164" y="177"/>
                </a:moveTo>
                <a:cubicBezTo>
                  <a:pt x="175" y="177"/>
                  <a:pt x="186" y="174"/>
                  <a:pt x="196" y="171"/>
                </a:cubicBezTo>
                <a:cubicBezTo>
                  <a:pt x="234" y="158"/>
                  <a:pt x="252" y="118"/>
                  <a:pt x="238" y="81"/>
                </a:cubicBezTo>
                <a:cubicBezTo>
                  <a:pt x="229" y="56"/>
                  <a:pt x="209" y="41"/>
                  <a:pt x="185" y="33"/>
                </a:cubicBezTo>
                <a:cubicBezTo>
                  <a:pt x="90" y="0"/>
                  <a:pt x="0" y="69"/>
                  <a:pt x="2" y="178"/>
                </a:cubicBezTo>
                <a:cubicBezTo>
                  <a:pt x="58" y="178"/>
                  <a:pt x="111" y="178"/>
                  <a:pt x="164" y="177"/>
                </a:cubicBezTo>
                <a:close/>
              </a:path>
            </a:pathLst>
          </a:custGeom>
          <a:grpFill/>
          <a:ln>
            <a:noFill/>
          </a:ln>
        </p:spPr>
        <p:txBody>
          <a:bodyPr vert="horz" wrap="square" lIns="91440" tIns="45720" rIns="91440" bIns="45720" anchor="t"/>
          <a:lstStyle/>
          <a:p>
            <a:endParaRPr/>
          </a:p>
        </p:txBody>
      </p:sp>
      <p:sp>
        <p:nvSpPr>
          <p:cNvPr id="59" name="Freeform 31">
            <a:extLst>
              <a:ext uri="{FF2B5EF4-FFF2-40B4-BE49-F238E27FC236}">
                <a16:creationId xmlns:a16="http://schemas.microsoft.com/office/drawing/2014/main" id="{D8B6D749-028C-2806-2B3E-234A032B164A}"/>
              </a:ext>
            </a:extLst>
          </p:cNvPr>
          <p:cNvSpPr>
            <a:spLocks noGrp="1"/>
          </p:cNvSpPr>
          <p:nvPr/>
        </p:nvSpPr>
        <p:spPr>
          <a:xfrm>
            <a:off x="11065876" y="5882424"/>
            <a:ext cx="20996" cy="20396"/>
          </a:xfrm>
          <a:custGeom>
            <a:avLst/>
            <a:gdLst>
              <a:gd name="T0" fmla="*/ 179 w 277"/>
              <a:gd name="T1" fmla="*/ 11 h 266"/>
              <a:gd name="T2" fmla="*/ 0 w 277"/>
              <a:gd name="T3" fmla="*/ 7 h 266"/>
              <a:gd name="T4" fmla="*/ 0 w 277"/>
              <a:gd name="T5" fmla="*/ 266 h 266"/>
              <a:gd name="T6" fmla="*/ 100 w 277"/>
              <a:gd name="T7" fmla="*/ 265 h 266"/>
              <a:gd name="T8" fmla="*/ 160 w 277"/>
              <a:gd name="T9" fmla="*/ 263 h 266"/>
              <a:gd name="T10" fmla="*/ 248 w 277"/>
              <a:gd name="T11" fmla="*/ 216 h 266"/>
              <a:gd name="T12" fmla="*/ 238 w 277"/>
              <a:gd name="T13" fmla="*/ 47 h 266"/>
              <a:gd name="T14" fmla="*/ 179 w 277"/>
              <a:gd name="T15" fmla="*/ 11 h 266"/>
            </a:gdLst>
            <a:ahLst/>
            <a:cxnLst/>
            <a:rect l="0" t="0" r="r" b="b"/>
            <a:pathLst>
              <a:path w="277" h="266">
                <a:moveTo>
                  <a:pt x="179" y="11"/>
                </a:moveTo>
                <a:cubicBezTo>
                  <a:pt x="120" y="0"/>
                  <a:pt x="61" y="7"/>
                  <a:pt x="0" y="7"/>
                </a:cubicBezTo>
                <a:cubicBezTo>
                  <a:pt x="0" y="94"/>
                  <a:pt x="0" y="177"/>
                  <a:pt x="0" y="266"/>
                </a:cubicBezTo>
                <a:cubicBezTo>
                  <a:pt x="36" y="266"/>
                  <a:pt x="68" y="266"/>
                  <a:pt x="100" y="265"/>
                </a:cubicBezTo>
                <a:cubicBezTo>
                  <a:pt x="120" y="265"/>
                  <a:pt x="140" y="265"/>
                  <a:pt x="160" y="263"/>
                </a:cubicBezTo>
                <a:cubicBezTo>
                  <a:pt x="195" y="259"/>
                  <a:pt x="228" y="248"/>
                  <a:pt x="248" y="216"/>
                </a:cubicBezTo>
                <a:cubicBezTo>
                  <a:pt x="277" y="172"/>
                  <a:pt x="272" y="88"/>
                  <a:pt x="238" y="47"/>
                </a:cubicBezTo>
                <a:cubicBezTo>
                  <a:pt x="223" y="28"/>
                  <a:pt x="203" y="16"/>
                  <a:pt x="179" y="11"/>
                </a:cubicBezTo>
                <a:close/>
              </a:path>
            </a:pathLst>
          </a:custGeom>
          <a:grpFill/>
          <a:ln>
            <a:noFill/>
          </a:ln>
        </p:spPr>
        <p:txBody>
          <a:bodyPr vert="horz" wrap="square" lIns="91440" tIns="45720" rIns="91440" bIns="45720" anchor="t"/>
          <a:lstStyle/>
          <a:p>
            <a:endParaRPr/>
          </a:p>
        </p:txBody>
      </p:sp>
      <p:sp>
        <p:nvSpPr>
          <p:cNvPr id="60" name="Freeform 32">
            <a:extLst>
              <a:ext uri="{FF2B5EF4-FFF2-40B4-BE49-F238E27FC236}">
                <a16:creationId xmlns:a16="http://schemas.microsoft.com/office/drawing/2014/main" id="{8894C4BA-1099-D5D7-4AE4-4CEDF6792605}"/>
              </a:ext>
            </a:extLst>
          </p:cNvPr>
          <p:cNvSpPr>
            <a:spLocks noGrp="1"/>
          </p:cNvSpPr>
          <p:nvPr/>
        </p:nvSpPr>
        <p:spPr>
          <a:xfrm>
            <a:off x="10945898" y="5898620"/>
            <a:ext cx="19196" cy="31794"/>
          </a:xfrm>
          <a:custGeom>
            <a:avLst/>
            <a:gdLst>
              <a:gd name="T0" fmla="*/ 144 w 260"/>
              <a:gd name="T1" fmla="*/ 2 h 426"/>
              <a:gd name="T2" fmla="*/ 27 w 260"/>
              <a:gd name="T3" fmla="*/ 87 h 426"/>
              <a:gd name="T4" fmla="*/ 28 w 260"/>
              <a:gd name="T5" fmla="*/ 340 h 426"/>
              <a:gd name="T6" fmla="*/ 161 w 260"/>
              <a:gd name="T7" fmla="*/ 413 h 426"/>
              <a:gd name="T8" fmla="*/ 259 w 260"/>
              <a:gd name="T9" fmla="*/ 295 h 426"/>
              <a:gd name="T10" fmla="*/ 259 w 260"/>
              <a:gd name="T11" fmla="*/ 23 h 426"/>
              <a:gd name="T12" fmla="*/ 256 w 260"/>
              <a:gd name="T13" fmla="*/ 1 h 426"/>
              <a:gd name="T14" fmla="*/ 144 w 260"/>
              <a:gd name="T15" fmla="*/ 2 h 426"/>
            </a:gdLst>
            <a:ahLst/>
            <a:cxnLst/>
            <a:rect l="0" t="0" r="r" b="b"/>
            <a:pathLst>
              <a:path w="260" h="426">
                <a:moveTo>
                  <a:pt x="144" y="2"/>
                </a:moveTo>
                <a:cubicBezTo>
                  <a:pt x="85" y="3"/>
                  <a:pt x="45" y="31"/>
                  <a:pt x="27" y="87"/>
                </a:cubicBezTo>
                <a:cubicBezTo>
                  <a:pt x="0" y="171"/>
                  <a:pt x="1" y="256"/>
                  <a:pt x="28" y="340"/>
                </a:cubicBezTo>
                <a:cubicBezTo>
                  <a:pt x="46" y="398"/>
                  <a:pt x="102" y="426"/>
                  <a:pt x="161" y="413"/>
                </a:cubicBezTo>
                <a:cubicBezTo>
                  <a:pt x="223" y="400"/>
                  <a:pt x="258" y="359"/>
                  <a:pt x="259" y="295"/>
                </a:cubicBezTo>
                <a:cubicBezTo>
                  <a:pt x="260" y="205"/>
                  <a:pt x="259" y="114"/>
                  <a:pt x="259" y="23"/>
                </a:cubicBezTo>
                <a:cubicBezTo>
                  <a:pt x="259" y="17"/>
                  <a:pt x="258" y="11"/>
                  <a:pt x="256" y="1"/>
                </a:cubicBezTo>
                <a:cubicBezTo>
                  <a:pt x="216" y="1"/>
                  <a:pt x="180" y="0"/>
                  <a:pt x="144" y="2"/>
                </a:cubicBezTo>
                <a:close/>
              </a:path>
            </a:pathLst>
          </a:custGeom>
          <a:grpFill/>
          <a:ln>
            <a:noFill/>
          </a:ln>
        </p:spPr>
        <p:txBody>
          <a:bodyPr vert="horz" wrap="square" lIns="91440" tIns="45720" rIns="91440" bIns="45720" anchor="t"/>
          <a:lstStyle/>
          <a:p>
            <a:endParaRPr/>
          </a:p>
        </p:txBody>
      </p:sp>
      <p:sp>
        <p:nvSpPr>
          <p:cNvPr id="61" name="Freeform 33">
            <a:extLst>
              <a:ext uri="{FF2B5EF4-FFF2-40B4-BE49-F238E27FC236}">
                <a16:creationId xmlns:a16="http://schemas.microsoft.com/office/drawing/2014/main" id="{573D8287-267C-63B5-E222-613D5FBA0CCA}"/>
              </a:ext>
            </a:extLst>
          </p:cNvPr>
          <p:cNvSpPr>
            <a:spLocks noGrp="1"/>
          </p:cNvSpPr>
          <p:nvPr/>
        </p:nvSpPr>
        <p:spPr>
          <a:xfrm>
            <a:off x="10703541" y="5896821"/>
            <a:ext cx="19196" cy="13197"/>
          </a:xfrm>
          <a:custGeom>
            <a:avLst/>
            <a:gdLst>
              <a:gd name="T0" fmla="*/ 164 w 253"/>
              <a:gd name="T1" fmla="*/ 177 h 178"/>
              <a:gd name="T2" fmla="*/ 197 w 253"/>
              <a:gd name="T3" fmla="*/ 171 h 178"/>
              <a:gd name="T4" fmla="*/ 239 w 253"/>
              <a:gd name="T5" fmla="*/ 81 h 178"/>
              <a:gd name="T6" fmla="*/ 186 w 253"/>
              <a:gd name="T7" fmla="*/ 33 h 178"/>
              <a:gd name="T8" fmla="*/ 3 w 253"/>
              <a:gd name="T9" fmla="*/ 178 h 178"/>
              <a:gd name="T10" fmla="*/ 164 w 253"/>
              <a:gd name="T11" fmla="*/ 177 h 178"/>
            </a:gdLst>
            <a:ahLst/>
            <a:cxnLst/>
            <a:rect l="0" t="0" r="r" b="b"/>
            <a:pathLst>
              <a:path w="253" h="178">
                <a:moveTo>
                  <a:pt x="164" y="177"/>
                </a:moveTo>
                <a:cubicBezTo>
                  <a:pt x="175" y="177"/>
                  <a:pt x="186" y="174"/>
                  <a:pt x="197" y="171"/>
                </a:cubicBezTo>
                <a:cubicBezTo>
                  <a:pt x="235" y="158"/>
                  <a:pt x="253" y="118"/>
                  <a:pt x="239" y="81"/>
                </a:cubicBezTo>
                <a:cubicBezTo>
                  <a:pt x="229" y="56"/>
                  <a:pt x="210" y="41"/>
                  <a:pt x="186" y="33"/>
                </a:cubicBezTo>
                <a:cubicBezTo>
                  <a:pt x="91" y="0"/>
                  <a:pt x="0" y="69"/>
                  <a:pt x="3" y="178"/>
                </a:cubicBezTo>
                <a:cubicBezTo>
                  <a:pt x="58" y="178"/>
                  <a:pt x="111" y="178"/>
                  <a:pt x="164" y="177"/>
                </a:cubicBezTo>
                <a:close/>
              </a:path>
            </a:pathLst>
          </a:custGeom>
          <a:grpFill/>
          <a:ln>
            <a:noFill/>
          </a:ln>
        </p:spPr>
        <p:txBody>
          <a:bodyPr vert="horz" wrap="square" lIns="91440" tIns="45720" rIns="91440" bIns="45720" anchor="t"/>
          <a:lstStyle/>
          <a:p>
            <a:endParaRPr/>
          </a:p>
        </p:txBody>
      </p:sp>
      <p:sp>
        <p:nvSpPr>
          <p:cNvPr id="62" name="Freeform 34">
            <a:extLst>
              <a:ext uri="{FF2B5EF4-FFF2-40B4-BE49-F238E27FC236}">
                <a16:creationId xmlns:a16="http://schemas.microsoft.com/office/drawing/2014/main" id="{99BE5CAF-F1C8-860D-594E-BE2085B795BA}"/>
              </a:ext>
            </a:extLst>
          </p:cNvPr>
          <p:cNvSpPr>
            <a:spLocks noGrp="1"/>
          </p:cNvSpPr>
          <p:nvPr/>
        </p:nvSpPr>
        <p:spPr>
          <a:xfrm>
            <a:off x="10828319" y="5917217"/>
            <a:ext cx="17397" cy="13197"/>
          </a:xfrm>
          <a:custGeom>
            <a:avLst/>
            <a:gdLst>
              <a:gd name="T0" fmla="*/ 58 w 229"/>
              <a:gd name="T1" fmla="*/ 6 h 178"/>
              <a:gd name="T2" fmla="*/ 0 w 229"/>
              <a:gd name="T3" fmla="*/ 87 h 178"/>
              <a:gd name="T4" fmla="*/ 57 w 229"/>
              <a:gd name="T5" fmla="*/ 165 h 178"/>
              <a:gd name="T6" fmla="*/ 180 w 229"/>
              <a:gd name="T7" fmla="*/ 146 h 178"/>
              <a:gd name="T8" fmla="*/ 218 w 229"/>
              <a:gd name="T9" fmla="*/ 93 h 178"/>
              <a:gd name="T10" fmla="*/ 221 w 229"/>
              <a:gd name="T11" fmla="*/ 0 h 178"/>
              <a:gd name="T12" fmla="*/ 83 w 229"/>
              <a:gd name="T13" fmla="*/ 0 h 178"/>
              <a:gd name="T14" fmla="*/ 58 w 229"/>
              <a:gd name="T15" fmla="*/ 6 h 178"/>
            </a:gdLst>
            <a:ahLst/>
            <a:cxnLst/>
            <a:rect l="0" t="0" r="r" b="b"/>
            <a:pathLst>
              <a:path w="229" h="178">
                <a:moveTo>
                  <a:pt x="58" y="6"/>
                </a:moveTo>
                <a:cubicBezTo>
                  <a:pt x="20" y="18"/>
                  <a:pt x="0" y="46"/>
                  <a:pt x="0" y="87"/>
                </a:cubicBezTo>
                <a:cubicBezTo>
                  <a:pt x="0" y="125"/>
                  <a:pt x="19" y="153"/>
                  <a:pt x="57" y="165"/>
                </a:cubicBezTo>
                <a:cubicBezTo>
                  <a:pt x="100" y="178"/>
                  <a:pt x="144" y="175"/>
                  <a:pt x="180" y="146"/>
                </a:cubicBezTo>
                <a:cubicBezTo>
                  <a:pt x="196" y="132"/>
                  <a:pt x="211" y="113"/>
                  <a:pt x="218" y="93"/>
                </a:cubicBezTo>
                <a:cubicBezTo>
                  <a:pt x="229" y="64"/>
                  <a:pt x="228" y="32"/>
                  <a:pt x="221" y="0"/>
                </a:cubicBezTo>
                <a:cubicBezTo>
                  <a:pt x="175" y="0"/>
                  <a:pt x="129" y="0"/>
                  <a:pt x="83" y="0"/>
                </a:cubicBezTo>
                <a:cubicBezTo>
                  <a:pt x="75" y="0"/>
                  <a:pt x="66" y="3"/>
                  <a:pt x="58" y="6"/>
                </a:cubicBezTo>
                <a:close/>
              </a:path>
            </a:pathLst>
          </a:custGeom>
          <a:grpFill/>
          <a:ln>
            <a:noFill/>
          </a:ln>
        </p:spPr>
        <p:txBody>
          <a:bodyPr vert="horz" wrap="square" lIns="91440" tIns="45720" rIns="91440" bIns="45720" anchor="t"/>
          <a:lstStyle/>
          <a:p>
            <a:endParaRPr/>
          </a:p>
        </p:txBody>
      </p:sp>
      <p:sp>
        <p:nvSpPr>
          <p:cNvPr id="63" name="Freeform 35">
            <a:extLst>
              <a:ext uri="{FF2B5EF4-FFF2-40B4-BE49-F238E27FC236}">
                <a16:creationId xmlns:a16="http://schemas.microsoft.com/office/drawing/2014/main" id="{3662201E-2CC1-410D-79C4-024A400245A4}"/>
              </a:ext>
            </a:extLst>
          </p:cNvPr>
          <p:cNvSpPr>
            <a:spLocks noGrp="1"/>
          </p:cNvSpPr>
          <p:nvPr/>
        </p:nvSpPr>
        <p:spPr>
          <a:xfrm>
            <a:off x="10876310" y="5898620"/>
            <a:ext cx="20996" cy="30594"/>
          </a:xfrm>
          <a:custGeom>
            <a:avLst/>
            <a:gdLst>
              <a:gd name="T0" fmla="*/ 140 w 279"/>
              <a:gd name="T1" fmla="*/ 410 h 410"/>
              <a:gd name="T2" fmla="*/ 259 w 279"/>
              <a:gd name="T3" fmla="*/ 324 h 410"/>
              <a:gd name="T4" fmla="*/ 279 w 279"/>
              <a:gd name="T5" fmla="*/ 205 h 410"/>
              <a:gd name="T6" fmla="*/ 258 w 279"/>
              <a:gd name="T7" fmla="*/ 85 h 410"/>
              <a:gd name="T8" fmla="*/ 139 w 279"/>
              <a:gd name="T9" fmla="*/ 0 h 410"/>
              <a:gd name="T10" fmla="*/ 22 w 279"/>
              <a:gd name="T11" fmla="*/ 88 h 410"/>
              <a:gd name="T12" fmla="*/ 22 w 279"/>
              <a:gd name="T13" fmla="*/ 323 h 410"/>
              <a:gd name="T14" fmla="*/ 140 w 279"/>
              <a:gd name="T15" fmla="*/ 410 h 410"/>
            </a:gdLst>
            <a:ahLst/>
            <a:cxnLst/>
            <a:rect l="0" t="0" r="r" b="b"/>
            <a:pathLst>
              <a:path w="279" h="410">
                <a:moveTo>
                  <a:pt x="140" y="410"/>
                </a:moveTo>
                <a:cubicBezTo>
                  <a:pt x="203" y="410"/>
                  <a:pt x="242" y="384"/>
                  <a:pt x="259" y="324"/>
                </a:cubicBezTo>
                <a:cubicBezTo>
                  <a:pt x="269" y="286"/>
                  <a:pt x="272" y="246"/>
                  <a:pt x="279" y="205"/>
                </a:cubicBezTo>
                <a:cubicBezTo>
                  <a:pt x="272" y="165"/>
                  <a:pt x="269" y="124"/>
                  <a:pt x="258" y="85"/>
                </a:cubicBezTo>
                <a:cubicBezTo>
                  <a:pt x="242" y="25"/>
                  <a:pt x="202" y="0"/>
                  <a:pt x="139" y="0"/>
                </a:cubicBezTo>
                <a:cubicBezTo>
                  <a:pt x="77" y="0"/>
                  <a:pt x="38" y="28"/>
                  <a:pt x="22" y="88"/>
                </a:cubicBezTo>
                <a:cubicBezTo>
                  <a:pt x="0" y="166"/>
                  <a:pt x="0" y="245"/>
                  <a:pt x="22" y="323"/>
                </a:cubicBezTo>
                <a:cubicBezTo>
                  <a:pt x="39" y="383"/>
                  <a:pt x="78" y="410"/>
                  <a:pt x="140" y="410"/>
                </a:cubicBezTo>
                <a:close/>
              </a:path>
            </a:pathLst>
          </a:custGeom>
          <a:grpFill/>
          <a:ln>
            <a:noFill/>
          </a:ln>
        </p:spPr>
        <p:txBody>
          <a:bodyPr vert="horz" wrap="square" lIns="91440" tIns="45720" rIns="91440" bIns="45720" anchor="t"/>
          <a:lstStyle/>
          <a:p>
            <a:endParaRPr/>
          </a:p>
        </p:txBody>
      </p:sp>
      <p:sp>
        <p:nvSpPr>
          <p:cNvPr id="64" name="Freeform 36">
            <a:extLst>
              <a:ext uri="{FF2B5EF4-FFF2-40B4-BE49-F238E27FC236}">
                <a16:creationId xmlns:a16="http://schemas.microsoft.com/office/drawing/2014/main" id="{4EEEF41C-3323-333E-3DDA-3AEBF309C394}"/>
              </a:ext>
            </a:extLst>
          </p:cNvPr>
          <p:cNvSpPr>
            <a:spLocks noGrp="1"/>
          </p:cNvSpPr>
          <p:nvPr/>
        </p:nvSpPr>
        <p:spPr>
          <a:xfrm>
            <a:off x="10996888" y="5897421"/>
            <a:ext cx="17996" cy="12597"/>
          </a:xfrm>
          <a:custGeom>
            <a:avLst/>
            <a:gdLst>
              <a:gd name="T0" fmla="*/ 168 w 243"/>
              <a:gd name="T1" fmla="*/ 169 h 170"/>
              <a:gd name="T2" fmla="*/ 187 w 243"/>
              <a:gd name="T3" fmla="*/ 166 h 170"/>
              <a:gd name="T4" fmla="*/ 239 w 243"/>
              <a:gd name="T5" fmla="*/ 92 h 170"/>
              <a:gd name="T6" fmla="*/ 183 w 243"/>
              <a:gd name="T7" fmla="*/ 26 h 170"/>
              <a:gd name="T8" fmla="*/ 0 w 243"/>
              <a:gd name="T9" fmla="*/ 170 h 170"/>
              <a:gd name="T10" fmla="*/ 168 w 243"/>
              <a:gd name="T11" fmla="*/ 169 h 170"/>
            </a:gdLst>
            <a:ahLst/>
            <a:cxnLst/>
            <a:rect l="0" t="0" r="r" b="b"/>
            <a:pathLst>
              <a:path w="243" h="170">
                <a:moveTo>
                  <a:pt x="168" y="169"/>
                </a:moveTo>
                <a:cubicBezTo>
                  <a:pt x="175" y="169"/>
                  <a:pt x="181" y="167"/>
                  <a:pt x="187" y="166"/>
                </a:cubicBezTo>
                <a:cubicBezTo>
                  <a:pt x="223" y="156"/>
                  <a:pt x="243" y="130"/>
                  <a:pt x="239" y="92"/>
                </a:cubicBezTo>
                <a:cubicBezTo>
                  <a:pt x="237" y="56"/>
                  <a:pt x="214" y="37"/>
                  <a:pt x="183" y="26"/>
                </a:cubicBezTo>
                <a:cubicBezTo>
                  <a:pt x="107" y="0"/>
                  <a:pt x="2" y="37"/>
                  <a:pt x="0" y="170"/>
                </a:cubicBezTo>
                <a:cubicBezTo>
                  <a:pt x="56" y="170"/>
                  <a:pt x="112" y="170"/>
                  <a:pt x="168" y="169"/>
                </a:cubicBezTo>
                <a:close/>
              </a:path>
            </a:pathLst>
          </a:custGeom>
          <a:grpFill/>
          <a:ln>
            <a:noFill/>
          </a:ln>
        </p:spPr>
        <p:txBody>
          <a:bodyPr vert="horz" wrap="square" lIns="91440" tIns="45720" rIns="91440" bIns="45720" anchor="t"/>
          <a:lstStyle/>
          <a:p>
            <a:endParaRPr/>
          </a:p>
        </p:txBody>
      </p:sp>
      <p:sp>
        <p:nvSpPr>
          <p:cNvPr id="65" name="Freeform 37">
            <a:extLst>
              <a:ext uri="{FF2B5EF4-FFF2-40B4-BE49-F238E27FC236}">
                <a16:creationId xmlns:a16="http://schemas.microsoft.com/office/drawing/2014/main" id="{71D00EDF-13EB-FB58-C74A-82EDF32157D5}"/>
              </a:ext>
            </a:extLst>
          </p:cNvPr>
          <p:cNvSpPr>
            <a:spLocks noGrp="1"/>
          </p:cNvSpPr>
          <p:nvPr/>
        </p:nvSpPr>
        <p:spPr>
          <a:xfrm>
            <a:off x="11334628" y="5898021"/>
            <a:ext cx="20396" cy="32394"/>
          </a:xfrm>
          <a:custGeom>
            <a:avLst/>
            <a:gdLst>
              <a:gd name="T0" fmla="*/ 94 w 275"/>
              <a:gd name="T1" fmla="*/ 414 h 434"/>
              <a:gd name="T2" fmla="*/ 258 w 275"/>
              <a:gd name="T3" fmla="*/ 325 h 434"/>
              <a:gd name="T4" fmla="*/ 268 w 275"/>
              <a:gd name="T5" fmla="*/ 170 h 434"/>
              <a:gd name="T6" fmla="*/ 249 w 275"/>
              <a:gd name="T7" fmla="*/ 79 h 434"/>
              <a:gd name="T8" fmla="*/ 172 w 275"/>
              <a:gd name="T9" fmla="*/ 12 h 434"/>
              <a:gd name="T10" fmla="*/ 15 w 275"/>
              <a:gd name="T11" fmla="*/ 108 h 434"/>
              <a:gd name="T12" fmla="*/ 0 w 275"/>
              <a:gd name="T13" fmla="*/ 220 h 434"/>
              <a:gd name="T14" fmla="*/ 21 w 275"/>
              <a:gd name="T15" fmla="*/ 340 h 434"/>
              <a:gd name="T16" fmla="*/ 94 w 275"/>
              <a:gd name="T17" fmla="*/ 414 h 434"/>
            </a:gdLst>
            <a:ahLst/>
            <a:cxnLst/>
            <a:rect l="0" t="0" r="r" b="b"/>
            <a:pathLst>
              <a:path w="275" h="434">
                <a:moveTo>
                  <a:pt x="94" y="414"/>
                </a:moveTo>
                <a:cubicBezTo>
                  <a:pt x="180" y="434"/>
                  <a:pt x="238" y="404"/>
                  <a:pt x="258" y="325"/>
                </a:cubicBezTo>
                <a:cubicBezTo>
                  <a:pt x="271" y="274"/>
                  <a:pt x="275" y="222"/>
                  <a:pt x="268" y="170"/>
                </a:cubicBezTo>
                <a:cubicBezTo>
                  <a:pt x="265" y="139"/>
                  <a:pt x="259" y="108"/>
                  <a:pt x="249" y="79"/>
                </a:cubicBezTo>
                <a:cubicBezTo>
                  <a:pt x="237" y="43"/>
                  <a:pt x="210" y="18"/>
                  <a:pt x="172" y="12"/>
                </a:cubicBezTo>
                <a:cubicBezTo>
                  <a:pt x="98" y="0"/>
                  <a:pt x="36" y="18"/>
                  <a:pt x="15" y="108"/>
                </a:cubicBezTo>
                <a:cubicBezTo>
                  <a:pt x="7" y="142"/>
                  <a:pt x="6" y="177"/>
                  <a:pt x="0" y="220"/>
                </a:cubicBezTo>
                <a:cubicBezTo>
                  <a:pt x="6" y="255"/>
                  <a:pt x="11" y="298"/>
                  <a:pt x="21" y="340"/>
                </a:cubicBezTo>
                <a:cubicBezTo>
                  <a:pt x="31" y="377"/>
                  <a:pt x="55" y="405"/>
                  <a:pt x="94" y="414"/>
                </a:cubicBezTo>
                <a:close/>
              </a:path>
            </a:pathLst>
          </a:custGeom>
          <a:grpFill/>
          <a:ln>
            <a:noFill/>
          </a:ln>
        </p:spPr>
        <p:txBody>
          <a:bodyPr vert="horz" wrap="square" lIns="91440" tIns="45720" rIns="91440" bIns="45720" anchor="t"/>
          <a:lstStyle/>
          <a:p>
            <a:endParaRPr/>
          </a:p>
        </p:txBody>
      </p:sp>
      <p:sp>
        <p:nvSpPr>
          <p:cNvPr id="66" name="CaixaDeTexto 65">
            <a:extLst>
              <a:ext uri="{FF2B5EF4-FFF2-40B4-BE49-F238E27FC236}">
                <a16:creationId xmlns:a16="http://schemas.microsoft.com/office/drawing/2014/main" id="{DE781763-90F2-5753-8B8F-966AAD6DCEFF}"/>
              </a:ext>
            </a:extLst>
          </p:cNvPr>
          <p:cNvSpPr>
            <a:spLocks noGrp="1"/>
          </p:cNvSpPr>
          <p:nvPr/>
        </p:nvSpPr>
        <p:spPr>
          <a:xfrm>
            <a:off x="366713" y="5213858"/>
            <a:ext cx="11453811" cy="740587"/>
          </a:xfrm>
          <a:prstGeom prst="rect">
            <a:avLst/>
          </a:prstGeom>
          <a:noFill/>
        </p:spPr>
        <p:txBody>
          <a:bodyPr wrap="square" lIns="0" tIns="0" rIns="0" bIns="0" anchor="b">
            <a:spAutoFit/>
          </a:bodyPr>
          <a:lstStyle/>
          <a:p>
            <a:pPr algn="ctr">
              <a:lnSpc>
                <a:spcPct val="150000"/>
              </a:lnSpc>
              <a:buNone/>
            </a:pPr>
            <a:r>
              <a:rPr sz="1100" b="0" i="0">
                <a:solidFill>
                  <a:schemeClr val="bg1"/>
                </a:solidFill>
              </a:rPr>
              <a:t>Rua Minas de Prata, 30 – Itaim Bibi</a:t>
            </a:r>
            <a:br/>
            <a:r>
              <a:rPr sz="1100" b="0" i="0">
                <a:solidFill>
                  <a:schemeClr val="bg1"/>
                </a:solidFill>
              </a:rPr>
              <a:t>CEP: 04552-080 - São Paulo – SP</a:t>
            </a:r>
          </a:p>
          <a:p>
            <a:pPr algn="ctr">
              <a:lnSpc>
                <a:spcPct val="150000"/>
              </a:lnSpc>
              <a:buNone/>
            </a:pPr>
            <a:r>
              <a:rPr sz="1100">
                <a:solidFill>
                  <a:schemeClr val="bg1"/>
                </a:solidFill>
              </a:rPr>
              <a:t>relacionamento@kinea.com.br</a:t>
            </a:r>
          </a:p>
        </p:txBody>
      </p:sp>
      <p:sp>
        <p:nvSpPr>
          <p:cNvPr id="67" name="Rectangle 10">
            <a:extLst>
              <a:ext uri="{FF2B5EF4-FFF2-40B4-BE49-F238E27FC236}">
                <a16:creationId xmlns:a16="http://schemas.microsoft.com/office/drawing/2014/main" id="{60707125-EA02-8ABD-4B31-99DC31C8A319}"/>
              </a:ext>
            </a:extLst>
          </p:cNvPr>
          <p:cNvSpPr>
            <a:spLocks noGrp="1"/>
          </p:cNvSpPr>
          <p:nvPr/>
        </p:nvSpPr>
        <p:spPr>
          <a:xfrm>
            <a:off x="547328" y="1576942"/>
            <a:ext cx="5330100" cy="3077766"/>
          </a:xfrm>
          <a:prstGeom prst="rect">
            <a:avLst/>
          </a:prstGeom>
          <a:noFill/>
        </p:spPr>
        <p:txBody>
          <a:bodyPr wrap="square" lIns="0" tIns="0" rIns="0" bIns="0">
            <a:spAutoFit/>
          </a:bodyPr>
          <a:lstStyle/>
          <a:p>
            <a:pPr marL="0" marR="0" indent="0" defTabSz="457200">
              <a:spcBef>
                <a:spcPts val="0"/>
              </a:spcBef>
              <a:spcAft>
                <a:spcPts val="0"/>
              </a:spcAft>
              <a:buClrTx/>
              <a:buSzTx/>
              <a:buFontTx/>
              <a:buNone/>
            </a:pPr>
            <a:r>
              <a:rPr sz="800">
                <a:solidFill>
                  <a:srgbClr val="7F7F7F"/>
                </a:solidFill>
                <a:latin typeface="Titillium Web ExtraLight"/>
                <a:ea typeface="Titillium Web ExtraLight"/>
                <a:cs typeface="Titillium Web ExtraLight"/>
              </a:rPr>
              <a:t>This material was prepared by Kinea (Kinea Investimentos Ltda and Kinea Private Equity Investimentos S.A.), an Itaú Unibanco Group company. Kinea does not sell or distribute investment fund shares. </a:t>
            </a:r>
          </a:p>
          <a:p>
            <a:pPr marL="0" marR="0" indent="0" defTabSz="457200">
              <a:spcBef>
                <a:spcPts val="0"/>
              </a:spcBef>
              <a:spcAft>
                <a:spcPts val="0"/>
              </a:spcAft>
              <a:buClrTx/>
              <a:buSzTx/>
              <a:buFontTx/>
              <a:buNone/>
            </a:pPr>
            <a:endParaRPr sz="800">
              <a:solidFill>
                <a:srgbClr val="7F7F7F"/>
              </a:solidFill>
              <a:latin typeface="Titillium Web ExtraLight"/>
              <a:ea typeface="Titillium Web ExtraLight"/>
              <a:cs typeface="Titillium Web ExtraLight"/>
            </a:endParaRPr>
          </a:p>
          <a:p>
            <a:pPr marL="0" marR="0" indent="0" defTabSz="457200">
              <a:spcBef>
                <a:spcPts val="0"/>
              </a:spcBef>
              <a:spcAft>
                <a:spcPts val="0"/>
              </a:spcAft>
              <a:buClrTx/>
              <a:buSzTx/>
              <a:buFontTx/>
              <a:buNone/>
            </a:pPr>
            <a:r>
              <a:rPr sz="800">
                <a:solidFill>
                  <a:srgbClr val="7F7F7F"/>
                </a:solidFill>
                <a:latin typeface="Titillium Web ExtraLight"/>
                <a:ea typeface="Titillium Web ExtraLight"/>
                <a:cs typeface="Titillium Web ExtraLight"/>
              </a:rPr>
              <a:t>Read the fund’s regulation and other legal documents before investing. The funds are supervised and overseen by the Brazilian Securities and Exchange Commission – CVM. Open-end funds not intended to qualified investors have essential information sheets. The ANBIMA (the Brazilian financial and capital markets association) style description is included in the supplementary information form. Refer to those documents on the CVM website http://www.cvm.gov.br/ or on the website of the respective fund managers. There is no guarantee of long-term tax treatment for funds that report such treatment in the regulation. </a:t>
            </a:r>
          </a:p>
          <a:p>
            <a:pPr marL="0" marR="0" indent="0" defTabSz="457200">
              <a:spcBef>
                <a:spcPts val="0"/>
              </a:spcBef>
              <a:spcAft>
                <a:spcPts val="0"/>
              </a:spcAft>
              <a:buClrTx/>
              <a:buSzTx/>
              <a:buFontTx/>
              <a:buNone/>
            </a:pPr>
            <a:endParaRPr sz="800">
              <a:solidFill>
                <a:srgbClr val="7F7F7F"/>
              </a:solidFill>
              <a:latin typeface="Titillium Web ExtraLight"/>
              <a:ea typeface="Titillium Web ExtraLight"/>
              <a:cs typeface="Titillium Web ExtraLight"/>
            </a:endParaRPr>
          </a:p>
          <a:p>
            <a:pPr marL="0" marR="0" indent="0" defTabSz="457200">
              <a:spcBef>
                <a:spcPts val="0"/>
              </a:spcBef>
              <a:spcAft>
                <a:spcPts val="0"/>
              </a:spcAft>
              <a:buClrTx/>
              <a:buSzTx/>
              <a:buFontTx/>
              <a:buNone/>
            </a:pPr>
            <a:r>
              <a:rPr sz="800">
                <a:solidFill>
                  <a:srgbClr val="7F7F7F"/>
                </a:solidFill>
                <a:latin typeface="Titillium Web ExtraLight"/>
                <a:ea typeface="Titillium Web ExtraLight"/>
                <a:cs typeface="Titillium Web ExtraLight"/>
              </a:rPr>
              <a:t>Kinea funds are not registered in the United States of America under the Investment Company Act of 1940 or the Securities Act of 1933. They may not be offered or sold in the United States of America or in any of its territories, possessions or areas subject to its jurisdiction, or to persons considered to be US  Persons for purposes of the US capital markets regulation. </a:t>
            </a:r>
          </a:p>
          <a:p>
            <a:pPr marL="0" marR="0" indent="0" defTabSz="457200">
              <a:spcBef>
                <a:spcPts val="0"/>
              </a:spcBef>
              <a:spcAft>
                <a:spcPts val="0"/>
              </a:spcAft>
              <a:buClrTx/>
              <a:buSzTx/>
              <a:buFontTx/>
              <a:buNone/>
            </a:pPr>
            <a:endParaRPr sz="800">
              <a:solidFill>
                <a:srgbClr val="7F7F7F"/>
              </a:solidFill>
              <a:latin typeface="Titillium Web ExtraLight"/>
              <a:ea typeface="Titillium Web ExtraLight"/>
              <a:cs typeface="Titillium Web ExtraLight"/>
            </a:endParaRPr>
          </a:p>
          <a:p>
            <a:pPr marL="0" marR="0" indent="0" defTabSz="457200">
              <a:spcBef>
                <a:spcPts val="0"/>
              </a:spcBef>
              <a:spcAft>
                <a:spcPts val="0"/>
              </a:spcAft>
              <a:buClrTx/>
              <a:buSzTx/>
              <a:buFontTx/>
              <a:buNone/>
            </a:pPr>
            <a:r>
              <a:rPr sz="800">
                <a:solidFill>
                  <a:srgbClr val="7F7F7F"/>
                </a:solidFill>
                <a:latin typeface="Titillium Web ExtraLight"/>
                <a:ea typeface="Titillium Web ExtraLight"/>
                <a:cs typeface="Titillium Web ExtraLight"/>
              </a:rPr>
              <a:t>Kinea Investment Funds could present a high degree of volatility and risk. </a:t>
            </a:r>
          </a:p>
          <a:p>
            <a:pPr marL="0" marR="0" indent="0" defTabSz="457200">
              <a:spcBef>
                <a:spcPts val="0"/>
              </a:spcBef>
              <a:spcAft>
                <a:spcPts val="0"/>
              </a:spcAft>
              <a:buClrTx/>
              <a:buSzTx/>
              <a:buFontTx/>
              <a:buNone/>
            </a:pPr>
            <a:endParaRPr sz="800">
              <a:solidFill>
                <a:srgbClr val="7F7F7F"/>
              </a:solidFill>
              <a:latin typeface="Titillium Web ExtraLight"/>
              <a:ea typeface="Titillium Web ExtraLight"/>
              <a:cs typeface="Titillium Web ExtraLight"/>
            </a:endParaRPr>
          </a:p>
          <a:p>
            <a:pPr marL="0" marR="0" indent="0" defTabSz="457200">
              <a:spcBef>
                <a:spcPts val="0"/>
              </a:spcBef>
              <a:spcAft>
                <a:spcPts val="0"/>
              </a:spcAft>
              <a:buClrTx/>
              <a:buSzTx/>
              <a:buFontTx/>
              <a:buNone/>
            </a:pPr>
            <a:r>
              <a:rPr sz="800">
                <a:solidFill>
                  <a:srgbClr val="7F7F7F"/>
                </a:solidFill>
                <a:latin typeface="Titillium Web ExtraLight"/>
                <a:ea typeface="Titillium Web ExtraLight"/>
                <a:cs typeface="Titillium Web ExtraLight"/>
              </a:rPr>
              <a:t>Some funds report in their regulation that they use derivatives strategies as part of their investment policy, which, depending on how they are applied, could result in financial losses for shareholders in excess of the invested capital, forcing shareholders to contribute additional capital to cover the fund. </a:t>
            </a:r>
          </a:p>
          <a:p>
            <a:pPr marL="0" marR="0" indent="0" defTabSz="457200">
              <a:spcBef>
                <a:spcPts val="0"/>
              </a:spcBef>
              <a:spcAft>
                <a:spcPts val="0"/>
              </a:spcAft>
              <a:buClrTx/>
              <a:buSzTx/>
              <a:buFontTx/>
              <a:buNone/>
            </a:pPr>
            <a:endParaRPr sz="800">
              <a:solidFill>
                <a:srgbClr val="7F7F7F"/>
              </a:solidFill>
              <a:latin typeface="Titillium Web ExtraLight"/>
              <a:ea typeface="Titillium Web ExtraLight"/>
              <a:cs typeface="Titillium Web ExtraLight"/>
            </a:endParaRPr>
          </a:p>
          <a:p>
            <a:pPr marL="0" marR="0" indent="0" defTabSz="457200">
              <a:spcBef>
                <a:spcPts val="0"/>
              </a:spcBef>
              <a:spcAft>
                <a:spcPts val="0"/>
              </a:spcAft>
              <a:buClrTx/>
              <a:buSzTx/>
              <a:buFontTx/>
              <a:buNone/>
            </a:pPr>
            <a:r>
              <a:rPr sz="800">
                <a:solidFill>
                  <a:srgbClr val="7F7F7F"/>
                </a:solidFill>
                <a:latin typeface="Titillium Web ExtraLight"/>
                <a:ea typeface="Titillium Web ExtraLight"/>
                <a:cs typeface="Titillium Web ExtraLight"/>
              </a:rPr>
              <a:t>A performance assessment is recommended for the investment funds in this document at least every 12 months. Past profitability is not a guarantee of future profitability, and investment funds are not guaranteed by the Managing Institution, or by any insurance mechanism, nor by the Brazilian Deposit Insurance Fund – FGC. </a:t>
            </a:r>
          </a:p>
          <a:p>
            <a:pPr marL="0" marR="0" indent="0" defTabSz="457200">
              <a:spcBef>
                <a:spcPts val="0"/>
              </a:spcBef>
              <a:spcAft>
                <a:spcPts val="0"/>
              </a:spcAft>
              <a:buClrTx/>
              <a:buSzTx/>
              <a:buFontTx/>
              <a:buNone/>
            </a:pPr>
            <a:endParaRPr sz="800">
              <a:solidFill>
                <a:srgbClr val="7F7F7F"/>
              </a:solidFill>
              <a:latin typeface="Titillium Web ExtraLight"/>
              <a:ea typeface="Titillium Web ExtraLight"/>
              <a:cs typeface="Titillium Web ExtraLight"/>
            </a:endParaRPr>
          </a:p>
          <a:p>
            <a:pPr marL="0" marR="0" indent="0" defTabSz="457200">
              <a:spcBef>
                <a:spcPts val="0"/>
              </a:spcBef>
              <a:spcAft>
                <a:spcPts val="0"/>
              </a:spcAft>
              <a:buClrTx/>
              <a:buSzTx/>
              <a:buFontTx/>
              <a:buNone/>
            </a:pPr>
            <a:r>
              <a:rPr sz="800">
                <a:solidFill>
                  <a:srgbClr val="7F7F7F"/>
                </a:solidFill>
                <a:latin typeface="Titillium Web ExtraLight"/>
                <a:ea typeface="Titillium Web ExtraLight"/>
                <a:cs typeface="Titillium Web ExtraLight"/>
              </a:rPr>
              <a:t>Equity Investment Funds comply with ICVM 578; therefore, such funds are closed-end funds in which shares are redeemed only at the end of the fund’s term. </a:t>
            </a:r>
          </a:p>
        </p:txBody>
      </p:sp>
      <p:sp>
        <p:nvSpPr>
          <p:cNvPr id="68" name="Rectangle 15">
            <a:extLst>
              <a:ext uri="{FF2B5EF4-FFF2-40B4-BE49-F238E27FC236}">
                <a16:creationId xmlns:a16="http://schemas.microsoft.com/office/drawing/2014/main" id="{21BDFDF8-D83E-861E-D471-68B2F7557DFD}"/>
              </a:ext>
            </a:extLst>
          </p:cNvPr>
          <p:cNvSpPr>
            <a:spLocks noGrp="1"/>
          </p:cNvSpPr>
          <p:nvPr/>
        </p:nvSpPr>
        <p:spPr>
          <a:xfrm>
            <a:off x="6314573" y="1576942"/>
            <a:ext cx="5387847" cy="2831544"/>
          </a:xfrm>
          <a:prstGeom prst="rect">
            <a:avLst/>
          </a:prstGeom>
          <a:noFill/>
        </p:spPr>
        <p:txBody>
          <a:bodyPr wrap="square" lIns="0" tIns="0" rIns="0" bIns="0">
            <a:spAutoFit/>
          </a:bodyPr>
          <a:lstStyle/>
          <a:p>
            <a:pPr defTabSz="457200">
              <a:buNone/>
            </a:pPr>
            <a:r>
              <a:rPr sz="800">
                <a:solidFill>
                  <a:srgbClr val="7F7F7F"/>
                </a:solidFill>
                <a:latin typeface="Titillium Web ExtraLight"/>
                <a:ea typeface="Titillium Web ExtraLight"/>
                <a:cs typeface="Titillium Web ExtraLight"/>
              </a:rPr>
              <a:t>This modality concentrates the portfolio in a few low-liquidity assets, which could result in financial losses for shareholders that could exceed the invested capital, and thus forcing shareholders to contribute additional funds to cover the fund, in the event of a negative result. Real Estate Investment Funds comply with ICVM472; therefore, they are closed-end funds in which shares are not redeemable and shareholders may face difficulties in disposing of their shares in the secondary market.</a:t>
            </a:r>
          </a:p>
          <a:p>
            <a:pPr defTabSz="457200">
              <a:buNone/>
            </a:pPr>
            <a:endParaRPr sz="800">
              <a:solidFill>
                <a:srgbClr val="7F7F7F"/>
              </a:solidFill>
              <a:latin typeface="Titillium Web ExtraLight"/>
              <a:ea typeface="Titillium Web ExtraLight"/>
              <a:cs typeface="Titillium Web ExtraLight"/>
            </a:endParaRPr>
          </a:p>
          <a:p>
            <a:pPr defTabSz="457200">
              <a:buNone/>
            </a:pPr>
            <a:r>
              <a:rPr sz="800">
                <a:solidFill>
                  <a:srgbClr val="7F7F7F"/>
                </a:solidFill>
                <a:latin typeface="Titillium Web ExtraLight"/>
                <a:ea typeface="Titillium Web ExtraLight"/>
                <a:cs typeface="Titillium Web ExtraLight"/>
              </a:rPr>
              <a:t>The Investment Funds in Receivables comply with ICVM356; therefore, they are open-end or closed-end funds in which: (i) for open-end funds, the redemption of shares is conditioned on the fund’s cash availability; and (ii) for closed-end funds, in which shares are not redeemable, shareholders may face difficulties in disposing of their shares in the secondary market. </a:t>
            </a:r>
          </a:p>
          <a:p>
            <a:pPr defTabSz="457200">
              <a:buNone/>
            </a:pPr>
            <a:endParaRPr sz="800">
              <a:solidFill>
                <a:srgbClr val="7F7F7F"/>
              </a:solidFill>
              <a:latin typeface="Titillium Web ExtraLight"/>
              <a:ea typeface="Titillium Web ExtraLight"/>
              <a:cs typeface="Titillium Web ExtraLight"/>
            </a:endParaRPr>
          </a:p>
          <a:p>
            <a:pPr defTabSz="457200">
              <a:buNone/>
            </a:pPr>
            <a:r>
              <a:rPr sz="800">
                <a:solidFill>
                  <a:srgbClr val="7F7F7F"/>
                </a:solidFill>
                <a:latin typeface="Titillium Web ExtraLight"/>
                <a:ea typeface="Titillium Web ExtraLight"/>
                <a:cs typeface="Titillium Web ExtraLight"/>
              </a:rPr>
              <a:t>Opinions, estimates and projections reflect the current judgment of the person responsible for their content on the date of their disclosure and are, therefore, subject to changes without notice. Projections use historical data and assumptions, thus the following disclaimers apply: (1) They are not free of errors; (2) It is not possible to ensure that the scenarios obtained will actually occur; (3) They do not constitute, under any circumstances, a promise or guarantee of expected return, nor maximum exposure to loss; and (4) They must not be used to support any administrative procedure before oversight or regulatory bodies. This content is for information purposes and does not constitute, nor should it be construed as an offer or request to buy or sell any securities, financial instrument or interest in any specific business strategy, regardless of jurisdiction. Some of the information contained herein was obtained based on market data and public sources believed to be reliable. </a:t>
            </a:r>
          </a:p>
          <a:p>
            <a:pPr defTabSz="457200">
              <a:buNone/>
            </a:pPr>
            <a:endParaRPr sz="800">
              <a:solidFill>
                <a:srgbClr val="7F7F7F"/>
              </a:solidFill>
              <a:latin typeface="Titillium Web ExtraLight"/>
              <a:ea typeface="Titillium Web ExtraLight"/>
              <a:cs typeface="Titillium Web ExtraLight"/>
            </a:endParaRPr>
          </a:p>
          <a:p>
            <a:pPr defTabSz="457200">
              <a:buNone/>
            </a:pPr>
            <a:r>
              <a:rPr sz="800">
                <a:solidFill>
                  <a:srgbClr val="7F7F7F"/>
                </a:solidFill>
                <a:latin typeface="Titillium Web ExtraLight"/>
                <a:ea typeface="Titillium Web ExtraLight"/>
                <a:cs typeface="Titillium Web ExtraLight"/>
              </a:rPr>
              <a:t>The Itaú Unibanco Group and Kinea do not expressly or implicitly declare or guarantee the integrity, reliability or accuracy of such information and disclaim any responsibility for any damages, either direct or indirect, that may arise from the use of this material and of its content. This material may not be reproduced or redistributed to any person, in whole or in part, for any purpose, without the prior written consent of Kinea. Any other information or clarification about the Fund may be obtained from the Administrator and the Manager, through the email: relacionamento@kinea.com.br</a:t>
            </a:r>
          </a:p>
        </p:txBody>
      </p:sp>
      <p:sp>
        <p:nvSpPr>
          <p:cNvPr id="69" name="CaixaDeTexto 68">
            <a:extLst>
              <a:ext uri="{FF2B5EF4-FFF2-40B4-BE49-F238E27FC236}">
                <a16:creationId xmlns:a16="http://schemas.microsoft.com/office/drawing/2014/main" id="{FDDF1E5F-4B9B-ADAC-BAC9-F9AE3948CC82}"/>
              </a:ext>
            </a:extLst>
          </p:cNvPr>
          <p:cNvSpPr>
            <a:spLocks noGrp="1"/>
          </p:cNvSpPr>
          <p:nvPr/>
        </p:nvSpPr>
        <p:spPr>
          <a:xfrm>
            <a:off x="547328" y="1117954"/>
            <a:ext cx="6105330" cy="276999"/>
          </a:xfrm>
          <a:prstGeom prst="rect">
            <a:avLst/>
          </a:prstGeom>
          <a:noFill/>
        </p:spPr>
        <p:txBody>
          <a:bodyPr wrap="square" lIns="0" tIns="0" rIns="0" bIns="0">
            <a:spAutoFit/>
          </a:bodyPr>
          <a:lstStyle/>
          <a:p>
            <a:r>
              <a:rPr>
                <a:latin typeface="Titillium Web SemiBold"/>
                <a:ea typeface="Titillium Web SemiBold"/>
                <a:cs typeface="Titillium Web SemiBold"/>
              </a:rPr>
              <a:t>KINEA INVESTIMENTOS LTDA.</a:t>
            </a:r>
          </a:p>
        </p:txBody>
      </p:sp>
      <p:pic>
        <p:nvPicPr>
          <p:cNvPr id="122" name="Imagem 1"/>
          <p:cNvPicPr>
            <a:picLocks noChangeAspect="1"/>
          </p:cNvPicPr>
          <p:nvPr/>
        </p:nvPicPr>
        <p:blipFill>
          <a:blip r:embed="rId2"/>
          <a:stretch>
            <a:fillRect/>
          </a:stretch>
        </p:blipFill>
        <p:spPr>
          <a:xfrm>
            <a:off x="10529153" y="529279"/>
            <a:ext cx="1137600" cy="5188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FF1FA203-CC39-F87B-5045-234B4C200FC7}"/>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Clique para editar o título Mestre</a:t>
            </a:r>
          </a:p>
        </p:txBody>
      </p:sp>
      <p:sp>
        <p:nvSpPr>
          <p:cNvPr id="3" name="Espaço Reservado para Texto 2">
            <a:extLst>
              <a:ext uri="{FF2B5EF4-FFF2-40B4-BE49-F238E27FC236}">
                <a16:creationId xmlns:a16="http://schemas.microsoft.com/office/drawing/2014/main" id="{E471D753-0460-9437-1EF4-B18C937A41D7}"/>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a:buNone/>
            </a:pPr>
            <a:r>
              <a:t>Clique para editar os estilos de texto Mestres</a:t>
            </a:r>
          </a:p>
          <a:p>
            <a:pPr>
              <a:buNone/>
            </a:pPr>
            <a:r>
              <a:t>Segundo nível</a:t>
            </a:r>
          </a:p>
          <a:p>
            <a:pPr>
              <a:buNone/>
            </a:pPr>
            <a:r>
              <a:t>Terceiro nível</a:t>
            </a:r>
          </a:p>
          <a:p>
            <a:pPr>
              <a:buNone/>
            </a:pPr>
            <a:r>
              <a:t>Quarto nível</a:t>
            </a:r>
          </a:p>
          <a:p>
            <a:pPr>
              <a:buNone/>
            </a:pPr>
            <a:r>
              <a:t>Quinto nível</a:t>
            </a:r>
          </a:p>
        </p:txBody>
      </p:sp>
      <p:sp>
        <p:nvSpPr>
          <p:cNvPr id="4" name="Espaço Reservado para Data 3">
            <a:extLst>
              <a:ext uri="{FF2B5EF4-FFF2-40B4-BE49-F238E27FC236}">
                <a16:creationId xmlns:a16="http://schemas.microsoft.com/office/drawing/2014/main" id="{CDC4AF76-BE68-3F26-2F2F-5BE57E47A1F9}"/>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endParaRPr/>
          </a:p>
        </p:txBody>
      </p:sp>
      <p:sp>
        <p:nvSpPr>
          <p:cNvPr id="5" name="Espaço Reservado para Rodapé 4">
            <a:extLst>
              <a:ext uri="{FF2B5EF4-FFF2-40B4-BE49-F238E27FC236}">
                <a16:creationId xmlns:a16="http://schemas.microsoft.com/office/drawing/2014/main" id="{8B3D0863-B54A-3BF9-BB79-A51491AB1F5B}"/>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r>
              <a:t>Institucional - Abril de 2024</a:t>
            </a:r>
          </a:p>
        </p:txBody>
      </p:sp>
      <p:sp>
        <p:nvSpPr>
          <p:cNvPr id="6" name="Espaço Reservado para Número de Slide 5">
            <a:extLst>
              <a:ext uri="{FF2B5EF4-FFF2-40B4-BE49-F238E27FC236}">
                <a16:creationId xmlns:a16="http://schemas.microsoft.com/office/drawing/2014/main" id="{892000BB-0AA6-4EF4-284B-961BF28811BE}"/>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80A59D6A-B924-4BE1-B6FA-2CF7BE304220}"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Lst>
  <p:hf hdr="0" dt="0"/>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2341" userDrawn="1">
          <p15:clr>
            <a:srgbClr val="F26B43"/>
          </p15:clr>
        </p15:guide>
        <p15:guide id="2" pos="3840" userDrawn="1">
          <p15:clr>
            <a:srgbClr val="F26B43"/>
          </p15:clr>
        </p15:guide>
        <p15:guide id="3" pos="224" userDrawn="1">
          <p15:clr>
            <a:srgbClr val="F26B43"/>
          </p15:clr>
        </p15:guide>
        <p15:guide id="4" pos="7448" userDrawn="1">
          <p15:clr>
            <a:srgbClr val="F26B43"/>
          </p15:clr>
        </p15:guide>
        <p15:guide id="5" orient="horz" pos="836" userDrawn="1">
          <p15:clr>
            <a:srgbClr val="F26B43"/>
          </p15:clr>
        </p15:guide>
        <p15:guide id="6" orient="horz"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A3D31B-CA5A-996C-B7F4-4B6975D866FF}"/>
              </a:ext>
            </a:extLst>
          </p:cNvPr>
          <p:cNvSpPr>
            <a:spLocks noGrp="1"/>
          </p:cNvSpPr>
          <p:nvPr>
            <p:ph type="body" idx="10"/>
          </p:nvPr>
        </p:nvSpPr>
        <p:spPr/>
        <p:txBody>
          <a:bodyPr/>
          <a:lstStyle/>
          <a:p>
            <a:r>
              <a:t>AGREGADOR ELEITORAL 2026</a:t>
            </a:r>
          </a:p>
        </p:txBody>
      </p:sp>
      <p:sp>
        <p:nvSpPr>
          <p:cNvPr id="3" name="Text Placeholder 2">
            <a:extLst>
              <a:ext uri="{FF2B5EF4-FFF2-40B4-BE49-F238E27FC236}">
                <a16:creationId xmlns:a16="http://schemas.microsoft.com/office/drawing/2014/main" id="{2E3F5B44-D539-6B6D-50AE-16890E08FA1E}"/>
              </a:ext>
            </a:extLst>
          </p:cNvPr>
          <p:cNvSpPr>
            <a:spLocks noGrp="1"/>
          </p:cNvSpPr>
          <p:nvPr>
            <p:ph type="body" idx="11"/>
          </p:nvPr>
        </p:nvSpPr>
        <p:spPr/>
        <p:txBody>
          <a:bodyPr/>
          <a:lstStyle/>
          <a:p>
            <a:r>
              <a:t>Modelo A - baseline oficial | Atualização em 21 de julho de 2026</a:t>
            </a:r>
          </a:p>
        </p:txBody>
      </p:sp>
    </p:spTree>
    <p:extLst>
      <p:ext uri="{BB962C8B-B14F-4D97-AF65-F5344CB8AC3E}">
        <p14:creationId xmlns:p14="http://schemas.microsoft.com/office/powerpoint/2010/main" val="40900469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8AD6C3-9FC3-2849-AFB9-E51B54593B09}"/>
              </a:ext>
            </a:extLst>
          </p:cNvPr>
          <p:cNvSpPr>
            <a:spLocks noGrp="1"/>
          </p:cNvSpPr>
          <p:nvPr>
            <p:ph type="sldNum" idx="4"/>
          </p:nvPr>
        </p:nvSpPr>
        <p:spPr/>
        <p:txBody>
          <a:bodyPr/>
          <a:lstStyle/>
          <a:p>
            <a:fld id="{E2598689-54C9-18A7-3A19-ED76AA08988F}" type="slidenum">
              <a:rPr/>
              <a:t>2</a:t>
            </a:fld>
            <a:endParaRPr/>
          </a:p>
        </p:txBody>
      </p:sp>
      <p:sp>
        <p:nvSpPr>
          <p:cNvPr id="3" name="Text Placeholder 2">
            <a:extLst>
              <a:ext uri="{FF2B5EF4-FFF2-40B4-BE49-F238E27FC236}">
                <a16:creationId xmlns:a16="http://schemas.microsoft.com/office/drawing/2014/main" id="{3FB3E50C-0A2E-3ECB-F0A0-723532E5989B}"/>
              </a:ext>
            </a:extLst>
          </p:cNvPr>
          <p:cNvSpPr>
            <a:spLocks noGrp="1"/>
          </p:cNvSpPr>
          <p:nvPr>
            <p:ph type="body" idx="10"/>
          </p:nvPr>
        </p:nvSpPr>
        <p:spPr/>
        <p:txBody>
          <a:bodyPr/>
          <a:lstStyle/>
          <a:p>
            <a:r>
              <a:t>LEITURA EXECUTIVA</a:t>
            </a:r>
          </a:p>
        </p:txBody>
      </p:sp>
      <p:sp>
        <p:nvSpPr>
          <p:cNvPr id="4" name="Text Placeholder 3">
            <a:extLst>
              <a:ext uri="{FF2B5EF4-FFF2-40B4-BE49-F238E27FC236}">
                <a16:creationId xmlns:a16="http://schemas.microsoft.com/office/drawing/2014/main" id="{B7105200-2C9D-66BA-8C6F-57A324175054}"/>
              </a:ext>
            </a:extLst>
          </p:cNvPr>
          <p:cNvSpPr>
            <a:spLocks noGrp="1"/>
          </p:cNvSpPr>
          <p:nvPr>
            <p:ph type="body" idx="16"/>
          </p:nvPr>
        </p:nvSpPr>
        <p:spPr/>
        <p:txBody>
          <a:bodyPr/>
          <a:lstStyle/>
          <a:p>
            <a:r>
              <a:t>O quadro nacional é competitivo; os recortes mostram onde a disputa muda</a:t>
            </a:r>
          </a:p>
        </p:txBody>
      </p:sp>
      <p:sp>
        <p:nvSpPr>
          <p:cNvPr id="5" name="Text Placeholder 4">
            <a:extLst>
              <a:ext uri="{FF2B5EF4-FFF2-40B4-BE49-F238E27FC236}">
                <a16:creationId xmlns:a16="http://schemas.microsoft.com/office/drawing/2014/main" id="{097259DC-5C6F-3F53-0550-7F06F64C24CF}"/>
              </a:ext>
            </a:extLst>
          </p:cNvPr>
          <p:cNvSpPr>
            <a:spLocks noGrp="1"/>
          </p:cNvSpPr>
          <p:nvPr>
            <p:ph type="body" idx="17"/>
          </p:nvPr>
        </p:nvSpPr>
        <p:spPr/>
        <p:txBody>
          <a:bodyPr/>
          <a:lstStyle/>
          <a:p>
            <a:r>
              <a:t>Base_nova_limpa.xlsx | Modelo A - baseline oficial.</a:t>
            </a:r>
          </a:p>
        </p:txBody>
      </p:sp>
      <p:sp>
        <p:nvSpPr>
          <p:cNvPr id="6" name="accent-GOVERNO">
            <a:extLst>
              <a:ext uri="{FF2B5EF4-FFF2-40B4-BE49-F238E27FC236}">
                <a16:creationId xmlns:a16="http://schemas.microsoft.com/office/drawing/2014/main" id="{75EE3121-7714-4A97-B22E-C8062AC7D774}"/>
              </a:ext>
            </a:extLst>
          </p:cNvPr>
          <p:cNvSpPr>
            <a:spLocks noGrp="1"/>
          </p:cNvSpPr>
          <p:nvPr/>
        </p:nvSpPr>
        <p:spPr>
          <a:xfrm>
            <a:off x="666750" y="1428750"/>
            <a:ext cx="3219450" cy="66675"/>
          </a:xfrm>
          <a:prstGeom prst="rect">
            <a:avLst/>
          </a:prstGeom>
          <a:solidFill>
            <a:srgbClr val="CBBA83"/>
          </a:solidFill>
          <a:ln w="0">
            <a:solidFill>
              <a:srgbClr val="CBBA83"/>
            </a:solidFill>
            <a:prstDash val="solid"/>
          </a:ln>
        </p:spPr>
        <p:txBody>
          <a:bodyPr/>
          <a:lstStyle/>
          <a:p>
            <a:endParaRPr lang="en-US"/>
          </a:p>
        </p:txBody>
      </p:sp>
      <p:sp>
        <p:nvSpPr>
          <p:cNvPr id="7" name="label-GOVERNO">
            <a:extLst>
              <a:ext uri="{FF2B5EF4-FFF2-40B4-BE49-F238E27FC236}">
                <a16:creationId xmlns:a16="http://schemas.microsoft.com/office/drawing/2014/main" id="{89F60C33-9D59-48E9-B440-CCA21A139123}"/>
              </a:ext>
            </a:extLst>
          </p:cNvPr>
          <p:cNvSpPr>
            <a:spLocks noGrp="1"/>
          </p:cNvSpPr>
          <p:nvPr/>
        </p:nvSpPr>
        <p:spPr>
          <a:xfrm>
            <a:off x="895350" y="1714500"/>
            <a:ext cx="2762250" cy="247650"/>
          </a:xfrm>
          <a:prstGeom prst="rect">
            <a:avLst/>
          </a:prstGeom>
          <a:noFill/>
          <a:ln w="0">
            <a:noFill/>
            <a:prstDash val="solid"/>
          </a:ln>
        </p:spPr>
        <p:txBody>
          <a:bodyPr lIns="0" tIns="0" rIns="0" bIns="0" anchor="t">
            <a:noAutofit/>
          </a:bodyPr>
          <a:lstStyle/>
          <a:p>
            <a:pPr algn="l">
              <a:defRPr sz="1125" b="1">
                <a:solidFill>
                  <a:srgbClr val="90A4AE"/>
                </a:solidFill>
                <a:latin typeface="Titillium Web SemiBold"/>
                <a:ea typeface="Titillium Web SemiBold"/>
                <a:cs typeface="Titillium Web SemiBold"/>
              </a:defRPr>
            </a:pPr>
            <a:r>
              <a:rPr sz="1125" b="1">
                <a:solidFill>
                  <a:srgbClr val="90A4AE"/>
                </a:solidFill>
                <a:latin typeface="Titillium Web SemiBold"/>
                <a:ea typeface="Titillium Web SemiBold"/>
                <a:cs typeface="Titillium Web SemiBold"/>
              </a:rPr>
              <a:t>GOVERNO</a:t>
            </a:r>
          </a:p>
        </p:txBody>
      </p:sp>
      <p:sp>
        <p:nvSpPr>
          <p:cNvPr id="8" name="primary-GOVERNO">
            <a:extLst>
              <a:ext uri="{FF2B5EF4-FFF2-40B4-BE49-F238E27FC236}">
                <a16:creationId xmlns:a16="http://schemas.microsoft.com/office/drawing/2014/main" id="{8D79DB5D-778D-4F60-893A-6891A70F12F1}"/>
              </a:ext>
            </a:extLst>
          </p:cNvPr>
          <p:cNvSpPr>
            <a:spLocks noGrp="1"/>
          </p:cNvSpPr>
          <p:nvPr/>
        </p:nvSpPr>
        <p:spPr>
          <a:xfrm>
            <a:off x="895350" y="2047875"/>
            <a:ext cx="2762250" cy="533400"/>
          </a:xfrm>
          <a:prstGeom prst="rect">
            <a:avLst/>
          </a:prstGeom>
          <a:noFill/>
          <a:ln w="0">
            <a:noFill/>
            <a:prstDash val="solid"/>
          </a:ln>
        </p:spPr>
        <p:txBody>
          <a:bodyPr lIns="0" tIns="0" rIns="0" bIns="0" anchor="t">
            <a:noAutofit/>
          </a:bodyPr>
          <a:lstStyle/>
          <a:p>
            <a:pPr algn="l">
              <a:defRPr sz="2550" b="1">
                <a:solidFill>
                  <a:srgbClr val="061844"/>
                </a:solidFill>
                <a:latin typeface="Titillium Web SemiBold"/>
                <a:ea typeface="Titillium Web SemiBold"/>
                <a:cs typeface="Titillium Web SemiBold"/>
              </a:defRPr>
            </a:pPr>
            <a:r>
              <a:rPr sz="2550" b="1">
                <a:solidFill>
                  <a:srgbClr val="061844"/>
                </a:solidFill>
                <a:latin typeface="Titillium Web SemiBold"/>
                <a:ea typeface="Titillium Web SemiBold"/>
                <a:cs typeface="Titillium Web SemiBold"/>
              </a:rPr>
              <a:t>47,0%</a:t>
            </a:r>
          </a:p>
        </p:txBody>
      </p:sp>
      <p:sp>
        <p:nvSpPr>
          <p:cNvPr id="9" name="detail-GOVERNO">
            <a:extLst>
              <a:ext uri="{FF2B5EF4-FFF2-40B4-BE49-F238E27FC236}">
                <a16:creationId xmlns:a16="http://schemas.microsoft.com/office/drawing/2014/main" id="{4AE4D483-DC17-4308-AAE8-78CE64FFA9A2}"/>
              </a:ext>
            </a:extLst>
          </p:cNvPr>
          <p:cNvSpPr>
            <a:spLocks noGrp="1"/>
          </p:cNvSpPr>
          <p:nvPr/>
        </p:nvSpPr>
        <p:spPr>
          <a:xfrm>
            <a:off x="895350" y="2695575"/>
            <a:ext cx="2762250" cy="514350"/>
          </a:xfrm>
          <a:prstGeom prst="rect">
            <a:avLst/>
          </a:prstGeom>
          <a:noFill/>
          <a:ln w="0">
            <a:noFill/>
            <a:prstDash val="solid"/>
          </a:ln>
        </p:spPr>
        <p:txBody>
          <a:bodyPr lIns="0" tIns="0" rIns="0" bIns="0" anchor="t">
            <a:noAutofit/>
          </a:bodyPr>
          <a:lstStyle/>
          <a:p>
            <a:pPr algn="l">
              <a:defRPr sz="1500" b="0">
                <a:solidFill>
                  <a:srgbClr val="061844"/>
                </a:solidFill>
                <a:latin typeface="Titillium Web Light"/>
                <a:ea typeface="Titillium Web Light"/>
                <a:cs typeface="Titillium Web Light"/>
              </a:defRPr>
            </a:pPr>
            <a:r>
              <a:rPr sz="1500" b="0">
                <a:solidFill>
                  <a:srgbClr val="061844"/>
                </a:solidFill>
                <a:latin typeface="Titillium Web Light"/>
                <a:ea typeface="Titillium Web Light"/>
                <a:cs typeface="Titillium Web Light"/>
              </a:rPr>
              <a:t>Ruim/Péssimo no último ponto</a:t>
            </a:r>
          </a:p>
        </p:txBody>
      </p:sp>
      <p:sp>
        <p:nvSpPr>
          <p:cNvPr id="10" name="note-GOVERNO">
            <a:extLst>
              <a:ext uri="{FF2B5EF4-FFF2-40B4-BE49-F238E27FC236}">
                <a16:creationId xmlns:a16="http://schemas.microsoft.com/office/drawing/2014/main" id="{CDD89296-C388-406D-AC9E-826E11D8EBD2}"/>
              </a:ext>
            </a:extLst>
          </p:cNvPr>
          <p:cNvSpPr>
            <a:spLocks noGrp="1"/>
          </p:cNvSpPr>
          <p:nvPr/>
        </p:nvSpPr>
        <p:spPr>
          <a:xfrm>
            <a:off x="895350" y="3409950"/>
            <a:ext cx="2762250" cy="476250"/>
          </a:xfrm>
          <a:prstGeom prst="rect">
            <a:avLst/>
          </a:prstGeom>
          <a:noFill/>
          <a:ln w="0">
            <a:noFill/>
            <a:prstDash val="solid"/>
          </a:ln>
        </p:spPr>
        <p:txBody>
          <a:bodyPr lIns="0" tIns="0" rIns="0" bIns="0" anchor="t">
            <a:noAutofit/>
          </a:bodyPr>
          <a:lstStyle/>
          <a:p>
            <a:pPr algn="l">
              <a:defRPr sz="1200" b="0">
                <a:solidFill>
                  <a:srgbClr val="566573"/>
                </a:solidFill>
                <a:latin typeface="Titillium Web Light"/>
                <a:ea typeface="Titillium Web Light"/>
                <a:cs typeface="Titillium Web Light"/>
              </a:defRPr>
            </a:pPr>
            <a:r>
              <a:rPr sz="1200" b="0">
                <a:solidFill>
                  <a:srgbClr val="566573"/>
                </a:solidFill>
                <a:latin typeface="Titillium Web Light"/>
                <a:ea typeface="Titillium Web Light"/>
                <a:cs typeface="Titillium Web Light"/>
              </a:rPr>
              <a:t>Saldo líquido (30d): -8,2 p.p.</a:t>
            </a:r>
          </a:p>
        </p:txBody>
      </p:sp>
      <p:sp>
        <p:nvSpPr>
          <p:cNvPr id="11" name="base-GOVERNO">
            <a:extLst>
              <a:ext uri="{FF2B5EF4-FFF2-40B4-BE49-F238E27FC236}">
                <a16:creationId xmlns:a16="http://schemas.microsoft.com/office/drawing/2014/main" id="{6ACCC29B-7EC6-48EB-AB68-8B5119B90A99}"/>
              </a:ext>
            </a:extLst>
          </p:cNvPr>
          <p:cNvSpPr>
            <a:spLocks noGrp="1"/>
          </p:cNvSpPr>
          <p:nvPr/>
        </p:nvSpPr>
        <p:spPr>
          <a:xfrm>
            <a:off x="666750" y="4143375"/>
            <a:ext cx="3219450" cy="19050"/>
          </a:xfrm>
          <a:prstGeom prst="rect">
            <a:avLst/>
          </a:prstGeom>
          <a:solidFill>
            <a:srgbClr val="D9DEE2"/>
          </a:solidFill>
          <a:ln w="0">
            <a:solidFill>
              <a:srgbClr val="D9DEE2"/>
            </a:solidFill>
            <a:prstDash val="solid"/>
          </a:ln>
        </p:spPr>
        <p:txBody>
          <a:bodyPr/>
          <a:lstStyle/>
          <a:p>
            <a:endParaRPr lang="en-US"/>
          </a:p>
        </p:txBody>
      </p:sp>
      <p:sp>
        <p:nvSpPr>
          <p:cNvPr id="12" name="accent-1º TURNO">
            <a:extLst>
              <a:ext uri="{FF2B5EF4-FFF2-40B4-BE49-F238E27FC236}">
                <a16:creationId xmlns:a16="http://schemas.microsoft.com/office/drawing/2014/main" id="{E72D9775-2ADD-4233-8307-C4E4C82605E8}"/>
              </a:ext>
            </a:extLst>
          </p:cNvPr>
          <p:cNvSpPr>
            <a:spLocks noGrp="1"/>
          </p:cNvSpPr>
          <p:nvPr/>
        </p:nvSpPr>
        <p:spPr>
          <a:xfrm>
            <a:off x="4219575" y="1428750"/>
            <a:ext cx="3219450" cy="66675"/>
          </a:xfrm>
          <a:prstGeom prst="rect">
            <a:avLst/>
          </a:prstGeom>
          <a:solidFill>
            <a:srgbClr val="82ADA9"/>
          </a:solidFill>
          <a:ln w="0">
            <a:solidFill>
              <a:srgbClr val="82ADA9"/>
            </a:solidFill>
            <a:prstDash val="solid"/>
          </a:ln>
        </p:spPr>
        <p:txBody>
          <a:bodyPr/>
          <a:lstStyle/>
          <a:p>
            <a:endParaRPr lang="en-US"/>
          </a:p>
        </p:txBody>
      </p:sp>
      <p:sp>
        <p:nvSpPr>
          <p:cNvPr id="13" name="label-1º TURNO">
            <a:extLst>
              <a:ext uri="{FF2B5EF4-FFF2-40B4-BE49-F238E27FC236}">
                <a16:creationId xmlns:a16="http://schemas.microsoft.com/office/drawing/2014/main" id="{3B76D1F6-827E-4A05-96B2-A45B0889DACF}"/>
              </a:ext>
            </a:extLst>
          </p:cNvPr>
          <p:cNvSpPr>
            <a:spLocks noGrp="1"/>
          </p:cNvSpPr>
          <p:nvPr/>
        </p:nvSpPr>
        <p:spPr>
          <a:xfrm>
            <a:off x="4448175" y="1714500"/>
            <a:ext cx="2762250" cy="247650"/>
          </a:xfrm>
          <a:prstGeom prst="rect">
            <a:avLst/>
          </a:prstGeom>
          <a:noFill/>
          <a:ln w="0">
            <a:noFill/>
            <a:prstDash val="solid"/>
          </a:ln>
        </p:spPr>
        <p:txBody>
          <a:bodyPr lIns="0" tIns="0" rIns="0" bIns="0" anchor="t">
            <a:noAutofit/>
          </a:bodyPr>
          <a:lstStyle/>
          <a:p>
            <a:pPr algn="l">
              <a:defRPr sz="1125" b="1">
                <a:solidFill>
                  <a:srgbClr val="90A4AE"/>
                </a:solidFill>
                <a:latin typeface="Titillium Web SemiBold"/>
                <a:ea typeface="Titillium Web SemiBold"/>
                <a:cs typeface="Titillium Web SemiBold"/>
              </a:defRPr>
            </a:pPr>
            <a:r>
              <a:rPr sz="1125" b="1">
                <a:solidFill>
                  <a:srgbClr val="90A4AE"/>
                </a:solidFill>
                <a:latin typeface="Titillium Web SemiBold"/>
                <a:ea typeface="Titillium Web SemiBold"/>
                <a:cs typeface="Titillium Web SemiBold"/>
              </a:rPr>
              <a:t>1º TURNO</a:t>
            </a:r>
          </a:p>
        </p:txBody>
      </p:sp>
      <p:sp>
        <p:nvSpPr>
          <p:cNvPr id="14" name="primary-1º TURNO">
            <a:extLst>
              <a:ext uri="{FF2B5EF4-FFF2-40B4-BE49-F238E27FC236}">
                <a16:creationId xmlns:a16="http://schemas.microsoft.com/office/drawing/2014/main" id="{8490CC5D-D62B-4385-8806-B5C4AE60E995}"/>
              </a:ext>
            </a:extLst>
          </p:cNvPr>
          <p:cNvSpPr>
            <a:spLocks noGrp="1"/>
          </p:cNvSpPr>
          <p:nvPr/>
        </p:nvSpPr>
        <p:spPr>
          <a:xfrm>
            <a:off x="4448175" y="2047875"/>
            <a:ext cx="2762250" cy="533400"/>
          </a:xfrm>
          <a:prstGeom prst="rect">
            <a:avLst/>
          </a:prstGeom>
          <a:noFill/>
          <a:ln w="0">
            <a:noFill/>
            <a:prstDash val="solid"/>
          </a:ln>
        </p:spPr>
        <p:txBody>
          <a:bodyPr lIns="0" tIns="0" rIns="0" bIns="0" anchor="t">
            <a:noAutofit/>
          </a:bodyPr>
          <a:lstStyle/>
          <a:p>
            <a:pPr algn="l">
              <a:defRPr sz="2550" b="1">
                <a:solidFill>
                  <a:srgbClr val="061844"/>
                </a:solidFill>
                <a:latin typeface="Titillium Web SemiBold"/>
                <a:ea typeface="Titillium Web SemiBold"/>
                <a:cs typeface="Titillium Web SemiBold"/>
              </a:defRPr>
            </a:pPr>
            <a:r>
              <a:rPr sz="2550" b="1">
                <a:solidFill>
                  <a:srgbClr val="061844"/>
                </a:solidFill>
                <a:latin typeface="Titillium Web SemiBold"/>
                <a:ea typeface="Titillium Web SemiBold"/>
                <a:cs typeface="Titillium Web SemiBold"/>
              </a:rPr>
              <a:t>43,7%</a:t>
            </a:r>
          </a:p>
        </p:txBody>
      </p:sp>
      <p:sp>
        <p:nvSpPr>
          <p:cNvPr id="15" name="detail-1º TURNO">
            <a:extLst>
              <a:ext uri="{FF2B5EF4-FFF2-40B4-BE49-F238E27FC236}">
                <a16:creationId xmlns:a16="http://schemas.microsoft.com/office/drawing/2014/main" id="{76CE9604-6AE5-4A48-A6DC-DBAB0EF40195}"/>
              </a:ext>
            </a:extLst>
          </p:cNvPr>
          <p:cNvSpPr>
            <a:spLocks noGrp="1"/>
          </p:cNvSpPr>
          <p:nvPr/>
        </p:nvSpPr>
        <p:spPr>
          <a:xfrm>
            <a:off x="4448175" y="2695575"/>
            <a:ext cx="2762250" cy="514350"/>
          </a:xfrm>
          <a:prstGeom prst="rect">
            <a:avLst/>
          </a:prstGeom>
          <a:noFill/>
          <a:ln w="0">
            <a:noFill/>
            <a:prstDash val="solid"/>
          </a:ln>
        </p:spPr>
        <p:txBody>
          <a:bodyPr lIns="0" tIns="0" rIns="0" bIns="0" anchor="t">
            <a:noAutofit/>
          </a:bodyPr>
          <a:lstStyle/>
          <a:p>
            <a:pPr algn="l">
              <a:defRPr sz="1500" b="0">
                <a:solidFill>
                  <a:srgbClr val="061844"/>
                </a:solidFill>
                <a:latin typeface="Titillium Web Light"/>
                <a:ea typeface="Titillium Web Light"/>
                <a:cs typeface="Titillium Web Light"/>
              </a:defRPr>
            </a:pPr>
            <a:r>
              <a:rPr sz="1500" b="0">
                <a:solidFill>
                  <a:srgbClr val="061844"/>
                </a:solidFill>
                <a:latin typeface="Titillium Web Light"/>
                <a:ea typeface="Titillium Web Light"/>
                <a:cs typeface="Titillium Web Light"/>
              </a:rPr>
              <a:t>Lula | 35,8% Flávio</a:t>
            </a:r>
          </a:p>
        </p:txBody>
      </p:sp>
      <p:sp>
        <p:nvSpPr>
          <p:cNvPr id="16" name="note-1º TURNO">
            <a:extLst>
              <a:ext uri="{FF2B5EF4-FFF2-40B4-BE49-F238E27FC236}">
                <a16:creationId xmlns:a16="http://schemas.microsoft.com/office/drawing/2014/main" id="{F131F25F-EC84-4D2B-AF8B-CBCE3E93D8C4}"/>
              </a:ext>
            </a:extLst>
          </p:cNvPr>
          <p:cNvSpPr>
            <a:spLocks noGrp="1"/>
          </p:cNvSpPr>
          <p:nvPr/>
        </p:nvSpPr>
        <p:spPr>
          <a:xfrm>
            <a:off x="4448175" y="3409950"/>
            <a:ext cx="2762250" cy="476250"/>
          </a:xfrm>
          <a:prstGeom prst="rect">
            <a:avLst/>
          </a:prstGeom>
          <a:noFill/>
          <a:ln w="0">
            <a:noFill/>
            <a:prstDash val="solid"/>
          </a:ln>
        </p:spPr>
        <p:txBody>
          <a:bodyPr lIns="0" tIns="0" rIns="0" bIns="0" anchor="t">
            <a:noAutofit/>
          </a:bodyPr>
          <a:lstStyle/>
          <a:p>
            <a:pPr algn="l">
              <a:defRPr sz="1200" b="0">
                <a:solidFill>
                  <a:srgbClr val="566573"/>
                </a:solidFill>
                <a:latin typeface="Titillium Web Light"/>
                <a:ea typeface="Titillium Web Light"/>
                <a:cs typeface="Titillium Web Light"/>
              </a:defRPr>
            </a:pPr>
            <a:r>
              <a:rPr sz="1200" b="0">
                <a:solidFill>
                  <a:srgbClr val="566573"/>
                </a:solidFill>
                <a:latin typeface="Titillium Web Light"/>
                <a:ea typeface="Titillium Web Light"/>
                <a:cs typeface="Titillium Web Light"/>
              </a:rPr>
              <a:t>Média harmonizada de cenários</a:t>
            </a:r>
          </a:p>
        </p:txBody>
      </p:sp>
      <p:sp>
        <p:nvSpPr>
          <p:cNvPr id="17" name="base-1º TURNO">
            <a:extLst>
              <a:ext uri="{FF2B5EF4-FFF2-40B4-BE49-F238E27FC236}">
                <a16:creationId xmlns:a16="http://schemas.microsoft.com/office/drawing/2014/main" id="{B03DB16C-8572-4CEE-B4B7-19FF3F6E316E}"/>
              </a:ext>
            </a:extLst>
          </p:cNvPr>
          <p:cNvSpPr>
            <a:spLocks noGrp="1"/>
          </p:cNvSpPr>
          <p:nvPr/>
        </p:nvSpPr>
        <p:spPr>
          <a:xfrm>
            <a:off x="4219575" y="4143375"/>
            <a:ext cx="3219450" cy="19050"/>
          </a:xfrm>
          <a:prstGeom prst="rect">
            <a:avLst/>
          </a:prstGeom>
          <a:solidFill>
            <a:srgbClr val="D9DEE2"/>
          </a:solidFill>
          <a:ln w="0">
            <a:solidFill>
              <a:srgbClr val="D9DEE2"/>
            </a:solidFill>
            <a:prstDash val="solid"/>
          </a:ln>
        </p:spPr>
        <p:txBody>
          <a:bodyPr/>
          <a:lstStyle/>
          <a:p>
            <a:endParaRPr lang="en-US"/>
          </a:p>
        </p:txBody>
      </p:sp>
      <p:sp>
        <p:nvSpPr>
          <p:cNvPr id="18" name="accent-2º TURNO">
            <a:extLst>
              <a:ext uri="{FF2B5EF4-FFF2-40B4-BE49-F238E27FC236}">
                <a16:creationId xmlns:a16="http://schemas.microsoft.com/office/drawing/2014/main" id="{5BEFCFF0-7E02-42BB-8158-08C1F9AA8801}"/>
              </a:ext>
            </a:extLst>
          </p:cNvPr>
          <p:cNvSpPr>
            <a:spLocks noGrp="1"/>
          </p:cNvSpPr>
          <p:nvPr/>
        </p:nvSpPr>
        <p:spPr>
          <a:xfrm>
            <a:off x="7772400" y="1428750"/>
            <a:ext cx="3219450" cy="66675"/>
          </a:xfrm>
          <a:prstGeom prst="rect">
            <a:avLst/>
          </a:prstGeom>
          <a:solidFill>
            <a:srgbClr val="4BA3C7"/>
          </a:solidFill>
          <a:ln w="0">
            <a:solidFill>
              <a:srgbClr val="4BA3C7"/>
            </a:solidFill>
            <a:prstDash val="solid"/>
          </a:ln>
        </p:spPr>
        <p:txBody>
          <a:bodyPr/>
          <a:lstStyle/>
          <a:p>
            <a:endParaRPr lang="en-US"/>
          </a:p>
        </p:txBody>
      </p:sp>
      <p:sp>
        <p:nvSpPr>
          <p:cNvPr id="19" name="label-2º TURNO">
            <a:extLst>
              <a:ext uri="{FF2B5EF4-FFF2-40B4-BE49-F238E27FC236}">
                <a16:creationId xmlns:a16="http://schemas.microsoft.com/office/drawing/2014/main" id="{C9829AD7-020F-4531-8B72-7909B266A55A}"/>
              </a:ext>
            </a:extLst>
          </p:cNvPr>
          <p:cNvSpPr>
            <a:spLocks noGrp="1"/>
          </p:cNvSpPr>
          <p:nvPr/>
        </p:nvSpPr>
        <p:spPr>
          <a:xfrm>
            <a:off x="8001000" y="1714500"/>
            <a:ext cx="2762250" cy="247650"/>
          </a:xfrm>
          <a:prstGeom prst="rect">
            <a:avLst/>
          </a:prstGeom>
          <a:noFill/>
          <a:ln w="0">
            <a:noFill/>
            <a:prstDash val="solid"/>
          </a:ln>
        </p:spPr>
        <p:txBody>
          <a:bodyPr lIns="0" tIns="0" rIns="0" bIns="0" anchor="t">
            <a:noAutofit/>
          </a:bodyPr>
          <a:lstStyle/>
          <a:p>
            <a:pPr algn="l">
              <a:defRPr sz="1125" b="1">
                <a:solidFill>
                  <a:srgbClr val="90A4AE"/>
                </a:solidFill>
                <a:latin typeface="Titillium Web SemiBold"/>
                <a:ea typeface="Titillium Web SemiBold"/>
                <a:cs typeface="Titillium Web SemiBold"/>
              </a:defRPr>
            </a:pPr>
            <a:r>
              <a:rPr sz="1125" b="1">
                <a:solidFill>
                  <a:srgbClr val="90A4AE"/>
                </a:solidFill>
                <a:latin typeface="Titillium Web SemiBold"/>
                <a:ea typeface="Titillium Web SemiBold"/>
                <a:cs typeface="Titillium Web SemiBold"/>
              </a:rPr>
              <a:t>2º TURNO</a:t>
            </a:r>
          </a:p>
        </p:txBody>
      </p:sp>
      <p:sp>
        <p:nvSpPr>
          <p:cNvPr id="20" name="primary-2º TURNO">
            <a:extLst>
              <a:ext uri="{FF2B5EF4-FFF2-40B4-BE49-F238E27FC236}">
                <a16:creationId xmlns:a16="http://schemas.microsoft.com/office/drawing/2014/main" id="{948918F7-935C-465A-90A5-438B8A6A07E5}"/>
              </a:ext>
            </a:extLst>
          </p:cNvPr>
          <p:cNvSpPr>
            <a:spLocks noGrp="1"/>
          </p:cNvSpPr>
          <p:nvPr/>
        </p:nvSpPr>
        <p:spPr>
          <a:xfrm>
            <a:off x="8001000" y="2047875"/>
            <a:ext cx="2762250" cy="533400"/>
          </a:xfrm>
          <a:prstGeom prst="rect">
            <a:avLst/>
          </a:prstGeom>
          <a:noFill/>
          <a:ln w="0">
            <a:noFill/>
            <a:prstDash val="solid"/>
          </a:ln>
        </p:spPr>
        <p:txBody>
          <a:bodyPr lIns="0" tIns="0" rIns="0" bIns="0" anchor="t">
            <a:noAutofit/>
          </a:bodyPr>
          <a:lstStyle/>
          <a:p>
            <a:pPr algn="l">
              <a:defRPr sz="2550" b="1">
                <a:solidFill>
                  <a:srgbClr val="061844"/>
                </a:solidFill>
                <a:latin typeface="Titillium Web SemiBold"/>
                <a:ea typeface="Titillium Web SemiBold"/>
                <a:cs typeface="Titillium Web SemiBold"/>
              </a:defRPr>
            </a:pPr>
            <a:r>
              <a:rPr sz="2550" b="1">
                <a:solidFill>
                  <a:srgbClr val="061844"/>
                </a:solidFill>
                <a:latin typeface="Titillium Web SemiBold"/>
                <a:ea typeface="Titillium Web SemiBold"/>
                <a:cs typeface="Titillium Web SemiBold"/>
              </a:rPr>
              <a:t>52,6% × 47,4%</a:t>
            </a:r>
          </a:p>
        </p:txBody>
      </p:sp>
      <p:sp>
        <p:nvSpPr>
          <p:cNvPr id="21" name="detail-2º TURNO">
            <a:extLst>
              <a:ext uri="{FF2B5EF4-FFF2-40B4-BE49-F238E27FC236}">
                <a16:creationId xmlns:a16="http://schemas.microsoft.com/office/drawing/2014/main" id="{23E80271-2279-441B-B560-0029311EC806}"/>
              </a:ext>
            </a:extLst>
          </p:cNvPr>
          <p:cNvSpPr>
            <a:spLocks noGrp="1"/>
          </p:cNvSpPr>
          <p:nvPr/>
        </p:nvSpPr>
        <p:spPr>
          <a:xfrm>
            <a:off x="8001000" y="2695575"/>
            <a:ext cx="2762250" cy="514350"/>
          </a:xfrm>
          <a:prstGeom prst="rect">
            <a:avLst/>
          </a:prstGeom>
          <a:noFill/>
          <a:ln w="0">
            <a:noFill/>
            <a:prstDash val="solid"/>
          </a:ln>
        </p:spPr>
        <p:txBody>
          <a:bodyPr lIns="0" tIns="0" rIns="0" bIns="0" anchor="t">
            <a:noAutofit/>
          </a:bodyPr>
          <a:lstStyle/>
          <a:p>
            <a:pPr algn="l">
              <a:defRPr sz="1500" b="0">
                <a:solidFill>
                  <a:srgbClr val="061844"/>
                </a:solidFill>
                <a:latin typeface="Titillium Web Light"/>
                <a:ea typeface="Titillium Web Light"/>
                <a:cs typeface="Titillium Web Light"/>
              </a:defRPr>
            </a:pPr>
            <a:r>
              <a:rPr sz="1500" b="0">
                <a:solidFill>
                  <a:srgbClr val="061844"/>
                </a:solidFill>
                <a:latin typeface="Titillium Web Light"/>
                <a:ea typeface="Titillium Web Light"/>
                <a:cs typeface="Titillium Web Light"/>
              </a:rPr>
              <a:t>Lula | Flávio - votos válidos</a:t>
            </a:r>
          </a:p>
        </p:txBody>
      </p:sp>
      <p:sp>
        <p:nvSpPr>
          <p:cNvPr id="22" name="note-2º TURNO">
            <a:extLst>
              <a:ext uri="{FF2B5EF4-FFF2-40B4-BE49-F238E27FC236}">
                <a16:creationId xmlns:a16="http://schemas.microsoft.com/office/drawing/2014/main" id="{2F797037-C239-4059-B4C3-362378056547}"/>
              </a:ext>
            </a:extLst>
          </p:cNvPr>
          <p:cNvSpPr>
            <a:spLocks noGrp="1"/>
          </p:cNvSpPr>
          <p:nvPr/>
        </p:nvSpPr>
        <p:spPr>
          <a:xfrm>
            <a:off x="8001000" y="3409950"/>
            <a:ext cx="2762250" cy="476250"/>
          </a:xfrm>
          <a:prstGeom prst="rect">
            <a:avLst/>
          </a:prstGeom>
          <a:noFill/>
          <a:ln w="0">
            <a:noFill/>
            <a:prstDash val="solid"/>
          </a:ln>
        </p:spPr>
        <p:txBody>
          <a:bodyPr lIns="0" tIns="0" rIns="0" bIns="0" anchor="t">
            <a:noAutofit/>
          </a:bodyPr>
          <a:lstStyle/>
          <a:p>
            <a:pPr algn="l">
              <a:defRPr sz="1200" b="0">
                <a:solidFill>
                  <a:srgbClr val="566573"/>
                </a:solidFill>
                <a:latin typeface="Titillium Web Light"/>
                <a:ea typeface="Titillium Web Light"/>
                <a:cs typeface="Titillium Web Light"/>
              </a:defRPr>
            </a:pPr>
            <a:r>
              <a:rPr sz="1200" b="0">
                <a:solidFill>
                  <a:srgbClr val="566573"/>
                </a:solidFill>
                <a:latin typeface="Titillium Web Light"/>
                <a:ea typeface="Titillium Web Light"/>
                <a:cs typeface="Titillium Web Light"/>
              </a:rPr>
              <a:t>Disputa mais estreita dos cenários</a:t>
            </a:r>
          </a:p>
        </p:txBody>
      </p:sp>
      <p:sp>
        <p:nvSpPr>
          <p:cNvPr id="23" name="base-2º TURNO">
            <a:extLst>
              <a:ext uri="{FF2B5EF4-FFF2-40B4-BE49-F238E27FC236}">
                <a16:creationId xmlns:a16="http://schemas.microsoft.com/office/drawing/2014/main" id="{334CA2DE-7F3D-49D5-B83E-4D813415B592}"/>
              </a:ext>
            </a:extLst>
          </p:cNvPr>
          <p:cNvSpPr>
            <a:spLocks noGrp="1"/>
          </p:cNvSpPr>
          <p:nvPr/>
        </p:nvSpPr>
        <p:spPr>
          <a:xfrm>
            <a:off x="7772400" y="4143375"/>
            <a:ext cx="3219450" cy="19050"/>
          </a:xfrm>
          <a:prstGeom prst="rect">
            <a:avLst/>
          </a:prstGeom>
          <a:solidFill>
            <a:srgbClr val="D9DEE2"/>
          </a:solidFill>
          <a:ln w="0">
            <a:solidFill>
              <a:srgbClr val="D9DEE2"/>
            </a:solidFill>
            <a:prstDash val="solid"/>
          </a:ln>
        </p:spPr>
        <p:txBody>
          <a:bodyPr/>
          <a:lstStyle/>
          <a:p>
            <a:endParaRPr lang="en-US"/>
          </a:p>
        </p:txBody>
      </p:sp>
      <p:sp>
        <p:nvSpPr>
          <p:cNvPr id="24" name="regua-metodologica">
            <a:extLst>
              <a:ext uri="{FF2B5EF4-FFF2-40B4-BE49-F238E27FC236}">
                <a16:creationId xmlns:a16="http://schemas.microsoft.com/office/drawing/2014/main" id="{F631C0DF-746F-46CC-ABE8-FD700B17B002}"/>
              </a:ext>
            </a:extLst>
          </p:cNvPr>
          <p:cNvSpPr>
            <a:spLocks noGrp="1"/>
          </p:cNvSpPr>
          <p:nvPr/>
        </p:nvSpPr>
        <p:spPr>
          <a:xfrm>
            <a:off x="666750" y="4648200"/>
            <a:ext cx="10325100" cy="28575"/>
          </a:xfrm>
          <a:prstGeom prst="rect">
            <a:avLst/>
          </a:prstGeom>
          <a:solidFill>
            <a:srgbClr val="061844"/>
          </a:solidFill>
          <a:ln w="0">
            <a:solidFill>
              <a:srgbClr val="061844"/>
            </a:solidFill>
            <a:prstDash val="solid"/>
          </a:ln>
        </p:spPr>
        <p:txBody>
          <a:bodyPr/>
          <a:lstStyle/>
          <a:p>
            <a:endParaRPr lang="en-US"/>
          </a:p>
        </p:txBody>
      </p:sp>
      <p:sp>
        <p:nvSpPr>
          <p:cNvPr id="25" name="guardrail-metodologico">
            <a:extLst>
              <a:ext uri="{FF2B5EF4-FFF2-40B4-BE49-F238E27FC236}">
                <a16:creationId xmlns:a16="http://schemas.microsoft.com/office/drawing/2014/main" id="{6547A18B-30A5-4A0B-A67D-B1D6F05DEA25}"/>
              </a:ext>
            </a:extLst>
          </p:cNvPr>
          <p:cNvSpPr>
            <a:spLocks noGrp="1"/>
          </p:cNvSpPr>
          <p:nvPr/>
        </p:nvSpPr>
        <p:spPr>
          <a:xfrm>
            <a:off x="666750" y="4829175"/>
            <a:ext cx="10325100" cy="400050"/>
          </a:xfrm>
          <a:prstGeom prst="rect">
            <a:avLst/>
          </a:prstGeom>
          <a:noFill/>
          <a:ln w="0">
            <a:noFill/>
            <a:prstDash val="solid"/>
          </a:ln>
        </p:spPr>
        <p:txBody>
          <a:bodyPr lIns="0" tIns="0" rIns="0" bIns="0" anchor="ctr">
            <a:noAutofit/>
          </a:bodyPr>
          <a:lstStyle/>
          <a:p>
            <a:pPr algn="ctr">
              <a:defRPr sz="1350" b="1">
                <a:solidFill>
                  <a:srgbClr val="061844"/>
                </a:solidFill>
                <a:latin typeface="Titillium Web SemiBold"/>
                <a:ea typeface="Titillium Web SemiBold"/>
                <a:cs typeface="Titillium Web SemiBold"/>
              </a:defRPr>
            </a:pPr>
            <a:r>
              <a:rPr sz="1350" b="1">
                <a:solidFill>
                  <a:srgbClr val="061844"/>
                </a:solidFill>
                <a:latin typeface="Titillium Web SemiBold"/>
                <a:ea typeface="Titillium Web SemiBold"/>
                <a:cs typeface="Titillium Web SemiBold"/>
              </a:rPr>
              <a:t>Médias móveis para acompanhamento - não são previsão eleitoral nem probabilidade de vitória.</a:t>
            </a:r>
          </a:p>
        </p:txBody>
      </p:sp>
    </p:spTree>
    <p:extLst>
      <p:ext uri="{BB962C8B-B14F-4D97-AF65-F5344CB8AC3E}">
        <p14:creationId xmlns:p14="http://schemas.microsoft.com/office/powerpoint/2010/main" val="1798139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A5893C-D317-3A06-A425-94E98E674259}"/>
              </a:ext>
            </a:extLst>
          </p:cNvPr>
          <p:cNvSpPr>
            <a:spLocks noGrp="1"/>
          </p:cNvSpPr>
          <p:nvPr>
            <p:ph type="sldNum" idx="4"/>
          </p:nvPr>
        </p:nvSpPr>
        <p:spPr/>
        <p:txBody>
          <a:bodyPr/>
          <a:lstStyle/>
          <a:p>
            <a:fld id="{202359C0-8A7A-196E-DD58-8E6569619F09}" type="slidenum">
              <a:rPr/>
              <a:t>3</a:t>
            </a:fld>
            <a:endParaRPr/>
          </a:p>
        </p:txBody>
      </p:sp>
      <p:sp>
        <p:nvSpPr>
          <p:cNvPr id="3" name="Text Placeholder 2">
            <a:extLst>
              <a:ext uri="{FF2B5EF4-FFF2-40B4-BE49-F238E27FC236}">
                <a16:creationId xmlns:a16="http://schemas.microsoft.com/office/drawing/2014/main" id="{5BC23103-E2DC-603C-7B78-9D6DC625A77E}"/>
              </a:ext>
            </a:extLst>
          </p:cNvPr>
          <p:cNvSpPr>
            <a:spLocks noGrp="1"/>
          </p:cNvSpPr>
          <p:nvPr>
            <p:ph type="body" idx="10"/>
          </p:nvPr>
        </p:nvSpPr>
        <p:spPr/>
        <p:txBody>
          <a:bodyPr/>
          <a:lstStyle/>
          <a:p>
            <a:r>
              <a:t>AVALIAÇÃO DO GOVERNO TERMINA COM SALDO DESFAVORÁVEL</a:t>
            </a:r>
          </a:p>
        </p:txBody>
      </p:sp>
      <p:sp>
        <p:nvSpPr>
          <p:cNvPr id="4" name="Text Placeholder 3">
            <a:extLst>
              <a:ext uri="{FF2B5EF4-FFF2-40B4-BE49-F238E27FC236}">
                <a16:creationId xmlns:a16="http://schemas.microsoft.com/office/drawing/2014/main" id="{A56F410C-D8CF-64F4-EE0B-24F882A35932}"/>
              </a:ext>
            </a:extLst>
          </p:cNvPr>
          <p:cNvSpPr>
            <a:spLocks noGrp="1"/>
          </p:cNvSpPr>
          <p:nvPr>
            <p:ph type="body" idx="16"/>
          </p:nvPr>
        </p:nvSpPr>
        <p:spPr/>
        <p:txBody>
          <a:bodyPr/>
          <a:lstStyle/>
          <a:p>
            <a:r>
              <a:t>Ruim/Péssimo em 47,0%; Ótimo/Bom em 38,9% no último ponto</a:t>
            </a:r>
          </a:p>
        </p:txBody>
      </p:sp>
      <p:sp>
        <p:nvSpPr>
          <p:cNvPr id="5" name="Text Placeholder 4">
            <a:extLst>
              <a:ext uri="{FF2B5EF4-FFF2-40B4-BE49-F238E27FC236}">
                <a16:creationId xmlns:a16="http://schemas.microsoft.com/office/drawing/2014/main" id="{2B60364D-0AE0-377C-AFDA-A4A31957516D}"/>
              </a:ext>
            </a:extLst>
          </p:cNvPr>
          <p:cNvSpPr>
            <a:spLocks noGrp="1"/>
          </p:cNvSpPr>
          <p:nvPr>
            <p:ph type="body" idx="17"/>
          </p:nvPr>
        </p:nvSpPr>
        <p:spPr/>
        <p:txBody>
          <a:bodyPr/>
          <a:lstStyle/>
          <a:p>
            <a:r>
              <a:t>Base_nova_limpa.xlsx | Modelo A - baseline oficial.</a:t>
            </a:r>
          </a:p>
        </p:txBody>
      </p:sp>
      <p:sp>
        <p:nvSpPr>
          <p:cNvPr id="6" name="Text Placeholder 5">
            <a:extLst>
              <a:ext uri="{FF2B5EF4-FFF2-40B4-BE49-F238E27FC236}">
                <a16:creationId xmlns:a16="http://schemas.microsoft.com/office/drawing/2014/main" id="{F39B4EA9-2AF2-AF7B-1B8C-38483A58D5C4}"/>
              </a:ext>
            </a:extLst>
          </p:cNvPr>
          <p:cNvSpPr>
            <a:spLocks noGrp="1"/>
          </p:cNvSpPr>
          <p:nvPr>
            <p:ph type="body" idx="22"/>
          </p:nvPr>
        </p:nvSpPr>
        <p:spPr/>
        <p:txBody>
          <a:bodyPr/>
          <a:lstStyle/>
          <a:p>
            <a:endParaRPr lang="en-US"/>
          </a:p>
        </p:txBody>
      </p:sp>
      <p:pic>
        <p:nvPicPr>
          <p:cNvPr id="11" name="Picture 10"/>
          <p:cNvPicPr>
            <a:picLocks noChangeAspect="1"/>
          </p:cNvPicPr>
          <p:nvPr/>
        </p:nvPicPr>
        <p:blipFill>
          <a:blip r:embed="rId3"/>
          <a:stretch/>
        </p:blipFill>
        <p:spPr>
          <a:xfrm>
            <a:off x="521083" y="1057275"/>
            <a:ext cx="11149835" cy="5143500"/>
          </a:xfrm>
          <a:prstGeom prst="rect">
            <a:avLst/>
          </a:prstGeom>
        </p:spPr>
      </p:pic>
    </p:spTree>
    <p:extLst>
      <p:ext uri="{BB962C8B-B14F-4D97-AF65-F5344CB8AC3E}">
        <p14:creationId xmlns:p14="http://schemas.microsoft.com/office/powerpoint/2010/main" val="3020662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A5893C-D317-3A06-A425-94E98E674259}"/>
              </a:ext>
            </a:extLst>
          </p:cNvPr>
          <p:cNvSpPr>
            <a:spLocks noGrp="1"/>
          </p:cNvSpPr>
          <p:nvPr>
            <p:ph type="sldNum" idx="4"/>
          </p:nvPr>
        </p:nvSpPr>
        <p:spPr/>
        <p:txBody>
          <a:bodyPr/>
          <a:lstStyle/>
          <a:p>
            <a:fld id="{EFD6AB9A-5F9E-5F59-51AB-3C8734130965}" type="slidenum">
              <a:rPr/>
              <a:t>4</a:t>
            </a:fld>
            <a:endParaRPr/>
          </a:p>
        </p:txBody>
      </p:sp>
      <p:sp>
        <p:nvSpPr>
          <p:cNvPr id="3" name="Text Placeholder 2">
            <a:extLst>
              <a:ext uri="{FF2B5EF4-FFF2-40B4-BE49-F238E27FC236}">
                <a16:creationId xmlns:a16="http://schemas.microsoft.com/office/drawing/2014/main" id="{5BC23103-E2DC-603C-7B78-9D6DC625A77E}"/>
              </a:ext>
            </a:extLst>
          </p:cNvPr>
          <p:cNvSpPr>
            <a:spLocks noGrp="1"/>
          </p:cNvSpPr>
          <p:nvPr>
            <p:ph type="body" idx="10"/>
          </p:nvPr>
        </p:nvSpPr>
        <p:spPr/>
        <p:txBody>
          <a:bodyPr/>
          <a:lstStyle/>
          <a:p>
            <a:r>
              <a:t>SALDO LÍQUIDO SEGUE NEGATIVO</a:t>
            </a:r>
          </a:p>
        </p:txBody>
      </p:sp>
      <p:sp>
        <p:nvSpPr>
          <p:cNvPr id="4" name="Text Placeholder 3">
            <a:extLst>
              <a:ext uri="{FF2B5EF4-FFF2-40B4-BE49-F238E27FC236}">
                <a16:creationId xmlns:a16="http://schemas.microsoft.com/office/drawing/2014/main" id="{A56F410C-D8CF-64F4-EE0B-24F882A35932}"/>
              </a:ext>
            </a:extLst>
          </p:cNvPr>
          <p:cNvSpPr>
            <a:spLocks noGrp="1"/>
          </p:cNvSpPr>
          <p:nvPr>
            <p:ph type="body" idx="16"/>
          </p:nvPr>
        </p:nvSpPr>
        <p:spPr/>
        <p:txBody>
          <a:bodyPr/>
          <a:lstStyle/>
          <a:p>
            <a:r>
              <a:t>Janela de 30 dias em -8,2 p.p.; janela de 15 dias em -7,5 p.p.</a:t>
            </a:r>
          </a:p>
        </p:txBody>
      </p:sp>
      <p:sp>
        <p:nvSpPr>
          <p:cNvPr id="5" name="Text Placeholder 4">
            <a:extLst>
              <a:ext uri="{FF2B5EF4-FFF2-40B4-BE49-F238E27FC236}">
                <a16:creationId xmlns:a16="http://schemas.microsoft.com/office/drawing/2014/main" id="{2B60364D-0AE0-377C-AFDA-A4A31957516D}"/>
              </a:ext>
            </a:extLst>
          </p:cNvPr>
          <p:cNvSpPr>
            <a:spLocks noGrp="1"/>
          </p:cNvSpPr>
          <p:nvPr>
            <p:ph type="body" idx="17"/>
          </p:nvPr>
        </p:nvSpPr>
        <p:spPr/>
        <p:txBody>
          <a:bodyPr/>
          <a:lstStyle/>
          <a:p>
            <a:r>
              <a:t>Base_nova_limpa.xlsx | Modelo A - baseline oficial.</a:t>
            </a:r>
          </a:p>
        </p:txBody>
      </p:sp>
      <p:sp>
        <p:nvSpPr>
          <p:cNvPr id="6" name="Text Placeholder 5">
            <a:extLst>
              <a:ext uri="{FF2B5EF4-FFF2-40B4-BE49-F238E27FC236}">
                <a16:creationId xmlns:a16="http://schemas.microsoft.com/office/drawing/2014/main" id="{DE6D9C99-81FA-B13E-0057-7DB24079C2CD}"/>
              </a:ext>
            </a:extLst>
          </p:cNvPr>
          <p:cNvSpPr>
            <a:spLocks noGrp="1"/>
          </p:cNvSpPr>
          <p:nvPr>
            <p:ph type="body" idx="22"/>
          </p:nvPr>
        </p:nvSpPr>
        <p:spPr/>
        <p:txBody>
          <a:bodyPr/>
          <a:lstStyle/>
          <a:p>
            <a:endParaRPr lang="en-US"/>
          </a:p>
        </p:txBody>
      </p:sp>
      <p:pic>
        <p:nvPicPr>
          <p:cNvPr id="11" name="Picture 10"/>
          <p:cNvPicPr>
            <a:picLocks noChangeAspect="1"/>
          </p:cNvPicPr>
          <p:nvPr/>
        </p:nvPicPr>
        <p:blipFill>
          <a:blip r:embed="rId3"/>
          <a:stretch/>
        </p:blipFill>
        <p:spPr>
          <a:xfrm>
            <a:off x="549088" y="1057275"/>
            <a:ext cx="11093824" cy="5143500"/>
          </a:xfrm>
          <a:prstGeom prst="rect">
            <a:avLst/>
          </a:prstGeom>
        </p:spPr>
      </p:pic>
    </p:spTree>
    <p:extLst>
      <p:ext uri="{BB962C8B-B14F-4D97-AF65-F5344CB8AC3E}">
        <p14:creationId xmlns:p14="http://schemas.microsoft.com/office/powerpoint/2010/main" val="3020662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A5893C-D317-3A06-A425-94E98E674259}"/>
              </a:ext>
            </a:extLst>
          </p:cNvPr>
          <p:cNvSpPr>
            <a:spLocks noGrp="1"/>
          </p:cNvSpPr>
          <p:nvPr>
            <p:ph type="sldNum" idx="4"/>
          </p:nvPr>
        </p:nvSpPr>
        <p:spPr/>
        <p:txBody>
          <a:bodyPr/>
          <a:lstStyle/>
          <a:p>
            <a:fld id="{EE5B3003-2C54-13C6-9832-7637201064DE}" type="slidenum">
              <a:rPr/>
              <a:t>5</a:t>
            </a:fld>
            <a:endParaRPr/>
          </a:p>
        </p:txBody>
      </p:sp>
      <p:sp>
        <p:nvSpPr>
          <p:cNvPr id="3" name="Text Placeholder 2">
            <a:extLst>
              <a:ext uri="{FF2B5EF4-FFF2-40B4-BE49-F238E27FC236}">
                <a16:creationId xmlns:a16="http://schemas.microsoft.com/office/drawing/2014/main" id="{5BC23103-E2DC-603C-7B78-9D6DC625A77E}"/>
              </a:ext>
            </a:extLst>
          </p:cNvPr>
          <p:cNvSpPr>
            <a:spLocks noGrp="1"/>
          </p:cNvSpPr>
          <p:nvPr>
            <p:ph type="body" idx="10"/>
          </p:nvPr>
        </p:nvSpPr>
        <p:spPr/>
        <p:txBody>
          <a:bodyPr/>
          <a:lstStyle/>
          <a:p>
            <a:r>
              <a:t>LULA LIDERA A MÉDIA HARMONIZADA DE PRIMEIRO TURNO</a:t>
            </a:r>
          </a:p>
        </p:txBody>
      </p:sp>
      <p:sp>
        <p:nvSpPr>
          <p:cNvPr id="4" name="Text Placeholder 3">
            <a:extLst>
              <a:ext uri="{FF2B5EF4-FFF2-40B4-BE49-F238E27FC236}">
                <a16:creationId xmlns:a16="http://schemas.microsoft.com/office/drawing/2014/main" id="{A56F410C-D8CF-64F4-EE0B-24F882A35932}"/>
              </a:ext>
            </a:extLst>
          </p:cNvPr>
          <p:cNvSpPr>
            <a:spLocks noGrp="1"/>
          </p:cNvSpPr>
          <p:nvPr>
            <p:ph type="body" idx="16"/>
          </p:nvPr>
        </p:nvSpPr>
        <p:spPr/>
        <p:txBody>
          <a:bodyPr/>
          <a:lstStyle/>
          <a:p>
            <a:r>
              <a:t>43,7% para Lula e 35,8% para Flávio no último ponto</a:t>
            </a:r>
          </a:p>
        </p:txBody>
      </p:sp>
      <p:sp>
        <p:nvSpPr>
          <p:cNvPr id="5" name="Text Placeholder 4">
            <a:extLst>
              <a:ext uri="{FF2B5EF4-FFF2-40B4-BE49-F238E27FC236}">
                <a16:creationId xmlns:a16="http://schemas.microsoft.com/office/drawing/2014/main" id="{2B60364D-0AE0-377C-AFDA-A4A31957516D}"/>
              </a:ext>
            </a:extLst>
          </p:cNvPr>
          <p:cNvSpPr>
            <a:spLocks noGrp="1"/>
          </p:cNvSpPr>
          <p:nvPr>
            <p:ph type="body" idx="17"/>
          </p:nvPr>
        </p:nvSpPr>
        <p:spPr/>
        <p:txBody>
          <a:bodyPr/>
          <a:lstStyle/>
          <a:p>
            <a:r>
              <a:t>Base_nova_limpa.xlsx | Modelo A - baseline oficial.</a:t>
            </a:r>
          </a:p>
        </p:txBody>
      </p:sp>
      <p:sp>
        <p:nvSpPr>
          <p:cNvPr id="6" name="Text Placeholder 5">
            <a:extLst>
              <a:ext uri="{FF2B5EF4-FFF2-40B4-BE49-F238E27FC236}">
                <a16:creationId xmlns:a16="http://schemas.microsoft.com/office/drawing/2014/main" id="{7A0DBEFB-72E0-7579-745E-B3673CFB3D59}"/>
              </a:ext>
            </a:extLst>
          </p:cNvPr>
          <p:cNvSpPr>
            <a:spLocks noGrp="1"/>
          </p:cNvSpPr>
          <p:nvPr>
            <p:ph type="body" idx="22"/>
          </p:nvPr>
        </p:nvSpPr>
        <p:spPr/>
        <p:txBody>
          <a:bodyPr/>
          <a:lstStyle/>
          <a:p>
            <a:endParaRPr lang="en-US"/>
          </a:p>
        </p:txBody>
      </p:sp>
      <p:pic>
        <p:nvPicPr>
          <p:cNvPr id="11" name="Picture 10"/>
          <p:cNvPicPr>
            <a:picLocks noChangeAspect="1"/>
          </p:cNvPicPr>
          <p:nvPr/>
        </p:nvPicPr>
        <p:blipFill>
          <a:blip r:embed="rId3"/>
          <a:stretch/>
        </p:blipFill>
        <p:spPr>
          <a:xfrm>
            <a:off x="1107722" y="1057275"/>
            <a:ext cx="9976556" cy="5143500"/>
          </a:xfrm>
          <a:prstGeom prst="rect">
            <a:avLst/>
          </a:prstGeom>
        </p:spPr>
      </p:pic>
    </p:spTree>
    <p:extLst>
      <p:ext uri="{BB962C8B-B14F-4D97-AF65-F5344CB8AC3E}">
        <p14:creationId xmlns:p14="http://schemas.microsoft.com/office/powerpoint/2010/main" val="30206627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A5893C-D317-3A06-A425-94E98E674259}"/>
              </a:ext>
            </a:extLst>
          </p:cNvPr>
          <p:cNvSpPr>
            <a:spLocks noGrp="1"/>
          </p:cNvSpPr>
          <p:nvPr>
            <p:ph type="sldNum" idx="4"/>
          </p:nvPr>
        </p:nvSpPr>
        <p:spPr/>
        <p:txBody>
          <a:bodyPr/>
          <a:lstStyle/>
          <a:p>
            <a:fld id="{8C630A04-5A25-9E0C-9436-126091DB86B3}" type="slidenum">
              <a:rPr/>
              <a:t>6</a:t>
            </a:fld>
            <a:endParaRPr/>
          </a:p>
        </p:txBody>
      </p:sp>
      <p:sp>
        <p:nvSpPr>
          <p:cNvPr id="3" name="Text Placeholder 2">
            <a:extLst>
              <a:ext uri="{FF2B5EF4-FFF2-40B4-BE49-F238E27FC236}">
                <a16:creationId xmlns:a16="http://schemas.microsoft.com/office/drawing/2014/main" id="{5BC23103-E2DC-603C-7B78-9D6DC625A77E}"/>
              </a:ext>
            </a:extLst>
          </p:cNvPr>
          <p:cNvSpPr>
            <a:spLocks noGrp="1"/>
          </p:cNvSpPr>
          <p:nvPr>
            <p:ph type="body" idx="10"/>
          </p:nvPr>
        </p:nvSpPr>
        <p:spPr/>
        <p:txBody>
          <a:bodyPr/>
          <a:lstStyle/>
          <a:p>
            <a:r>
              <a:t>LULA MANTÉM VANTAGEM ESTREITA SOBRE FLÁVIO</a:t>
            </a:r>
          </a:p>
        </p:txBody>
      </p:sp>
      <p:sp>
        <p:nvSpPr>
          <p:cNvPr id="4" name="Text Placeholder 3">
            <a:extLst>
              <a:ext uri="{FF2B5EF4-FFF2-40B4-BE49-F238E27FC236}">
                <a16:creationId xmlns:a16="http://schemas.microsoft.com/office/drawing/2014/main" id="{A56F410C-D8CF-64F4-EE0B-24F882A35932}"/>
              </a:ext>
            </a:extLst>
          </p:cNvPr>
          <p:cNvSpPr>
            <a:spLocks noGrp="1"/>
          </p:cNvSpPr>
          <p:nvPr>
            <p:ph type="body" idx="16"/>
          </p:nvPr>
        </p:nvSpPr>
        <p:spPr/>
        <p:txBody>
          <a:bodyPr/>
          <a:lstStyle/>
          <a:p>
            <a:r>
              <a:t>Votos válidos: 52,6% × 47,4%</a:t>
            </a:r>
          </a:p>
        </p:txBody>
      </p:sp>
      <p:sp>
        <p:nvSpPr>
          <p:cNvPr id="5" name="Text Placeholder 4">
            <a:extLst>
              <a:ext uri="{FF2B5EF4-FFF2-40B4-BE49-F238E27FC236}">
                <a16:creationId xmlns:a16="http://schemas.microsoft.com/office/drawing/2014/main" id="{2B60364D-0AE0-377C-AFDA-A4A31957516D}"/>
              </a:ext>
            </a:extLst>
          </p:cNvPr>
          <p:cNvSpPr>
            <a:spLocks noGrp="1"/>
          </p:cNvSpPr>
          <p:nvPr>
            <p:ph type="body" idx="17"/>
          </p:nvPr>
        </p:nvSpPr>
        <p:spPr/>
        <p:txBody>
          <a:bodyPr/>
          <a:lstStyle/>
          <a:p>
            <a:r>
              <a:t>Base_nova_limpa.xlsx | Modelo A - baseline oficial.</a:t>
            </a:r>
          </a:p>
        </p:txBody>
      </p:sp>
      <p:sp>
        <p:nvSpPr>
          <p:cNvPr id="6" name="Text Placeholder 5">
            <a:extLst>
              <a:ext uri="{FF2B5EF4-FFF2-40B4-BE49-F238E27FC236}">
                <a16:creationId xmlns:a16="http://schemas.microsoft.com/office/drawing/2014/main" id="{45312E77-4817-F63E-4B46-43FF1DB90CA4}"/>
              </a:ext>
            </a:extLst>
          </p:cNvPr>
          <p:cNvSpPr>
            <a:spLocks noGrp="1"/>
          </p:cNvSpPr>
          <p:nvPr>
            <p:ph type="body" idx="22"/>
          </p:nvPr>
        </p:nvSpPr>
        <p:spPr/>
        <p:txBody>
          <a:bodyPr/>
          <a:lstStyle/>
          <a:p>
            <a:endParaRPr lang="en-US"/>
          </a:p>
        </p:txBody>
      </p:sp>
      <p:pic>
        <p:nvPicPr>
          <p:cNvPr id="11" name="Picture 10"/>
          <p:cNvPicPr>
            <a:picLocks noChangeAspect="1"/>
          </p:cNvPicPr>
          <p:nvPr/>
        </p:nvPicPr>
        <p:blipFill>
          <a:blip r:embed="rId3"/>
          <a:stretch/>
        </p:blipFill>
        <p:spPr>
          <a:xfrm>
            <a:off x="572222" y="1057275"/>
            <a:ext cx="11047555" cy="5143500"/>
          </a:xfrm>
          <a:prstGeom prst="rect">
            <a:avLst/>
          </a:prstGeom>
        </p:spPr>
      </p:pic>
    </p:spTree>
    <p:extLst>
      <p:ext uri="{BB962C8B-B14F-4D97-AF65-F5344CB8AC3E}">
        <p14:creationId xmlns:p14="http://schemas.microsoft.com/office/powerpoint/2010/main" val="30206627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A5893C-D317-3A06-A425-94E98E674259}"/>
              </a:ext>
            </a:extLst>
          </p:cNvPr>
          <p:cNvSpPr>
            <a:spLocks noGrp="1"/>
          </p:cNvSpPr>
          <p:nvPr>
            <p:ph type="sldNum" idx="4"/>
          </p:nvPr>
        </p:nvSpPr>
        <p:spPr/>
        <p:txBody>
          <a:bodyPr/>
          <a:lstStyle/>
          <a:p>
            <a:fld id="{D3D7D1C8-AE23-AA48-DF65-C742588DBE47}" type="slidenum">
              <a:rPr/>
              <a:t>7</a:t>
            </a:fld>
            <a:endParaRPr/>
          </a:p>
        </p:txBody>
      </p:sp>
      <p:sp>
        <p:nvSpPr>
          <p:cNvPr id="3" name="Text Placeholder 2">
            <a:extLst>
              <a:ext uri="{FF2B5EF4-FFF2-40B4-BE49-F238E27FC236}">
                <a16:creationId xmlns:a16="http://schemas.microsoft.com/office/drawing/2014/main" id="{5BC23103-E2DC-603C-7B78-9D6DC625A77E}"/>
              </a:ext>
            </a:extLst>
          </p:cNvPr>
          <p:cNvSpPr>
            <a:spLocks noGrp="1"/>
          </p:cNvSpPr>
          <p:nvPr>
            <p:ph type="body" idx="10"/>
          </p:nvPr>
        </p:nvSpPr>
        <p:spPr/>
        <p:txBody>
          <a:bodyPr/>
          <a:lstStyle/>
          <a:p>
            <a:r>
              <a:t>NÃO VOTO REDUZ O PATAMAR DOS FINALISTAS</a:t>
            </a:r>
          </a:p>
        </p:txBody>
      </p:sp>
      <p:sp>
        <p:nvSpPr>
          <p:cNvPr id="4" name="Text Placeholder 3">
            <a:extLst>
              <a:ext uri="{FF2B5EF4-FFF2-40B4-BE49-F238E27FC236}">
                <a16:creationId xmlns:a16="http://schemas.microsoft.com/office/drawing/2014/main" id="{A56F410C-D8CF-64F4-EE0B-24F882A35932}"/>
              </a:ext>
            </a:extLst>
          </p:cNvPr>
          <p:cNvSpPr>
            <a:spLocks noGrp="1"/>
          </p:cNvSpPr>
          <p:nvPr>
            <p:ph type="body" idx="16"/>
          </p:nvPr>
        </p:nvSpPr>
        <p:spPr/>
        <p:txBody>
          <a:bodyPr/>
          <a:lstStyle/>
          <a:p>
            <a:r>
              <a:t>Votos totais: Lula 47,6%; Flávio 43,0%</a:t>
            </a:r>
          </a:p>
        </p:txBody>
      </p:sp>
      <p:sp>
        <p:nvSpPr>
          <p:cNvPr id="5" name="Text Placeholder 4">
            <a:extLst>
              <a:ext uri="{FF2B5EF4-FFF2-40B4-BE49-F238E27FC236}">
                <a16:creationId xmlns:a16="http://schemas.microsoft.com/office/drawing/2014/main" id="{2B60364D-0AE0-377C-AFDA-A4A31957516D}"/>
              </a:ext>
            </a:extLst>
          </p:cNvPr>
          <p:cNvSpPr>
            <a:spLocks noGrp="1"/>
          </p:cNvSpPr>
          <p:nvPr>
            <p:ph type="body" idx="17"/>
          </p:nvPr>
        </p:nvSpPr>
        <p:spPr/>
        <p:txBody>
          <a:bodyPr/>
          <a:lstStyle/>
          <a:p>
            <a:r>
              <a:t>Base_nova_limpa.xlsx | Modelo A - baseline oficial.</a:t>
            </a:r>
          </a:p>
        </p:txBody>
      </p:sp>
      <p:sp>
        <p:nvSpPr>
          <p:cNvPr id="6" name="Text Placeholder 5">
            <a:extLst>
              <a:ext uri="{FF2B5EF4-FFF2-40B4-BE49-F238E27FC236}">
                <a16:creationId xmlns:a16="http://schemas.microsoft.com/office/drawing/2014/main" id="{8583AF5C-7F2D-B6EF-45FA-6B35C7D408A2}"/>
              </a:ext>
            </a:extLst>
          </p:cNvPr>
          <p:cNvSpPr>
            <a:spLocks noGrp="1"/>
          </p:cNvSpPr>
          <p:nvPr>
            <p:ph type="body" idx="22"/>
          </p:nvPr>
        </p:nvSpPr>
        <p:spPr/>
        <p:txBody>
          <a:bodyPr/>
          <a:lstStyle/>
          <a:p>
            <a:endParaRPr lang="en-US"/>
          </a:p>
        </p:txBody>
      </p:sp>
      <p:pic>
        <p:nvPicPr>
          <p:cNvPr id="11" name="Picture 10"/>
          <p:cNvPicPr>
            <a:picLocks noChangeAspect="1"/>
          </p:cNvPicPr>
          <p:nvPr/>
        </p:nvPicPr>
        <p:blipFill>
          <a:blip r:embed="rId3"/>
          <a:stretch/>
        </p:blipFill>
        <p:spPr>
          <a:xfrm>
            <a:off x="572222" y="1057275"/>
            <a:ext cx="11047555" cy="5143500"/>
          </a:xfrm>
          <a:prstGeom prst="rect">
            <a:avLst/>
          </a:prstGeom>
        </p:spPr>
      </p:pic>
    </p:spTree>
    <p:extLst>
      <p:ext uri="{BB962C8B-B14F-4D97-AF65-F5344CB8AC3E}">
        <p14:creationId xmlns:p14="http://schemas.microsoft.com/office/powerpoint/2010/main" val="30206627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A5893C-D317-3A06-A425-94E98E674259}"/>
              </a:ext>
            </a:extLst>
          </p:cNvPr>
          <p:cNvSpPr>
            <a:spLocks noGrp="1"/>
          </p:cNvSpPr>
          <p:nvPr>
            <p:ph type="sldNum" idx="4"/>
          </p:nvPr>
        </p:nvSpPr>
        <p:spPr/>
        <p:txBody>
          <a:bodyPr/>
          <a:lstStyle/>
          <a:p>
            <a:fld id="{BA58DA2A-B818-18A9-29C1-B697728D5BCE}" type="slidenum">
              <a:rPr/>
              <a:t>8</a:t>
            </a:fld>
            <a:endParaRPr/>
          </a:p>
        </p:txBody>
      </p:sp>
      <p:sp>
        <p:nvSpPr>
          <p:cNvPr id="3" name="Text Placeholder 2">
            <a:extLst>
              <a:ext uri="{FF2B5EF4-FFF2-40B4-BE49-F238E27FC236}">
                <a16:creationId xmlns:a16="http://schemas.microsoft.com/office/drawing/2014/main" id="{5BC23103-E2DC-603C-7B78-9D6DC625A77E}"/>
              </a:ext>
            </a:extLst>
          </p:cNvPr>
          <p:cNvSpPr>
            <a:spLocks noGrp="1"/>
          </p:cNvSpPr>
          <p:nvPr>
            <p:ph type="body" idx="10"/>
          </p:nvPr>
        </p:nvSpPr>
        <p:spPr/>
        <p:txBody>
          <a:bodyPr/>
          <a:lstStyle/>
          <a:p>
            <a:r>
              <a:t>VANTAGEM DE LULA É AMPLA CONTRA RENAN</a:t>
            </a:r>
          </a:p>
        </p:txBody>
      </p:sp>
      <p:sp>
        <p:nvSpPr>
          <p:cNvPr id="4" name="Text Placeholder 3">
            <a:extLst>
              <a:ext uri="{FF2B5EF4-FFF2-40B4-BE49-F238E27FC236}">
                <a16:creationId xmlns:a16="http://schemas.microsoft.com/office/drawing/2014/main" id="{A56F410C-D8CF-64F4-EE0B-24F882A35932}"/>
              </a:ext>
            </a:extLst>
          </p:cNvPr>
          <p:cNvSpPr>
            <a:spLocks noGrp="1"/>
          </p:cNvSpPr>
          <p:nvPr>
            <p:ph type="body" idx="16"/>
          </p:nvPr>
        </p:nvSpPr>
        <p:spPr/>
        <p:txBody>
          <a:bodyPr/>
          <a:lstStyle/>
          <a:p>
            <a:r>
              <a:t>Votos válidos: 61,3% × 38,7%</a:t>
            </a:r>
          </a:p>
        </p:txBody>
      </p:sp>
      <p:sp>
        <p:nvSpPr>
          <p:cNvPr id="5" name="Text Placeholder 4">
            <a:extLst>
              <a:ext uri="{FF2B5EF4-FFF2-40B4-BE49-F238E27FC236}">
                <a16:creationId xmlns:a16="http://schemas.microsoft.com/office/drawing/2014/main" id="{2B60364D-0AE0-377C-AFDA-A4A31957516D}"/>
              </a:ext>
            </a:extLst>
          </p:cNvPr>
          <p:cNvSpPr>
            <a:spLocks noGrp="1"/>
          </p:cNvSpPr>
          <p:nvPr>
            <p:ph type="body" idx="17"/>
          </p:nvPr>
        </p:nvSpPr>
        <p:spPr/>
        <p:txBody>
          <a:bodyPr/>
          <a:lstStyle/>
          <a:p>
            <a:r>
              <a:t>Base_nova_limpa.xlsx | Modelo A - baseline oficial.</a:t>
            </a:r>
          </a:p>
        </p:txBody>
      </p:sp>
      <p:sp>
        <p:nvSpPr>
          <p:cNvPr id="6" name="Text Placeholder 5">
            <a:extLst>
              <a:ext uri="{FF2B5EF4-FFF2-40B4-BE49-F238E27FC236}">
                <a16:creationId xmlns:a16="http://schemas.microsoft.com/office/drawing/2014/main" id="{E3293D6E-20B2-55B8-6DAF-E0901CF75F79}"/>
              </a:ext>
            </a:extLst>
          </p:cNvPr>
          <p:cNvSpPr>
            <a:spLocks noGrp="1"/>
          </p:cNvSpPr>
          <p:nvPr>
            <p:ph type="body" idx="22"/>
          </p:nvPr>
        </p:nvSpPr>
        <p:spPr/>
        <p:txBody>
          <a:bodyPr/>
          <a:lstStyle/>
          <a:p>
            <a:endParaRPr lang="en-US"/>
          </a:p>
        </p:txBody>
      </p:sp>
      <p:pic>
        <p:nvPicPr>
          <p:cNvPr id="11" name="Picture 10"/>
          <p:cNvPicPr>
            <a:picLocks noChangeAspect="1"/>
          </p:cNvPicPr>
          <p:nvPr/>
        </p:nvPicPr>
        <p:blipFill>
          <a:blip r:embed="rId3"/>
          <a:stretch/>
        </p:blipFill>
        <p:spPr>
          <a:xfrm>
            <a:off x="620976" y="1057275"/>
            <a:ext cx="10950048" cy="5143500"/>
          </a:xfrm>
          <a:prstGeom prst="rect">
            <a:avLst/>
          </a:prstGeom>
        </p:spPr>
      </p:pic>
    </p:spTree>
    <p:extLst>
      <p:ext uri="{BB962C8B-B14F-4D97-AF65-F5344CB8AC3E}">
        <p14:creationId xmlns:p14="http://schemas.microsoft.com/office/powerpoint/2010/main" val="3020662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A5893C-D317-3A06-A425-94E98E674259}"/>
              </a:ext>
            </a:extLst>
          </p:cNvPr>
          <p:cNvSpPr>
            <a:spLocks noGrp="1"/>
          </p:cNvSpPr>
          <p:nvPr>
            <p:ph type="sldNum" idx="4"/>
          </p:nvPr>
        </p:nvSpPr>
        <p:spPr/>
        <p:txBody>
          <a:bodyPr/>
          <a:lstStyle/>
          <a:p>
            <a:fld id="{388657AE-30A1-5A7A-6A7F-315D84436430}" type="slidenum">
              <a:t>9</a:t>
            </a:fld>
            <a:endParaRPr/>
          </a:p>
        </p:txBody>
      </p:sp>
      <p:sp>
        <p:nvSpPr>
          <p:cNvPr id="3" name="Text Placeholder 2">
            <a:extLst>
              <a:ext uri="{FF2B5EF4-FFF2-40B4-BE49-F238E27FC236}">
                <a16:creationId xmlns:a16="http://schemas.microsoft.com/office/drawing/2014/main" id="{5BC23103-E2DC-603C-7B78-9D6DC625A77E}"/>
              </a:ext>
            </a:extLst>
          </p:cNvPr>
          <p:cNvSpPr>
            <a:spLocks noGrp="1"/>
          </p:cNvSpPr>
          <p:nvPr>
            <p:ph type="body" idx="10"/>
          </p:nvPr>
        </p:nvSpPr>
        <p:spPr/>
        <p:txBody>
          <a:bodyPr/>
          <a:lstStyle/>
          <a:p>
            <a:r>
              <a:t>NOS VOTOS TOTAIS, A DISTÂNCIA PERMANECE ELEVADA</a:t>
            </a:r>
          </a:p>
        </p:txBody>
      </p:sp>
      <p:sp>
        <p:nvSpPr>
          <p:cNvPr id="4" name="Text Placeholder 3">
            <a:extLst>
              <a:ext uri="{FF2B5EF4-FFF2-40B4-BE49-F238E27FC236}">
                <a16:creationId xmlns:a16="http://schemas.microsoft.com/office/drawing/2014/main" id="{A56F410C-D8CF-64F4-EE0B-24F882A35932}"/>
              </a:ext>
            </a:extLst>
          </p:cNvPr>
          <p:cNvSpPr>
            <a:spLocks noGrp="1"/>
          </p:cNvSpPr>
          <p:nvPr>
            <p:ph type="body" idx="16"/>
          </p:nvPr>
        </p:nvSpPr>
        <p:spPr/>
        <p:txBody>
          <a:bodyPr/>
          <a:lstStyle/>
          <a:p>
            <a:r>
              <a:t>Lula 47,0%; Renan 29,7%</a:t>
            </a:r>
          </a:p>
        </p:txBody>
      </p:sp>
      <p:sp>
        <p:nvSpPr>
          <p:cNvPr id="5" name="Text Placeholder 4">
            <a:extLst>
              <a:ext uri="{FF2B5EF4-FFF2-40B4-BE49-F238E27FC236}">
                <a16:creationId xmlns:a16="http://schemas.microsoft.com/office/drawing/2014/main" id="{2B60364D-0AE0-377C-AFDA-A4A31957516D}"/>
              </a:ext>
            </a:extLst>
          </p:cNvPr>
          <p:cNvSpPr>
            <a:spLocks noGrp="1"/>
          </p:cNvSpPr>
          <p:nvPr>
            <p:ph type="body" idx="17"/>
          </p:nvPr>
        </p:nvSpPr>
        <p:spPr/>
        <p:txBody>
          <a:bodyPr/>
          <a:lstStyle/>
          <a:p>
            <a:r>
              <a:t>Base_nova_limpa.xlsx | Modelo A - baseline oficial.</a:t>
            </a:r>
          </a:p>
        </p:txBody>
      </p:sp>
      <p:pic>
        <p:nvPicPr>
          <p:cNvPr id="11" name="Picture 10"/>
          <p:cNvPicPr>
            <a:picLocks noChangeAspect="1"/>
          </p:cNvPicPr>
          <p:nvPr/>
        </p:nvPicPr>
        <p:blipFill>
          <a:blip r:embed="rId3"/>
          <a:stretch/>
        </p:blipFill>
        <p:spPr>
          <a:xfrm>
            <a:off x="608135" y="1057275"/>
            <a:ext cx="10975731" cy="5143500"/>
          </a:xfrm>
          <a:prstGeom prst="rect">
            <a:avLst/>
          </a:prstGeom>
        </p:spPr>
      </p:pic>
    </p:spTree>
    <p:extLst>
      <p:ext uri="{BB962C8B-B14F-4D97-AF65-F5344CB8AC3E}">
        <p14:creationId xmlns:p14="http://schemas.microsoft.com/office/powerpoint/2010/main" val="30206627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A5893C-D317-3A06-A425-94E98E674259}"/>
              </a:ext>
            </a:extLst>
          </p:cNvPr>
          <p:cNvSpPr>
            <a:spLocks noGrp="1"/>
          </p:cNvSpPr>
          <p:nvPr>
            <p:ph type="sldNum" idx="4"/>
          </p:nvPr>
        </p:nvSpPr>
        <p:spPr/>
        <p:txBody>
          <a:bodyPr/>
          <a:lstStyle/>
          <a:p>
            <a:fld id="{DB7BEEEC-A170-5376-2B6E-CB54687B0CB1}" type="slidenum">
              <a:t>10</a:t>
            </a:fld>
            <a:endParaRPr/>
          </a:p>
        </p:txBody>
      </p:sp>
      <p:sp>
        <p:nvSpPr>
          <p:cNvPr id="3" name="Text Placeholder 2">
            <a:extLst>
              <a:ext uri="{FF2B5EF4-FFF2-40B4-BE49-F238E27FC236}">
                <a16:creationId xmlns:a16="http://schemas.microsoft.com/office/drawing/2014/main" id="{5BC23103-E2DC-603C-7B78-9D6DC625A77E}"/>
              </a:ext>
            </a:extLst>
          </p:cNvPr>
          <p:cNvSpPr>
            <a:spLocks noGrp="1"/>
          </p:cNvSpPr>
          <p:nvPr>
            <p:ph type="body" idx="10"/>
          </p:nvPr>
        </p:nvSpPr>
        <p:spPr/>
        <p:txBody>
          <a:bodyPr/>
          <a:lstStyle/>
          <a:p>
            <a:r>
              <a:t>DISPUTA COM CAIADO É MAIS PRÓXIMA</a:t>
            </a:r>
          </a:p>
        </p:txBody>
      </p:sp>
      <p:sp>
        <p:nvSpPr>
          <p:cNvPr id="4" name="Text Placeholder 3">
            <a:extLst>
              <a:ext uri="{FF2B5EF4-FFF2-40B4-BE49-F238E27FC236}">
                <a16:creationId xmlns:a16="http://schemas.microsoft.com/office/drawing/2014/main" id="{A56F410C-D8CF-64F4-EE0B-24F882A35932}"/>
              </a:ext>
            </a:extLst>
          </p:cNvPr>
          <p:cNvSpPr>
            <a:spLocks noGrp="1"/>
          </p:cNvSpPr>
          <p:nvPr>
            <p:ph type="body" idx="16"/>
          </p:nvPr>
        </p:nvSpPr>
        <p:spPr/>
        <p:txBody>
          <a:bodyPr/>
          <a:lstStyle/>
          <a:p>
            <a:r>
              <a:t>Votos válidos: Lula 53,7%; Caiado 46,3%</a:t>
            </a:r>
          </a:p>
        </p:txBody>
      </p:sp>
      <p:sp>
        <p:nvSpPr>
          <p:cNvPr id="5" name="Text Placeholder 4">
            <a:extLst>
              <a:ext uri="{FF2B5EF4-FFF2-40B4-BE49-F238E27FC236}">
                <a16:creationId xmlns:a16="http://schemas.microsoft.com/office/drawing/2014/main" id="{2B60364D-0AE0-377C-AFDA-A4A31957516D}"/>
              </a:ext>
            </a:extLst>
          </p:cNvPr>
          <p:cNvSpPr>
            <a:spLocks noGrp="1"/>
          </p:cNvSpPr>
          <p:nvPr>
            <p:ph type="body" idx="17"/>
          </p:nvPr>
        </p:nvSpPr>
        <p:spPr/>
        <p:txBody>
          <a:bodyPr/>
          <a:lstStyle/>
          <a:p>
            <a:r>
              <a:t>Base_nova_limpa.xlsx | Modelo A - baseline oficial.</a:t>
            </a:r>
          </a:p>
        </p:txBody>
      </p:sp>
      <p:pic>
        <p:nvPicPr>
          <p:cNvPr id="11" name="Picture 10"/>
          <p:cNvPicPr>
            <a:picLocks noChangeAspect="1"/>
          </p:cNvPicPr>
          <p:nvPr/>
        </p:nvPicPr>
        <p:blipFill>
          <a:blip r:embed="rId3"/>
          <a:stretch/>
        </p:blipFill>
        <p:spPr>
          <a:xfrm>
            <a:off x="596599" y="1057275"/>
            <a:ext cx="10998802" cy="5143500"/>
          </a:xfrm>
          <a:prstGeom prst="rect">
            <a:avLst/>
          </a:prstGeom>
        </p:spPr>
      </p:pic>
    </p:spTree>
    <p:extLst>
      <p:ext uri="{BB962C8B-B14F-4D97-AF65-F5344CB8AC3E}">
        <p14:creationId xmlns:p14="http://schemas.microsoft.com/office/powerpoint/2010/main" val="30206627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A5893C-D317-3A06-A425-94E98E674259}"/>
              </a:ext>
            </a:extLst>
          </p:cNvPr>
          <p:cNvSpPr>
            <a:spLocks noGrp="1"/>
          </p:cNvSpPr>
          <p:nvPr>
            <p:ph type="sldNum" idx="4"/>
          </p:nvPr>
        </p:nvSpPr>
        <p:spPr/>
        <p:txBody>
          <a:bodyPr/>
          <a:lstStyle/>
          <a:p>
            <a:fld id="{30394428-F1DC-E5F6-DB0C-7DE31F3D8A23}" type="slidenum">
              <a:rPr/>
              <a:t>11</a:t>
            </a:fld>
            <a:endParaRPr/>
          </a:p>
        </p:txBody>
      </p:sp>
      <p:sp>
        <p:nvSpPr>
          <p:cNvPr id="3" name="Text Placeholder 2">
            <a:extLst>
              <a:ext uri="{FF2B5EF4-FFF2-40B4-BE49-F238E27FC236}">
                <a16:creationId xmlns:a16="http://schemas.microsoft.com/office/drawing/2014/main" id="{5BC23103-E2DC-603C-7B78-9D6DC625A77E}"/>
              </a:ext>
            </a:extLst>
          </p:cNvPr>
          <p:cNvSpPr>
            <a:spLocks noGrp="1"/>
          </p:cNvSpPr>
          <p:nvPr>
            <p:ph type="body" idx="10"/>
          </p:nvPr>
        </p:nvSpPr>
        <p:spPr/>
        <p:txBody>
          <a:bodyPr/>
          <a:lstStyle/>
          <a:p>
            <a:r>
              <a:t>NÃO VOTO TAMBÉM PESA NO CENÁRIO COM CAIADO</a:t>
            </a:r>
          </a:p>
        </p:txBody>
      </p:sp>
      <p:sp>
        <p:nvSpPr>
          <p:cNvPr id="4" name="Text Placeholder 3">
            <a:extLst>
              <a:ext uri="{FF2B5EF4-FFF2-40B4-BE49-F238E27FC236}">
                <a16:creationId xmlns:a16="http://schemas.microsoft.com/office/drawing/2014/main" id="{A56F410C-D8CF-64F4-EE0B-24F882A35932}"/>
              </a:ext>
            </a:extLst>
          </p:cNvPr>
          <p:cNvSpPr>
            <a:spLocks noGrp="1"/>
          </p:cNvSpPr>
          <p:nvPr>
            <p:ph type="body" idx="16"/>
          </p:nvPr>
        </p:nvSpPr>
        <p:spPr/>
        <p:txBody>
          <a:bodyPr/>
          <a:lstStyle/>
          <a:p>
            <a:r>
              <a:t>Votos totais: Lula 46,2%; Caiado 39,8%</a:t>
            </a:r>
          </a:p>
        </p:txBody>
      </p:sp>
      <p:sp>
        <p:nvSpPr>
          <p:cNvPr id="5" name="Text Placeholder 4">
            <a:extLst>
              <a:ext uri="{FF2B5EF4-FFF2-40B4-BE49-F238E27FC236}">
                <a16:creationId xmlns:a16="http://schemas.microsoft.com/office/drawing/2014/main" id="{2B60364D-0AE0-377C-AFDA-A4A31957516D}"/>
              </a:ext>
            </a:extLst>
          </p:cNvPr>
          <p:cNvSpPr>
            <a:spLocks noGrp="1"/>
          </p:cNvSpPr>
          <p:nvPr>
            <p:ph type="body" idx="17"/>
          </p:nvPr>
        </p:nvSpPr>
        <p:spPr/>
        <p:txBody>
          <a:bodyPr/>
          <a:lstStyle/>
          <a:p>
            <a:r>
              <a:t>Base_nova_limpa.xlsx | Modelo A - baseline oficial.</a:t>
            </a:r>
          </a:p>
        </p:txBody>
      </p:sp>
      <p:sp>
        <p:nvSpPr>
          <p:cNvPr id="6" name="Text Placeholder 5">
            <a:extLst>
              <a:ext uri="{FF2B5EF4-FFF2-40B4-BE49-F238E27FC236}">
                <a16:creationId xmlns:a16="http://schemas.microsoft.com/office/drawing/2014/main" id="{B808BB5B-7367-9700-7CB2-24B525028A6E}"/>
              </a:ext>
            </a:extLst>
          </p:cNvPr>
          <p:cNvSpPr>
            <a:spLocks noGrp="1"/>
          </p:cNvSpPr>
          <p:nvPr>
            <p:ph type="body" idx="22"/>
          </p:nvPr>
        </p:nvSpPr>
        <p:spPr/>
        <p:txBody>
          <a:bodyPr/>
          <a:lstStyle/>
          <a:p>
            <a:endParaRPr lang="en-US"/>
          </a:p>
        </p:txBody>
      </p:sp>
      <p:pic>
        <p:nvPicPr>
          <p:cNvPr id="11" name="Picture 10"/>
          <p:cNvPicPr>
            <a:picLocks noChangeAspect="1"/>
          </p:cNvPicPr>
          <p:nvPr/>
        </p:nvPicPr>
        <p:blipFill>
          <a:blip r:embed="rId3"/>
          <a:stretch/>
        </p:blipFill>
        <p:spPr>
          <a:xfrm>
            <a:off x="586154" y="1057275"/>
            <a:ext cx="11019692" cy="5143500"/>
          </a:xfrm>
          <a:prstGeom prst="rect">
            <a:avLst/>
          </a:prstGeom>
        </p:spPr>
      </p:pic>
    </p:spTree>
    <p:extLst>
      <p:ext uri="{BB962C8B-B14F-4D97-AF65-F5344CB8AC3E}">
        <p14:creationId xmlns:p14="http://schemas.microsoft.com/office/powerpoint/2010/main" val="30206627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8AD6C3-9FC3-2849-AFB9-E51B54593B09}"/>
              </a:ext>
            </a:extLst>
          </p:cNvPr>
          <p:cNvSpPr>
            <a:spLocks noGrp="1"/>
          </p:cNvSpPr>
          <p:nvPr>
            <p:ph type="sldNum" idx="4"/>
          </p:nvPr>
        </p:nvSpPr>
        <p:spPr/>
        <p:txBody>
          <a:bodyPr/>
          <a:lstStyle/>
          <a:p>
            <a:fld id="{4DB16885-0D3F-A391-B669-3211DB3B26E8}" type="slidenum">
              <a:t>12</a:t>
            </a:fld>
            <a:endParaRPr/>
          </a:p>
        </p:txBody>
      </p:sp>
      <p:sp>
        <p:nvSpPr>
          <p:cNvPr id="3" name="Text Placeholder 2">
            <a:extLst>
              <a:ext uri="{FF2B5EF4-FFF2-40B4-BE49-F238E27FC236}">
                <a16:creationId xmlns:a16="http://schemas.microsoft.com/office/drawing/2014/main" id="{3FB3E50C-0A2E-3ECB-F0A0-723532E5989B}"/>
              </a:ext>
            </a:extLst>
          </p:cNvPr>
          <p:cNvSpPr>
            <a:spLocks noGrp="1"/>
          </p:cNvSpPr>
          <p:nvPr>
            <p:ph type="body" idx="10"/>
          </p:nvPr>
        </p:nvSpPr>
        <p:spPr/>
        <p:txBody>
          <a:bodyPr/>
          <a:lstStyle/>
          <a:p>
            <a:r>
              <a:t>AVALIAÇÃO DO GOVERNO É PIOR ENTRE HOMENS</a:t>
            </a:r>
          </a:p>
        </p:txBody>
      </p:sp>
      <p:sp>
        <p:nvSpPr>
          <p:cNvPr id="4" name="Text Placeholder 3">
            <a:extLst>
              <a:ext uri="{FF2B5EF4-FFF2-40B4-BE49-F238E27FC236}">
                <a16:creationId xmlns:a16="http://schemas.microsoft.com/office/drawing/2014/main" id="{B7105200-2C9D-66BA-8C6F-57A324175054}"/>
              </a:ext>
            </a:extLst>
          </p:cNvPr>
          <p:cNvSpPr>
            <a:spLocks noGrp="1"/>
          </p:cNvSpPr>
          <p:nvPr>
            <p:ph type="body" idx="16"/>
          </p:nvPr>
        </p:nvSpPr>
        <p:spPr/>
        <p:txBody>
          <a:bodyPr/>
          <a:lstStyle/>
          <a:p>
            <a:r>
              <a:t>A diferença aparece na comparação das curvas por sexo</a:t>
            </a:r>
          </a:p>
        </p:txBody>
      </p:sp>
      <p:sp>
        <p:nvSpPr>
          <p:cNvPr id="5" name="Text Placeholder 4">
            <a:extLst>
              <a:ext uri="{FF2B5EF4-FFF2-40B4-BE49-F238E27FC236}">
                <a16:creationId xmlns:a16="http://schemas.microsoft.com/office/drawing/2014/main" id="{097259DC-5C6F-3F53-0550-7F06F64C24CF}"/>
              </a:ext>
            </a:extLst>
          </p:cNvPr>
          <p:cNvSpPr>
            <a:spLocks noGrp="1"/>
          </p:cNvSpPr>
          <p:nvPr>
            <p:ph type="body" idx="17"/>
          </p:nvPr>
        </p:nvSpPr>
        <p:spPr/>
        <p:txBody>
          <a:bodyPr/>
          <a:lstStyle/>
          <a:p>
            <a:r>
              <a:t>Base_nova_limpa.xlsx | Modelo A - baseline oficial.</a:t>
            </a:r>
          </a:p>
        </p:txBody>
      </p:sp>
      <p:pic>
        <p:nvPicPr>
          <p:cNvPr id="11" name="Picture 10"/>
          <p:cNvPicPr>
            <a:picLocks noChangeAspect="1"/>
          </p:cNvPicPr>
          <p:nvPr/>
        </p:nvPicPr>
        <p:blipFill>
          <a:blip r:embed="rId3"/>
          <a:stretch/>
        </p:blipFill>
        <p:spPr>
          <a:xfrm>
            <a:off x="457200" y="1345830"/>
            <a:ext cx="11277600" cy="4566390"/>
          </a:xfrm>
          <a:prstGeom prst="rect">
            <a:avLst/>
          </a:prstGeom>
        </p:spPr>
      </p:pic>
    </p:spTree>
    <p:extLst>
      <p:ext uri="{BB962C8B-B14F-4D97-AF65-F5344CB8AC3E}">
        <p14:creationId xmlns:p14="http://schemas.microsoft.com/office/powerpoint/2010/main" val="17981391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8AD6C3-9FC3-2849-AFB9-E51B54593B09}"/>
              </a:ext>
            </a:extLst>
          </p:cNvPr>
          <p:cNvSpPr>
            <a:spLocks noGrp="1"/>
          </p:cNvSpPr>
          <p:nvPr>
            <p:ph type="sldNum" idx="4"/>
          </p:nvPr>
        </p:nvSpPr>
        <p:spPr/>
        <p:txBody>
          <a:bodyPr/>
          <a:lstStyle/>
          <a:p>
            <a:fld id="{2DD23107-4986-8758-3A93-3D74F35908CC}" type="slidenum">
              <a:t>13</a:t>
            </a:fld>
            <a:endParaRPr/>
          </a:p>
        </p:txBody>
      </p:sp>
      <p:sp>
        <p:nvSpPr>
          <p:cNvPr id="3" name="Text Placeholder 2">
            <a:extLst>
              <a:ext uri="{FF2B5EF4-FFF2-40B4-BE49-F238E27FC236}">
                <a16:creationId xmlns:a16="http://schemas.microsoft.com/office/drawing/2014/main" id="{3FB3E50C-0A2E-3ECB-F0A0-723532E5989B}"/>
              </a:ext>
            </a:extLst>
          </p:cNvPr>
          <p:cNvSpPr>
            <a:spLocks noGrp="1"/>
          </p:cNvSpPr>
          <p:nvPr>
            <p:ph type="body" idx="10"/>
          </p:nvPr>
        </p:nvSpPr>
        <p:spPr/>
        <p:txBody>
          <a:bodyPr/>
          <a:lstStyle/>
          <a:p>
            <a:r>
              <a:t>SALDO LÍQUIDO É MAIS NEGATIVO ENTRE HOMENS</a:t>
            </a:r>
          </a:p>
        </p:txBody>
      </p:sp>
      <p:sp>
        <p:nvSpPr>
          <p:cNvPr id="4" name="Text Placeholder 3">
            <a:extLst>
              <a:ext uri="{FF2B5EF4-FFF2-40B4-BE49-F238E27FC236}">
                <a16:creationId xmlns:a16="http://schemas.microsoft.com/office/drawing/2014/main" id="{B7105200-2C9D-66BA-8C6F-57A324175054}"/>
              </a:ext>
            </a:extLst>
          </p:cNvPr>
          <p:cNvSpPr>
            <a:spLocks noGrp="1"/>
          </p:cNvSpPr>
          <p:nvPr>
            <p:ph type="body" idx="16"/>
          </p:nvPr>
        </p:nvSpPr>
        <p:spPr/>
        <p:txBody>
          <a:bodyPr/>
          <a:lstStyle/>
          <a:p>
            <a:r>
              <a:t>Último ponto: cerca de -12 p.p. entre homens e -6 p.p. entre mulheres</a:t>
            </a:r>
          </a:p>
        </p:txBody>
      </p:sp>
      <p:sp>
        <p:nvSpPr>
          <p:cNvPr id="5" name="Text Placeholder 4">
            <a:extLst>
              <a:ext uri="{FF2B5EF4-FFF2-40B4-BE49-F238E27FC236}">
                <a16:creationId xmlns:a16="http://schemas.microsoft.com/office/drawing/2014/main" id="{097259DC-5C6F-3F53-0550-7F06F64C24CF}"/>
              </a:ext>
            </a:extLst>
          </p:cNvPr>
          <p:cNvSpPr>
            <a:spLocks noGrp="1"/>
          </p:cNvSpPr>
          <p:nvPr>
            <p:ph type="body" idx="17"/>
          </p:nvPr>
        </p:nvSpPr>
        <p:spPr/>
        <p:txBody>
          <a:bodyPr/>
          <a:lstStyle/>
          <a:p>
            <a:r>
              <a:t>Base_nova_limpa.xlsx | Modelo A - baseline oficial.</a:t>
            </a:r>
          </a:p>
        </p:txBody>
      </p:sp>
      <p:pic>
        <p:nvPicPr>
          <p:cNvPr id="11" name="Picture 10"/>
          <p:cNvPicPr>
            <a:picLocks noChangeAspect="1"/>
          </p:cNvPicPr>
          <p:nvPr/>
        </p:nvPicPr>
        <p:blipFill>
          <a:blip r:embed="rId3"/>
          <a:stretch/>
        </p:blipFill>
        <p:spPr>
          <a:xfrm>
            <a:off x="457200" y="1315072"/>
            <a:ext cx="11277600" cy="4627906"/>
          </a:xfrm>
          <a:prstGeom prst="rect">
            <a:avLst/>
          </a:prstGeom>
        </p:spPr>
      </p:pic>
    </p:spTree>
    <p:extLst>
      <p:ext uri="{BB962C8B-B14F-4D97-AF65-F5344CB8AC3E}">
        <p14:creationId xmlns:p14="http://schemas.microsoft.com/office/powerpoint/2010/main" val="17981391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8AD6C3-9FC3-2849-AFB9-E51B54593B09}"/>
              </a:ext>
            </a:extLst>
          </p:cNvPr>
          <p:cNvSpPr>
            <a:spLocks noGrp="1"/>
          </p:cNvSpPr>
          <p:nvPr>
            <p:ph type="sldNum" idx="4"/>
          </p:nvPr>
        </p:nvSpPr>
        <p:spPr/>
        <p:txBody>
          <a:bodyPr/>
          <a:lstStyle/>
          <a:p>
            <a:fld id="{327921A4-25C4-3DB4-06B1-32693CEE2241}" type="slidenum">
              <a:t>14</a:t>
            </a:fld>
            <a:endParaRPr/>
          </a:p>
        </p:txBody>
      </p:sp>
      <p:sp>
        <p:nvSpPr>
          <p:cNvPr id="3" name="Text Placeholder 2">
            <a:extLst>
              <a:ext uri="{FF2B5EF4-FFF2-40B4-BE49-F238E27FC236}">
                <a16:creationId xmlns:a16="http://schemas.microsoft.com/office/drawing/2014/main" id="{3FB3E50C-0A2E-3ECB-F0A0-723532E5989B}"/>
              </a:ext>
            </a:extLst>
          </p:cNvPr>
          <p:cNvSpPr>
            <a:spLocks noGrp="1"/>
          </p:cNvSpPr>
          <p:nvPr>
            <p:ph type="body" idx="10"/>
          </p:nvPr>
        </p:nvSpPr>
        <p:spPr/>
        <p:txBody>
          <a:bodyPr/>
          <a:lstStyle/>
          <a:p>
            <a:r>
              <a:t>GÊNERO INVERTE A LIDERANÇA CONTRA FLÁVIO</a:t>
            </a:r>
          </a:p>
        </p:txBody>
      </p:sp>
      <p:sp>
        <p:nvSpPr>
          <p:cNvPr id="4" name="Text Placeholder 3">
            <a:extLst>
              <a:ext uri="{FF2B5EF4-FFF2-40B4-BE49-F238E27FC236}">
                <a16:creationId xmlns:a16="http://schemas.microsoft.com/office/drawing/2014/main" id="{B7105200-2C9D-66BA-8C6F-57A324175054}"/>
              </a:ext>
            </a:extLst>
          </p:cNvPr>
          <p:cNvSpPr>
            <a:spLocks noGrp="1"/>
          </p:cNvSpPr>
          <p:nvPr>
            <p:ph type="body" idx="16"/>
          </p:nvPr>
        </p:nvSpPr>
        <p:spPr/>
        <p:txBody>
          <a:bodyPr/>
          <a:lstStyle/>
          <a:p>
            <a:r>
              <a:t>Lula lidera entre mulheres; Flávio, entre homens</a:t>
            </a:r>
          </a:p>
        </p:txBody>
      </p:sp>
      <p:sp>
        <p:nvSpPr>
          <p:cNvPr id="5" name="Text Placeholder 4">
            <a:extLst>
              <a:ext uri="{FF2B5EF4-FFF2-40B4-BE49-F238E27FC236}">
                <a16:creationId xmlns:a16="http://schemas.microsoft.com/office/drawing/2014/main" id="{097259DC-5C6F-3F53-0550-7F06F64C24CF}"/>
              </a:ext>
            </a:extLst>
          </p:cNvPr>
          <p:cNvSpPr>
            <a:spLocks noGrp="1"/>
          </p:cNvSpPr>
          <p:nvPr>
            <p:ph type="body" idx="17"/>
          </p:nvPr>
        </p:nvSpPr>
        <p:spPr/>
        <p:txBody>
          <a:bodyPr/>
          <a:lstStyle/>
          <a:p>
            <a:r>
              <a:t>Base_nova_limpa.xlsx | Modelo A - baseline oficial.</a:t>
            </a:r>
          </a:p>
        </p:txBody>
      </p:sp>
      <p:pic>
        <p:nvPicPr>
          <p:cNvPr id="11" name="Picture 10"/>
          <p:cNvPicPr>
            <a:picLocks noChangeAspect="1"/>
          </p:cNvPicPr>
          <p:nvPr/>
        </p:nvPicPr>
        <p:blipFill>
          <a:blip r:embed="rId3"/>
          <a:stretch/>
        </p:blipFill>
        <p:spPr>
          <a:xfrm>
            <a:off x="457200" y="1551690"/>
            <a:ext cx="11277600" cy="4154670"/>
          </a:xfrm>
          <a:prstGeom prst="rect">
            <a:avLst/>
          </a:prstGeom>
        </p:spPr>
      </p:pic>
    </p:spTree>
    <p:extLst>
      <p:ext uri="{BB962C8B-B14F-4D97-AF65-F5344CB8AC3E}">
        <p14:creationId xmlns:p14="http://schemas.microsoft.com/office/powerpoint/2010/main" val="17981391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8AD6C3-9FC3-2849-AFB9-E51B54593B09}"/>
              </a:ext>
            </a:extLst>
          </p:cNvPr>
          <p:cNvSpPr>
            <a:spLocks noGrp="1"/>
          </p:cNvSpPr>
          <p:nvPr>
            <p:ph type="sldNum" idx="4"/>
          </p:nvPr>
        </p:nvSpPr>
        <p:spPr/>
        <p:txBody>
          <a:bodyPr/>
          <a:lstStyle/>
          <a:p>
            <a:fld id="{EA83FA91-883A-0168-8075-96CEB9DCA3C2}" type="slidenum">
              <a:t>15</a:t>
            </a:fld>
            <a:endParaRPr/>
          </a:p>
        </p:txBody>
      </p:sp>
      <p:sp>
        <p:nvSpPr>
          <p:cNvPr id="3" name="Text Placeholder 2">
            <a:extLst>
              <a:ext uri="{FF2B5EF4-FFF2-40B4-BE49-F238E27FC236}">
                <a16:creationId xmlns:a16="http://schemas.microsoft.com/office/drawing/2014/main" id="{3FB3E50C-0A2E-3ECB-F0A0-723532E5989B}"/>
              </a:ext>
            </a:extLst>
          </p:cNvPr>
          <p:cNvSpPr>
            <a:spLocks noGrp="1"/>
          </p:cNvSpPr>
          <p:nvPr>
            <p:ph type="body" idx="10"/>
          </p:nvPr>
        </p:nvSpPr>
        <p:spPr/>
        <p:txBody>
          <a:bodyPr/>
          <a:lstStyle/>
          <a:p>
            <a:r>
              <a:t>RENAN SE APROXIMA DE LULA ENTRE HOMENS</a:t>
            </a:r>
          </a:p>
        </p:txBody>
      </p:sp>
      <p:sp>
        <p:nvSpPr>
          <p:cNvPr id="4" name="Text Placeholder 3">
            <a:extLst>
              <a:ext uri="{FF2B5EF4-FFF2-40B4-BE49-F238E27FC236}">
                <a16:creationId xmlns:a16="http://schemas.microsoft.com/office/drawing/2014/main" id="{B7105200-2C9D-66BA-8C6F-57A324175054}"/>
              </a:ext>
            </a:extLst>
          </p:cNvPr>
          <p:cNvSpPr>
            <a:spLocks noGrp="1"/>
          </p:cNvSpPr>
          <p:nvPr>
            <p:ph type="body" idx="16"/>
          </p:nvPr>
        </p:nvSpPr>
        <p:spPr/>
        <p:txBody>
          <a:bodyPr/>
          <a:lstStyle/>
          <a:p>
            <a:r>
              <a:t>Entre mulheres, Lula conserva vantagem ampla</a:t>
            </a:r>
          </a:p>
        </p:txBody>
      </p:sp>
      <p:sp>
        <p:nvSpPr>
          <p:cNvPr id="5" name="Text Placeholder 4">
            <a:extLst>
              <a:ext uri="{FF2B5EF4-FFF2-40B4-BE49-F238E27FC236}">
                <a16:creationId xmlns:a16="http://schemas.microsoft.com/office/drawing/2014/main" id="{097259DC-5C6F-3F53-0550-7F06F64C24CF}"/>
              </a:ext>
            </a:extLst>
          </p:cNvPr>
          <p:cNvSpPr>
            <a:spLocks noGrp="1"/>
          </p:cNvSpPr>
          <p:nvPr>
            <p:ph type="body" idx="17"/>
          </p:nvPr>
        </p:nvSpPr>
        <p:spPr/>
        <p:txBody>
          <a:bodyPr/>
          <a:lstStyle/>
          <a:p>
            <a:r>
              <a:t>Base_nova_limpa.xlsx | Modelo A - baseline oficial.</a:t>
            </a:r>
          </a:p>
        </p:txBody>
      </p:sp>
      <p:pic>
        <p:nvPicPr>
          <p:cNvPr id="11" name="Picture 10"/>
          <p:cNvPicPr>
            <a:picLocks noChangeAspect="1"/>
          </p:cNvPicPr>
          <p:nvPr/>
        </p:nvPicPr>
        <p:blipFill>
          <a:blip r:embed="rId3"/>
          <a:stretch/>
        </p:blipFill>
        <p:spPr>
          <a:xfrm>
            <a:off x="457200" y="1494928"/>
            <a:ext cx="11277600" cy="4268194"/>
          </a:xfrm>
          <a:prstGeom prst="rect">
            <a:avLst/>
          </a:prstGeom>
        </p:spPr>
      </p:pic>
    </p:spTree>
    <p:extLst>
      <p:ext uri="{BB962C8B-B14F-4D97-AF65-F5344CB8AC3E}">
        <p14:creationId xmlns:p14="http://schemas.microsoft.com/office/powerpoint/2010/main" val="17981391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8AD6C3-9FC3-2849-AFB9-E51B54593B09}"/>
              </a:ext>
            </a:extLst>
          </p:cNvPr>
          <p:cNvSpPr>
            <a:spLocks noGrp="1"/>
          </p:cNvSpPr>
          <p:nvPr>
            <p:ph type="sldNum" idx="4"/>
          </p:nvPr>
        </p:nvSpPr>
        <p:spPr/>
        <p:txBody>
          <a:bodyPr/>
          <a:lstStyle/>
          <a:p>
            <a:fld id="{DC9C7607-4BA3-B4DC-A00F-2E67A9FCFF7E}" type="slidenum">
              <a:t>16</a:t>
            </a:fld>
            <a:endParaRPr/>
          </a:p>
        </p:txBody>
      </p:sp>
      <p:sp>
        <p:nvSpPr>
          <p:cNvPr id="3" name="Text Placeholder 2">
            <a:extLst>
              <a:ext uri="{FF2B5EF4-FFF2-40B4-BE49-F238E27FC236}">
                <a16:creationId xmlns:a16="http://schemas.microsoft.com/office/drawing/2014/main" id="{3FB3E50C-0A2E-3ECB-F0A0-723532E5989B}"/>
              </a:ext>
            </a:extLst>
          </p:cNvPr>
          <p:cNvSpPr>
            <a:spLocks noGrp="1"/>
          </p:cNvSpPr>
          <p:nvPr>
            <p:ph type="body" idx="10"/>
          </p:nvPr>
        </p:nvSpPr>
        <p:spPr/>
        <p:txBody>
          <a:bodyPr/>
          <a:lstStyle/>
          <a:p>
            <a:r>
              <a:t>RELIGIÃO PRODUZ FORTE CONTRASTE CONTRA FLÁVIO</a:t>
            </a:r>
          </a:p>
        </p:txBody>
      </p:sp>
      <p:sp>
        <p:nvSpPr>
          <p:cNvPr id="4" name="Text Placeholder 3">
            <a:extLst>
              <a:ext uri="{FF2B5EF4-FFF2-40B4-BE49-F238E27FC236}">
                <a16:creationId xmlns:a16="http://schemas.microsoft.com/office/drawing/2014/main" id="{B7105200-2C9D-66BA-8C6F-57A324175054}"/>
              </a:ext>
            </a:extLst>
          </p:cNvPr>
          <p:cNvSpPr>
            <a:spLocks noGrp="1"/>
          </p:cNvSpPr>
          <p:nvPr>
            <p:ph type="body" idx="16"/>
          </p:nvPr>
        </p:nvSpPr>
        <p:spPr/>
        <p:txBody>
          <a:bodyPr/>
          <a:lstStyle/>
          <a:p>
            <a:r>
              <a:t>Flávio lidera entre evangélicos; Lula, nos demais grupos publicados</a:t>
            </a:r>
          </a:p>
        </p:txBody>
      </p:sp>
      <p:sp>
        <p:nvSpPr>
          <p:cNvPr id="5" name="Text Placeholder 4">
            <a:extLst>
              <a:ext uri="{FF2B5EF4-FFF2-40B4-BE49-F238E27FC236}">
                <a16:creationId xmlns:a16="http://schemas.microsoft.com/office/drawing/2014/main" id="{097259DC-5C6F-3F53-0550-7F06F64C24CF}"/>
              </a:ext>
            </a:extLst>
          </p:cNvPr>
          <p:cNvSpPr>
            <a:spLocks noGrp="1"/>
          </p:cNvSpPr>
          <p:nvPr>
            <p:ph type="body" idx="17"/>
          </p:nvPr>
        </p:nvSpPr>
        <p:spPr/>
        <p:txBody>
          <a:bodyPr/>
          <a:lstStyle/>
          <a:p>
            <a:r>
              <a:t>Base_nova_limpa.xlsx | Modelo A - baseline oficial.</a:t>
            </a:r>
          </a:p>
        </p:txBody>
      </p:sp>
      <p:pic>
        <p:nvPicPr>
          <p:cNvPr id="11" name="Picture 10"/>
          <p:cNvPicPr>
            <a:picLocks noChangeAspect="1"/>
          </p:cNvPicPr>
          <p:nvPr/>
        </p:nvPicPr>
        <p:blipFill>
          <a:blip r:embed="rId3"/>
          <a:stretch/>
        </p:blipFill>
        <p:spPr>
          <a:xfrm>
            <a:off x="2477180" y="1019175"/>
            <a:ext cx="7237640" cy="5219700"/>
          </a:xfrm>
          <a:prstGeom prst="rect">
            <a:avLst/>
          </a:prstGeom>
        </p:spPr>
      </p:pic>
    </p:spTree>
    <p:extLst>
      <p:ext uri="{BB962C8B-B14F-4D97-AF65-F5344CB8AC3E}">
        <p14:creationId xmlns:p14="http://schemas.microsoft.com/office/powerpoint/2010/main" val="17981391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8AD6C3-9FC3-2849-AFB9-E51B54593B09}"/>
              </a:ext>
            </a:extLst>
          </p:cNvPr>
          <p:cNvSpPr>
            <a:spLocks noGrp="1"/>
          </p:cNvSpPr>
          <p:nvPr>
            <p:ph type="sldNum" idx="4"/>
          </p:nvPr>
        </p:nvSpPr>
        <p:spPr/>
        <p:txBody>
          <a:bodyPr/>
          <a:lstStyle/>
          <a:p>
            <a:fld id="{90F7333B-44AC-F7E9-D49D-FE92F45E0477}" type="slidenum">
              <a:t>17</a:t>
            </a:fld>
            <a:endParaRPr/>
          </a:p>
        </p:txBody>
      </p:sp>
      <p:sp>
        <p:nvSpPr>
          <p:cNvPr id="3" name="Text Placeholder 2">
            <a:extLst>
              <a:ext uri="{FF2B5EF4-FFF2-40B4-BE49-F238E27FC236}">
                <a16:creationId xmlns:a16="http://schemas.microsoft.com/office/drawing/2014/main" id="{3FB3E50C-0A2E-3ECB-F0A0-723532E5989B}"/>
              </a:ext>
            </a:extLst>
          </p:cNvPr>
          <p:cNvSpPr>
            <a:spLocks noGrp="1"/>
          </p:cNvSpPr>
          <p:nvPr>
            <p:ph type="body" idx="10"/>
          </p:nvPr>
        </p:nvSpPr>
        <p:spPr/>
        <p:txBody>
          <a:bodyPr/>
          <a:lstStyle/>
          <a:p>
            <a:r>
              <a:t>RENAN TAMBÉM LIDERA ENTRE EVANGÉLICOS</a:t>
            </a:r>
          </a:p>
        </p:txBody>
      </p:sp>
      <p:sp>
        <p:nvSpPr>
          <p:cNvPr id="4" name="Text Placeholder 3">
            <a:extLst>
              <a:ext uri="{FF2B5EF4-FFF2-40B4-BE49-F238E27FC236}">
                <a16:creationId xmlns:a16="http://schemas.microsoft.com/office/drawing/2014/main" id="{B7105200-2C9D-66BA-8C6F-57A324175054}"/>
              </a:ext>
            </a:extLst>
          </p:cNvPr>
          <p:cNvSpPr>
            <a:spLocks noGrp="1"/>
          </p:cNvSpPr>
          <p:nvPr>
            <p:ph type="body" idx="16"/>
          </p:nvPr>
        </p:nvSpPr>
        <p:spPr/>
        <p:txBody>
          <a:bodyPr/>
          <a:lstStyle/>
          <a:p>
            <a:r>
              <a:t>Lula lidera entre católicos, outras religiões e sem religião</a:t>
            </a:r>
          </a:p>
        </p:txBody>
      </p:sp>
      <p:sp>
        <p:nvSpPr>
          <p:cNvPr id="5" name="Text Placeholder 4">
            <a:extLst>
              <a:ext uri="{FF2B5EF4-FFF2-40B4-BE49-F238E27FC236}">
                <a16:creationId xmlns:a16="http://schemas.microsoft.com/office/drawing/2014/main" id="{097259DC-5C6F-3F53-0550-7F06F64C24CF}"/>
              </a:ext>
            </a:extLst>
          </p:cNvPr>
          <p:cNvSpPr>
            <a:spLocks noGrp="1"/>
          </p:cNvSpPr>
          <p:nvPr>
            <p:ph type="body" idx="17"/>
          </p:nvPr>
        </p:nvSpPr>
        <p:spPr/>
        <p:txBody>
          <a:bodyPr/>
          <a:lstStyle/>
          <a:p>
            <a:r>
              <a:t>Base_nova_limpa.xlsx | Modelo A - baseline oficial.</a:t>
            </a:r>
          </a:p>
        </p:txBody>
      </p:sp>
      <p:pic>
        <p:nvPicPr>
          <p:cNvPr id="11" name="Picture 10"/>
          <p:cNvPicPr>
            <a:picLocks noChangeAspect="1"/>
          </p:cNvPicPr>
          <p:nvPr/>
        </p:nvPicPr>
        <p:blipFill>
          <a:blip r:embed="rId3"/>
          <a:stretch/>
        </p:blipFill>
        <p:spPr>
          <a:xfrm>
            <a:off x="2581803" y="1019175"/>
            <a:ext cx="7028393" cy="5219700"/>
          </a:xfrm>
          <a:prstGeom prst="rect">
            <a:avLst/>
          </a:prstGeom>
        </p:spPr>
      </p:pic>
    </p:spTree>
    <p:extLst>
      <p:ext uri="{BB962C8B-B14F-4D97-AF65-F5344CB8AC3E}">
        <p14:creationId xmlns:p14="http://schemas.microsoft.com/office/powerpoint/2010/main" val="17981391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8AD6C3-9FC3-2849-AFB9-E51B54593B09}"/>
              </a:ext>
            </a:extLst>
          </p:cNvPr>
          <p:cNvSpPr>
            <a:spLocks noGrp="1"/>
          </p:cNvSpPr>
          <p:nvPr>
            <p:ph type="sldNum" idx="4"/>
          </p:nvPr>
        </p:nvSpPr>
        <p:spPr/>
        <p:txBody>
          <a:bodyPr/>
          <a:lstStyle/>
          <a:p>
            <a:fld id="{B1C6C81E-38B9-7560-621D-5A151A79DF9B}" type="slidenum">
              <a:t>18</a:t>
            </a:fld>
            <a:endParaRPr/>
          </a:p>
        </p:txBody>
      </p:sp>
      <p:sp>
        <p:nvSpPr>
          <p:cNvPr id="3" name="Text Placeholder 2">
            <a:extLst>
              <a:ext uri="{FF2B5EF4-FFF2-40B4-BE49-F238E27FC236}">
                <a16:creationId xmlns:a16="http://schemas.microsoft.com/office/drawing/2014/main" id="{3FB3E50C-0A2E-3ECB-F0A0-723532E5989B}"/>
              </a:ext>
            </a:extLst>
          </p:cNvPr>
          <p:cNvSpPr>
            <a:spLocks noGrp="1"/>
          </p:cNvSpPr>
          <p:nvPr>
            <p:ph type="body" idx="10"/>
          </p:nvPr>
        </p:nvSpPr>
        <p:spPr/>
        <p:txBody>
          <a:bodyPr/>
          <a:lstStyle/>
          <a:p>
            <a:r>
              <a:t>VANTAGEM DE LULA DIMINUI ENTRE HOMENS</a:t>
            </a:r>
          </a:p>
        </p:txBody>
      </p:sp>
      <p:sp>
        <p:nvSpPr>
          <p:cNvPr id="4" name="Text Placeholder 3">
            <a:extLst>
              <a:ext uri="{FF2B5EF4-FFF2-40B4-BE49-F238E27FC236}">
                <a16:creationId xmlns:a16="http://schemas.microsoft.com/office/drawing/2014/main" id="{B7105200-2C9D-66BA-8C6F-57A324175054}"/>
              </a:ext>
            </a:extLst>
          </p:cNvPr>
          <p:cNvSpPr>
            <a:spLocks noGrp="1"/>
          </p:cNvSpPr>
          <p:nvPr>
            <p:ph type="body" idx="16"/>
          </p:nvPr>
        </p:nvSpPr>
        <p:spPr/>
        <p:txBody>
          <a:bodyPr/>
          <a:lstStyle/>
          <a:p>
            <a:r>
              <a:t>A distância para Flávio se comprime no recorte masculino</a:t>
            </a:r>
          </a:p>
        </p:txBody>
      </p:sp>
      <p:sp>
        <p:nvSpPr>
          <p:cNvPr id="5" name="Text Placeholder 4">
            <a:extLst>
              <a:ext uri="{FF2B5EF4-FFF2-40B4-BE49-F238E27FC236}">
                <a16:creationId xmlns:a16="http://schemas.microsoft.com/office/drawing/2014/main" id="{097259DC-5C6F-3F53-0550-7F06F64C24CF}"/>
              </a:ext>
            </a:extLst>
          </p:cNvPr>
          <p:cNvSpPr>
            <a:spLocks noGrp="1"/>
          </p:cNvSpPr>
          <p:nvPr>
            <p:ph type="body" idx="17"/>
          </p:nvPr>
        </p:nvSpPr>
        <p:spPr/>
        <p:txBody>
          <a:bodyPr/>
          <a:lstStyle/>
          <a:p>
            <a:r>
              <a:t>Base_nova_limpa.xlsx | Modelo A - baseline oficial.</a:t>
            </a:r>
          </a:p>
        </p:txBody>
      </p:sp>
      <p:pic>
        <p:nvPicPr>
          <p:cNvPr id="11" name="Picture 10"/>
          <p:cNvPicPr>
            <a:picLocks noChangeAspect="1"/>
          </p:cNvPicPr>
          <p:nvPr/>
        </p:nvPicPr>
        <p:blipFill>
          <a:blip r:embed="rId3"/>
          <a:stretch/>
        </p:blipFill>
        <p:spPr>
          <a:xfrm>
            <a:off x="457200" y="1408426"/>
            <a:ext cx="11277600" cy="4441199"/>
          </a:xfrm>
          <a:prstGeom prst="rect">
            <a:avLst/>
          </a:prstGeom>
        </p:spPr>
      </p:pic>
    </p:spTree>
    <p:extLst>
      <p:ext uri="{BB962C8B-B14F-4D97-AF65-F5344CB8AC3E}">
        <p14:creationId xmlns:p14="http://schemas.microsoft.com/office/powerpoint/2010/main" val="17981391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8AD6C3-9FC3-2849-AFB9-E51B54593B09}"/>
              </a:ext>
            </a:extLst>
          </p:cNvPr>
          <p:cNvSpPr>
            <a:spLocks noGrp="1"/>
          </p:cNvSpPr>
          <p:nvPr>
            <p:ph type="sldNum" idx="4"/>
          </p:nvPr>
        </p:nvSpPr>
        <p:spPr/>
        <p:txBody>
          <a:bodyPr/>
          <a:lstStyle/>
          <a:p>
            <a:fld id="{CCF91274-D221-1BB4-3BF9-836E3AD31EBE}" type="slidenum">
              <a:t>19</a:t>
            </a:fld>
            <a:endParaRPr/>
          </a:p>
        </p:txBody>
      </p:sp>
      <p:sp>
        <p:nvSpPr>
          <p:cNvPr id="3" name="Text Placeholder 2">
            <a:extLst>
              <a:ext uri="{FF2B5EF4-FFF2-40B4-BE49-F238E27FC236}">
                <a16:creationId xmlns:a16="http://schemas.microsoft.com/office/drawing/2014/main" id="{3FB3E50C-0A2E-3ECB-F0A0-723532E5989B}"/>
              </a:ext>
            </a:extLst>
          </p:cNvPr>
          <p:cNvSpPr>
            <a:spLocks noGrp="1"/>
          </p:cNvSpPr>
          <p:nvPr>
            <p:ph type="body" idx="10"/>
          </p:nvPr>
        </p:nvSpPr>
        <p:spPr/>
        <p:txBody>
          <a:bodyPr/>
          <a:lstStyle/>
          <a:p>
            <a:r>
              <a:t>EVANGÉLICOS FORMAM O PRINCIPAL PONTO FORTE DE FLÁVIO</a:t>
            </a:r>
          </a:p>
        </p:txBody>
      </p:sp>
      <p:sp>
        <p:nvSpPr>
          <p:cNvPr id="4" name="Text Placeholder 3">
            <a:extLst>
              <a:ext uri="{FF2B5EF4-FFF2-40B4-BE49-F238E27FC236}">
                <a16:creationId xmlns:a16="http://schemas.microsoft.com/office/drawing/2014/main" id="{B7105200-2C9D-66BA-8C6F-57A324175054}"/>
              </a:ext>
            </a:extLst>
          </p:cNvPr>
          <p:cNvSpPr>
            <a:spLocks noGrp="1"/>
          </p:cNvSpPr>
          <p:nvPr>
            <p:ph type="body" idx="16"/>
          </p:nvPr>
        </p:nvSpPr>
        <p:spPr/>
        <p:txBody>
          <a:bodyPr/>
          <a:lstStyle/>
          <a:p>
            <a:r>
              <a:t>Nos demais grupos religiosos publicados, Lula lidera</a:t>
            </a:r>
          </a:p>
        </p:txBody>
      </p:sp>
      <p:sp>
        <p:nvSpPr>
          <p:cNvPr id="5" name="Text Placeholder 4">
            <a:extLst>
              <a:ext uri="{FF2B5EF4-FFF2-40B4-BE49-F238E27FC236}">
                <a16:creationId xmlns:a16="http://schemas.microsoft.com/office/drawing/2014/main" id="{097259DC-5C6F-3F53-0550-7F06F64C24CF}"/>
              </a:ext>
            </a:extLst>
          </p:cNvPr>
          <p:cNvSpPr>
            <a:spLocks noGrp="1"/>
          </p:cNvSpPr>
          <p:nvPr>
            <p:ph type="body" idx="17"/>
          </p:nvPr>
        </p:nvSpPr>
        <p:spPr/>
        <p:txBody>
          <a:bodyPr/>
          <a:lstStyle/>
          <a:p>
            <a:r>
              <a:t>Base_nova_limpa.xlsx | Modelo A - baseline oficial.</a:t>
            </a:r>
          </a:p>
        </p:txBody>
      </p:sp>
      <p:pic>
        <p:nvPicPr>
          <p:cNvPr id="11" name="Picture 10"/>
          <p:cNvPicPr>
            <a:picLocks noChangeAspect="1"/>
          </p:cNvPicPr>
          <p:nvPr/>
        </p:nvPicPr>
        <p:blipFill>
          <a:blip r:embed="rId3"/>
          <a:stretch/>
        </p:blipFill>
        <p:spPr>
          <a:xfrm>
            <a:off x="2713109" y="1019175"/>
            <a:ext cx="6765782" cy="5219700"/>
          </a:xfrm>
          <a:prstGeom prst="rect">
            <a:avLst/>
          </a:prstGeom>
        </p:spPr>
      </p:pic>
    </p:spTree>
    <p:extLst>
      <p:ext uri="{BB962C8B-B14F-4D97-AF65-F5344CB8AC3E}">
        <p14:creationId xmlns:p14="http://schemas.microsoft.com/office/powerpoint/2010/main" val="17981391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8AD6C3-9FC3-2849-AFB9-E51B54593B09}"/>
              </a:ext>
            </a:extLst>
          </p:cNvPr>
          <p:cNvSpPr>
            <a:spLocks noGrp="1"/>
          </p:cNvSpPr>
          <p:nvPr>
            <p:ph type="sldNum" idx="4"/>
          </p:nvPr>
        </p:nvSpPr>
        <p:spPr/>
        <p:txBody>
          <a:bodyPr/>
          <a:lstStyle/>
          <a:p>
            <a:fld id="{844E025A-983C-6D44-79C6-4612AACD43FC}" type="slidenum">
              <a:t>20</a:t>
            </a:fld>
            <a:endParaRPr/>
          </a:p>
        </p:txBody>
      </p:sp>
      <p:sp>
        <p:nvSpPr>
          <p:cNvPr id="3" name="Text Placeholder 2">
            <a:extLst>
              <a:ext uri="{FF2B5EF4-FFF2-40B4-BE49-F238E27FC236}">
                <a16:creationId xmlns:a16="http://schemas.microsoft.com/office/drawing/2014/main" id="{3FB3E50C-0A2E-3ECB-F0A0-723532E5989B}"/>
              </a:ext>
            </a:extLst>
          </p:cNvPr>
          <p:cNvSpPr>
            <a:spLocks noGrp="1"/>
          </p:cNvSpPr>
          <p:nvPr>
            <p:ph type="body" idx="10"/>
          </p:nvPr>
        </p:nvSpPr>
        <p:spPr/>
        <p:txBody>
          <a:bodyPr/>
          <a:lstStyle/>
          <a:p>
            <a:r>
              <a:t>RENDA APROXIMA FLÁVIO NAS FAIXAS MAIS ALTAS</a:t>
            </a:r>
          </a:p>
        </p:txBody>
      </p:sp>
      <p:sp>
        <p:nvSpPr>
          <p:cNvPr id="4" name="Text Placeholder 3">
            <a:extLst>
              <a:ext uri="{FF2B5EF4-FFF2-40B4-BE49-F238E27FC236}">
                <a16:creationId xmlns:a16="http://schemas.microsoft.com/office/drawing/2014/main" id="{B7105200-2C9D-66BA-8C6F-57A324175054}"/>
              </a:ext>
            </a:extLst>
          </p:cNvPr>
          <p:cNvSpPr>
            <a:spLocks noGrp="1"/>
          </p:cNvSpPr>
          <p:nvPr>
            <p:ph type="body" idx="16"/>
          </p:nvPr>
        </p:nvSpPr>
        <p:spPr/>
        <p:txBody>
          <a:bodyPr/>
          <a:lstStyle/>
          <a:p>
            <a:r>
              <a:t>Lula abre maior distância até 1 salário mínimo</a:t>
            </a:r>
          </a:p>
        </p:txBody>
      </p:sp>
      <p:sp>
        <p:nvSpPr>
          <p:cNvPr id="5" name="Text Placeholder 4">
            <a:extLst>
              <a:ext uri="{FF2B5EF4-FFF2-40B4-BE49-F238E27FC236}">
                <a16:creationId xmlns:a16="http://schemas.microsoft.com/office/drawing/2014/main" id="{097259DC-5C6F-3F53-0550-7F06F64C24CF}"/>
              </a:ext>
            </a:extLst>
          </p:cNvPr>
          <p:cNvSpPr>
            <a:spLocks noGrp="1"/>
          </p:cNvSpPr>
          <p:nvPr>
            <p:ph type="body" idx="17"/>
          </p:nvPr>
        </p:nvSpPr>
        <p:spPr/>
        <p:txBody>
          <a:bodyPr/>
          <a:lstStyle/>
          <a:p>
            <a:r>
              <a:t>Base_nova_limpa.xlsx | Modelo A - baseline oficial.</a:t>
            </a:r>
          </a:p>
        </p:txBody>
      </p:sp>
      <p:pic>
        <p:nvPicPr>
          <p:cNvPr id="11" name="Picture 10"/>
          <p:cNvPicPr>
            <a:picLocks noChangeAspect="1"/>
          </p:cNvPicPr>
          <p:nvPr/>
        </p:nvPicPr>
        <p:blipFill>
          <a:blip r:embed="rId3"/>
          <a:stretch/>
        </p:blipFill>
        <p:spPr>
          <a:xfrm>
            <a:off x="2713109" y="1019175"/>
            <a:ext cx="6765782" cy="5219700"/>
          </a:xfrm>
          <a:prstGeom prst="rect">
            <a:avLst/>
          </a:prstGeom>
        </p:spPr>
      </p:pic>
    </p:spTree>
    <p:extLst>
      <p:ext uri="{BB962C8B-B14F-4D97-AF65-F5344CB8AC3E}">
        <p14:creationId xmlns:p14="http://schemas.microsoft.com/office/powerpoint/2010/main" val="17981391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8AD6C3-9FC3-2849-AFB9-E51B54593B09}"/>
              </a:ext>
            </a:extLst>
          </p:cNvPr>
          <p:cNvSpPr>
            <a:spLocks noGrp="1"/>
          </p:cNvSpPr>
          <p:nvPr>
            <p:ph type="sldNum" idx="4"/>
          </p:nvPr>
        </p:nvSpPr>
        <p:spPr/>
        <p:txBody>
          <a:bodyPr/>
          <a:lstStyle/>
          <a:p>
            <a:fld id="{F6DF2BE2-2DFA-1C03-677D-BDC2260D6D92}" type="slidenum">
              <a:t>21</a:t>
            </a:fld>
            <a:endParaRPr/>
          </a:p>
        </p:txBody>
      </p:sp>
      <p:sp>
        <p:nvSpPr>
          <p:cNvPr id="3" name="Text Placeholder 2">
            <a:extLst>
              <a:ext uri="{FF2B5EF4-FFF2-40B4-BE49-F238E27FC236}">
                <a16:creationId xmlns:a16="http://schemas.microsoft.com/office/drawing/2014/main" id="{3FB3E50C-0A2E-3ECB-F0A0-723532E5989B}"/>
              </a:ext>
            </a:extLst>
          </p:cNvPr>
          <p:cNvSpPr>
            <a:spLocks noGrp="1"/>
          </p:cNvSpPr>
          <p:nvPr>
            <p:ph type="body" idx="10"/>
          </p:nvPr>
        </p:nvSpPr>
        <p:spPr/>
        <p:txBody>
          <a:bodyPr/>
          <a:lstStyle/>
          <a:p>
            <a:r>
              <a:t>RENAN CRESCE ENTRE HOMENS, MAS SEGUE ABAIXO DE LULA</a:t>
            </a:r>
          </a:p>
        </p:txBody>
      </p:sp>
      <p:sp>
        <p:nvSpPr>
          <p:cNvPr id="4" name="Text Placeholder 3">
            <a:extLst>
              <a:ext uri="{FF2B5EF4-FFF2-40B4-BE49-F238E27FC236}">
                <a16:creationId xmlns:a16="http://schemas.microsoft.com/office/drawing/2014/main" id="{B7105200-2C9D-66BA-8C6F-57A324175054}"/>
              </a:ext>
            </a:extLst>
          </p:cNvPr>
          <p:cNvSpPr>
            <a:spLocks noGrp="1"/>
          </p:cNvSpPr>
          <p:nvPr>
            <p:ph type="body" idx="16"/>
          </p:nvPr>
        </p:nvSpPr>
        <p:spPr/>
        <p:txBody>
          <a:bodyPr/>
          <a:lstStyle/>
          <a:p>
            <a:r>
              <a:t>A diferença permanece ampla entre mulheres</a:t>
            </a:r>
          </a:p>
        </p:txBody>
      </p:sp>
      <p:sp>
        <p:nvSpPr>
          <p:cNvPr id="5" name="Text Placeholder 4">
            <a:extLst>
              <a:ext uri="{FF2B5EF4-FFF2-40B4-BE49-F238E27FC236}">
                <a16:creationId xmlns:a16="http://schemas.microsoft.com/office/drawing/2014/main" id="{097259DC-5C6F-3F53-0550-7F06F64C24CF}"/>
              </a:ext>
            </a:extLst>
          </p:cNvPr>
          <p:cNvSpPr>
            <a:spLocks noGrp="1"/>
          </p:cNvSpPr>
          <p:nvPr>
            <p:ph type="body" idx="17"/>
          </p:nvPr>
        </p:nvSpPr>
        <p:spPr/>
        <p:txBody>
          <a:bodyPr/>
          <a:lstStyle/>
          <a:p>
            <a:r>
              <a:t>Base_nova_limpa.xlsx | Modelo A - baseline oficial.</a:t>
            </a:r>
          </a:p>
        </p:txBody>
      </p:sp>
      <p:pic>
        <p:nvPicPr>
          <p:cNvPr id="11" name="Picture 10"/>
          <p:cNvPicPr>
            <a:picLocks noChangeAspect="1"/>
          </p:cNvPicPr>
          <p:nvPr/>
        </p:nvPicPr>
        <p:blipFill>
          <a:blip r:embed="rId3"/>
          <a:stretch/>
        </p:blipFill>
        <p:spPr>
          <a:xfrm>
            <a:off x="457200" y="1398686"/>
            <a:ext cx="11277600" cy="4460678"/>
          </a:xfrm>
          <a:prstGeom prst="rect">
            <a:avLst/>
          </a:prstGeom>
        </p:spPr>
      </p:pic>
    </p:spTree>
    <p:extLst>
      <p:ext uri="{BB962C8B-B14F-4D97-AF65-F5344CB8AC3E}">
        <p14:creationId xmlns:p14="http://schemas.microsoft.com/office/powerpoint/2010/main" val="17981391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8AD6C3-9FC3-2849-AFB9-E51B54593B09}"/>
              </a:ext>
            </a:extLst>
          </p:cNvPr>
          <p:cNvSpPr>
            <a:spLocks noGrp="1"/>
          </p:cNvSpPr>
          <p:nvPr>
            <p:ph type="sldNum" idx="4"/>
          </p:nvPr>
        </p:nvSpPr>
        <p:spPr/>
        <p:txBody>
          <a:bodyPr/>
          <a:lstStyle/>
          <a:p>
            <a:fld id="{0BB18BA8-60F4-C50D-CD9B-1BB87D3E8506}" type="slidenum">
              <a:t>22</a:t>
            </a:fld>
            <a:endParaRPr/>
          </a:p>
        </p:txBody>
      </p:sp>
      <p:sp>
        <p:nvSpPr>
          <p:cNvPr id="3" name="Text Placeholder 2">
            <a:extLst>
              <a:ext uri="{FF2B5EF4-FFF2-40B4-BE49-F238E27FC236}">
                <a16:creationId xmlns:a16="http://schemas.microsoft.com/office/drawing/2014/main" id="{3FB3E50C-0A2E-3ECB-F0A0-723532E5989B}"/>
              </a:ext>
            </a:extLst>
          </p:cNvPr>
          <p:cNvSpPr>
            <a:spLocks noGrp="1"/>
          </p:cNvSpPr>
          <p:nvPr>
            <p:ph type="body" idx="10"/>
          </p:nvPr>
        </p:nvSpPr>
        <p:spPr/>
        <p:txBody>
          <a:bodyPr/>
          <a:lstStyle/>
          <a:p>
            <a:r>
              <a:t>APOIO A RENAN VARIA POUCO ENTRE GRUPOS RELIGIOSOS</a:t>
            </a:r>
          </a:p>
        </p:txBody>
      </p:sp>
      <p:sp>
        <p:nvSpPr>
          <p:cNvPr id="4" name="Text Placeholder 3">
            <a:extLst>
              <a:ext uri="{FF2B5EF4-FFF2-40B4-BE49-F238E27FC236}">
                <a16:creationId xmlns:a16="http://schemas.microsoft.com/office/drawing/2014/main" id="{B7105200-2C9D-66BA-8C6F-57A324175054}"/>
              </a:ext>
            </a:extLst>
          </p:cNvPr>
          <p:cNvSpPr>
            <a:spLocks noGrp="1"/>
          </p:cNvSpPr>
          <p:nvPr>
            <p:ph type="body" idx="16"/>
          </p:nvPr>
        </p:nvSpPr>
        <p:spPr/>
        <p:txBody>
          <a:bodyPr/>
          <a:lstStyle/>
          <a:p>
            <a:r>
              <a:t>Lula lidera todos os recortes publicados no 1º turno</a:t>
            </a:r>
          </a:p>
        </p:txBody>
      </p:sp>
      <p:sp>
        <p:nvSpPr>
          <p:cNvPr id="5" name="Text Placeholder 4">
            <a:extLst>
              <a:ext uri="{FF2B5EF4-FFF2-40B4-BE49-F238E27FC236}">
                <a16:creationId xmlns:a16="http://schemas.microsoft.com/office/drawing/2014/main" id="{097259DC-5C6F-3F53-0550-7F06F64C24CF}"/>
              </a:ext>
            </a:extLst>
          </p:cNvPr>
          <p:cNvSpPr>
            <a:spLocks noGrp="1"/>
          </p:cNvSpPr>
          <p:nvPr>
            <p:ph type="body" idx="17"/>
          </p:nvPr>
        </p:nvSpPr>
        <p:spPr/>
        <p:txBody>
          <a:bodyPr/>
          <a:lstStyle/>
          <a:p>
            <a:r>
              <a:t>Base_nova_limpa.xlsx | Modelo A - baseline oficial.</a:t>
            </a:r>
          </a:p>
        </p:txBody>
      </p:sp>
      <p:pic>
        <p:nvPicPr>
          <p:cNvPr id="11" name="Picture 10"/>
          <p:cNvPicPr>
            <a:picLocks noChangeAspect="1"/>
          </p:cNvPicPr>
          <p:nvPr/>
        </p:nvPicPr>
        <p:blipFill>
          <a:blip r:embed="rId3"/>
          <a:stretch/>
        </p:blipFill>
        <p:spPr>
          <a:xfrm>
            <a:off x="2727847" y="1019175"/>
            <a:ext cx="6736307" cy="5219700"/>
          </a:xfrm>
          <a:prstGeom prst="rect">
            <a:avLst/>
          </a:prstGeom>
        </p:spPr>
      </p:pic>
    </p:spTree>
    <p:extLst>
      <p:ext uri="{BB962C8B-B14F-4D97-AF65-F5344CB8AC3E}">
        <p14:creationId xmlns:p14="http://schemas.microsoft.com/office/powerpoint/2010/main" val="17981391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8AD6C3-9FC3-2849-AFB9-E51B54593B09}"/>
              </a:ext>
            </a:extLst>
          </p:cNvPr>
          <p:cNvSpPr>
            <a:spLocks noGrp="1"/>
          </p:cNvSpPr>
          <p:nvPr>
            <p:ph type="sldNum" idx="4"/>
          </p:nvPr>
        </p:nvSpPr>
        <p:spPr/>
        <p:txBody>
          <a:bodyPr/>
          <a:lstStyle/>
          <a:p>
            <a:fld id="{A4E99CEF-AF55-BA3C-ADF8-4E52E186DD8F}" type="slidenum">
              <a:t>23</a:t>
            </a:fld>
            <a:endParaRPr/>
          </a:p>
        </p:txBody>
      </p:sp>
      <p:sp>
        <p:nvSpPr>
          <p:cNvPr id="3" name="Text Placeholder 2">
            <a:extLst>
              <a:ext uri="{FF2B5EF4-FFF2-40B4-BE49-F238E27FC236}">
                <a16:creationId xmlns:a16="http://schemas.microsoft.com/office/drawing/2014/main" id="{3FB3E50C-0A2E-3ECB-F0A0-723532E5989B}"/>
              </a:ext>
            </a:extLst>
          </p:cNvPr>
          <p:cNvSpPr>
            <a:spLocks noGrp="1"/>
          </p:cNvSpPr>
          <p:nvPr>
            <p:ph type="body" idx="10"/>
          </p:nvPr>
        </p:nvSpPr>
        <p:spPr/>
        <p:txBody>
          <a:bodyPr/>
          <a:lstStyle/>
          <a:p>
            <a:r>
              <a:t>RENAN SEGUE EM UM DÍGITO EM TODAS AS FAIXAS DE RENDA</a:t>
            </a:r>
          </a:p>
        </p:txBody>
      </p:sp>
      <p:sp>
        <p:nvSpPr>
          <p:cNvPr id="4" name="Text Placeholder 3">
            <a:extLst>
              <a:ext uri="{FF2B5EF4-FFF2-40B4-BE49-F238E27FC236}">
                <a16:creationId xmlns:a16="http://schemas.microsoft.com/office/drawing/2014/main" id="{B7105200-2C9D-66BA-8C6F-57A324175054}"/>
              </a:ext>
            </a:extLst>
          </p:cNvPr>
          <p:cNvSpPr>
            <a:spLocks noGrp="1"/>
          </p:cNvSpPr>
          <p:nvPr>
            <p:ph type="body" idx="16"/>
          </p:nvPr>
        </p:nvSpPr>
        <p:spPr/>
        <p:txBody>
          <a:bodyPr/>
          <a:lstStyle/>
          <a:p>
            <a:r>
              <a:t>A maior leitura de Lula aparece até 1 salário mínimo</a:t>
            </a:r>
          </a:p>
        </p:txBody>
      </p:sp>
      <p:sp>
        <p:nvSpPr>
          <p:cNvPr id="5" name="Text Placeholder 4">
            <a:extLst>
              <a:ext uri="{FF2B5EF4-FFF2-40B4-BE49-F238E27FC236}">
                <a16:creationId xmlns:a16="http://schemas.microsoft.com/office/drawing/2014/main" id="{097259DC-5C6F-3F53-0550-7F06F64C24CF}"/>
              </a:ext>
            </a:extLst>
          </p:cNvPr>
          <p:cNvSpPr>
            <a:spLocks noGrp="1"/>
          </p:cNvSpPr>
          <p:nvPr>
            <p:ph type="body" idx="17"/>
          </p:nvPr>
        </p:nvSpPr>
        <p:spPr/>
        <p:txBody>
          <a:bodyPr/>
          <a:lstStyle/>
          <a:p>
            <a:r>
              <a:t>Base_nova_limpa.xlsx | Modelo A - baseline oficial.</a:t>
            </a:r>
          </a:p>
        </p:txBody>
      </p:sp>
      <p:pic>
        <p:nvPicPr>
          <p:cNvPr id="11" name="Picture 10"/>
          <p:cNvPicPr>
            <a:picLocks noChangeAspect="1"/>
          </p:cNvPicPr>
          <p:nvPr/>
        </p:nvPicPr>
        <p:blipFill>
          <a:blip r:embed="rId3"/>
          <a:stretch/>
        </p:blipFill>
        <p:spPr>
          <a:xfrm>
            <a:off x="2727847" y="1019175"/>
            <a:ext cx="6736307" cy="5219700"/>
          </a:xfrm>
          <a:prstGeom prst="rect">
            <a:avLst/>
          </a:prstGeom>
        </p:spPr>
      </p:pic>
    </p:spTree>
    <p:extLst>
      <p:ext uri="{BB962C8B-B14F-4D97-AF65-F5344CB8AC3E}">
        <p14:creationId xmlns:p14="http://schemas.microsoft.com/office/powerpoint/2010/main" val="17981391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8AD6C3-9FC3-2849-AFB9-E51B54593B09}"/>
              </a:ext>
            </a:extLst>
          </p:cNvPr>
          <p:cNvSpPr>
            <a:spLocks noGrp="1"/>
          </p:cNvSpPr>
          <p:nvPr>
            <p:ph type="sldNum" idx="4"/>
          </p:nvPr>
        </p:nvSpPr>
        <p:spPr/>
        <p:txBody>
          <a:bodyPr/>
          <a:lstStyle/>
          <a:p>
            <a:fld id="{4A59AF09-D197-0193-A7DE-FAAF0B691058}" type="slidenum">
              <a:t>24</a:t>
            </a:fld>
            <a:endParaRPr/>
          </a:p>
        </p:txBody>
      </p:sp>
      <p:sp>
        <p:nvSpPr>
          <p:cNvPr id="3" name="Text Placeholder 2">
            <a:extLst>
              <a:ext uri="{FF2B5EF4-FFF2-40B4-BE49-F238E27FC236}">
                <a16:creationId xmlns:a16="http://schemas.microsoft.com/office/drawing/2014/main" id="{3FB3E50C-0A2E-3ECB-F0A0-723532E5989B}"/>
              </a:ext>
            </a:extLst>
          </p:cNvPr>
          <p:cNvSpPr>
            <a:spLocks noGrp="1"/>
          </p:cNvSpPr>
          <p:nvPr>
            <p:ph type="body" idx="10"/>
          </p:nvPr>
        </p:nvSpPr>
        <p:spPr/>
        <p:txBody>
          <a:bodyPr/>
          <a:lstStyle/>
          <a:p>
            <a:r>
              <a:t>COMO LER O PAINEL</a:t>
            </a:r>
          </a:p>
        </p:txBody>
      </p:sp>
      <p:sp>
        <p:nvSpPr>
          <p:cNvPr id="4" name="Text Placeholder 3">
            <a:extLst>
              <a:ext uri="{FF2B5EF4-FFF2-40B4-BE49-F238E27FC236}">
                <a16:creationId xmlns:a16="http://schemas.microsoft.com/office/drawing/2014/main" id="{B7105200-2C9D-66BA-8C6F-57A324175054}"/>
              </a:ext>
            </a:extLst>
          </p:cNvPr>
          <p:cNvSpPr>
            <a:spLocks noGrp="1"/>
          </p:cNvSpPr>
          <p:nvPr>
            <p:ph type="body" idx="16"/>
          </p:nvPr>
        </p:nvSpPr>
        <p:spPr/>
        <p:txBody>
          <a:bodyPr/>
          <a:lstStyle/>
          <a:p>
            <a:r>
              <a:t>O agregado organiza evidências; não substitui julgamento metodológico</a:t>
            </a:r>
          </a:p>
        </p:txBody>
      </p:sp>
      <p:sp>
        <p:nvSpPr>
          <p:cNvPr id="5" name="Text Placeholder 4">
            <a:extLst>
              <a:ext uri="{FF2B5EF4-FFF2-40B4-BE49-F238E27FC236}">
                <a16:creationId xmlns:a16="http://schemas.microsoft.com/office/drawing/2014/main" id="{097259DC-5C6F-3F53-0550-7F06F64C24CF}"/>
              </a:ext>
            </a:extLst>
          </p:cNvPr>
          <p:cNvSpPr>
            <a:spLocks noGrp="1"/>
          </p:cNvSpPr>
          <p:nvPr>
            <p:ph type="body" idx="17"/>
          </p:nvPr>
        </p:nvSpPr>
        <p:spPr/>
        <p:txBody>
          <a:bodyPr/>
          <a:lstStyle/>
          <a:p>
            <a:r>
              <a:t>Base_nova_limpa.xlsx | Modelo A - baseline oficial.</a:t>
            </a:r>
          </a:p>
        </p:txBody>
      </p:sp>
      <p:sp>
        <p:nvSpPr>
          <p:cNvPr id="6" name="metodo-01">
            <a:extLst>
              <a:ext uri="{FF2B5EF4-FFF2-40B4-BE49-F238E27FC236}">
                <a16:creationId xmlns:a16="http://schemas.microsoft.com/office/drawing/2014/main" id="{1219D4FF-51D9-4984-A788-3D13747D64EE}"/>
              </a:ext>
            </a:extLst>
          </p:cNvPr>
          <p:cNvSpPr>
            <a:spLocks noGrp="1"/>
          </p:cNvSpPr>
          <p:nvPr/>
        </p:nvSpPr>
        <p:spPr>
          <a:xfrm>
            <a:off x="666750" y="2105025"/>
            <a:ext cx="10325100" cy="19050"/>
          </a:xfrm>
          <a:prstGeom prst="rect">
            <a:avLst/>
          </a:prstGeom>
          <a:solidFill>
            <a:srgbClr val="D9DEE2"/>
          </a:solidFill>
          <a:ln w="0">
            <a:solidFill>
              <a:srgbClr val="D9DEE2"/>
            </a:solidFill>
            <a:prstDash val="solid"/>
          </a:ln>
        </p:spPr>
        <p:txBody>
          <a:bodyPr/>
          <a:lstStyle/>
          <a:p>
            <a:endParaRPr lang="en-US"/>
          </a:p>
        </p:txBody>
      </p:sp>
      <p:sp>
        <p:nvSpPr>
          <p:cNvPr id="7" name="numero-01">
            <a:extLst>
              <a:ext uri="{FF2B5EF4-FFF2-40B4-BE49-F238E27FC236}">
                <a16:creationId xmlns:a16="http://schemas.microsoft.com/office/drawing/2014/main" id="{0F282E96-CA59-478F-931F-EBC892A380F6}"/>
              </a:ext>
            </a:extLst>
          </p:cNvPr>
          <p:cNvSpPr>
            <a:spLocks noGrp="1"/>
          </p:cNvSpPr>
          <p:nvPr/>
        </p:nvSpPr>
        <p:spPr>
          <a:xfrm>
            <a:off x="895350" y="1457325"/>
            <a:ext cx="666750" cy="476250"/>
          </a:xfrm>
          <a:prstGeom prst="rect">
            <a:avLst/>
          </a:prstGeom>
          <a:noFill/>
          <a:ln w="0">
            <a:noFill/>
            <a:prstDash val="solid"/>
          </a:ln>
        </p:spPr>
        <p:txBody>
          <a:bodyPr lIns="0" tIns="0" rIns="0" bIns="0" anchor="t">
            <a:noAutofit/>
          </a:bodyPr>
          <a:lstStyle/>
          <a:p>
            <a:pPr algn="l">
              <a:defRPr sz="2250" b="1">
                <a:solidFill>
                  <a:srgbClr val="CBBA83"/>
                </a:solidFill>
                <a:latin typeface="Titillium Web SemiBold"/>
                <a:ea typeface="Titillium Web SemiBold"/>
                <a:cs typeface="Titillium Web SemiBold"/>
              </a:defRPr>
            </a:pPr>
            <a:r>
              <a:rPr sz="2250" b="1">
                <a:solidFill>
                  <a:srgbClr val="CBBA83"/>
                </a:solidFill>
                <a:latin typeface="Titillium Web SemiBold"/>
                <a:ea typeface="Titillium Web SemiBold"/>
                <a:cs typeface="Titillium Web SemiBold"/>
              </a:rPr>
              <a:t>01</a:t>
            </a:r>
          </a:p>
        </p:txBody>
      </p:sp>
      <p:sp>
        <p:nvSpPr>
          <p:cNvPr id="8" name="cabecalho-01">
            <a:extLst>
              <a:ext uri="{FF2B5EF4-FFF2-40B4-BE49-F238E27FC236}">
                <a16:creationId xmlns:a16="http://schemas.microsoft.com/office/drawing/2014/main" id="{BE81891B-3F37-4A89-9AA8-6F4139CBD60E}"/>
              </a:ext>
            </a:extLst>
          </p:cNvPr>
          <p:cNvSpPr>
            <a:spLocks noGrp="1"/>
          </p:cNvSpPr>
          <p:nvPr/>
        </p:nvSpPr>
        <p:spPr>
          <a:xfrm>
            <a:off x="1666875" y="1409700"/>
            <a:ext cx="8763000" cy="295275"/>
          </a:xfrm>
          <a:prstGeom prst="rect">
            <a:avLst/>
          </a:prstGeom>
          <a:noFill/>
          <a:ln w="0">
            <a:noFill/>
            <a:prstDash val="solid"/>
          </a:ln>
        </p:spPr>
        <p:txBody>
          <a:bodyPr lIns="0" tIns="0" rIns="0" bIns="0" anchor="t">
            <a:noAutofit/>
          </a:bodyPr>
          <a:lstStyle/>
          <a:p>
            <a:pPr algn="l">
              <a:defRPr sz="1575" b="1">
                <a:solidFill>
                  <a:srgbClr val="061844"/>
                </a:solidFill>
                <a:latin typeface="Titillium Web SemiBold"/>
                <a:ea typeface="Titillium Web SemiBold"/>
                <a:cs typeface="Titillium Web SemiBold"/>
              </a:defRPr>
            </a:pPr>
            <a:r>
              <a:rPr sz="1575" b="1">
                <a:solidFill>
                  <a:srgbClr val="061844"/>
                </a:solidFill>
                <a:latin typeface="Titillium Web SemiBold"/>
                <a:ea typeface="Titillium Web SemiBold"/>
                <a:cs typeface="Titillium Web SemiBold"/>
              </a:rPr>
              <a:t>Médias ponderadas em janelas móveis</a:t>
            </a:r>
          </a:p>
        </p:txBody>
      </p:sp>
      <p:sp>
        <p:nvSpPr>
          <p:cNvPr id="9" name="detalhe-01">
            <a:extLst>
              <a:ext uri="{FF2B5EF4-FFF2-40B4-BE49-F238E27FC236}">
                <a16:creationId xmlns:a16="http://schemas.microsoft.com/office/drawing/2014/main" id="{335980FF-7CCB-4A59-A264-F2FD522568AB}"/>
              </a:ext>
            </a:extLst>
          </p:cNvPr>
          <p:cNvSpPr>
            <a:spLocks noGrp="1"/>
          </p:cNvSpPr>
          <p:nvPr/>
        </p:nvSpPr>
        <p:spPr>
          <a:xfrm>
            <a:off x="1666875" y="1743075"/>
            <a:ext cx="8763000" cy="257175"/>
          </a:xfrm>
          <a:prstGeom prst="rect">
            <a:avLst/>
          </a:prstGeom>
          <a:noFill/>
          <a:ln w="0">
            <a:noFill/>
            <a:prstDash val="solid"/>
          </a:ln>
        </p:spPr>
        <p:txBody>
          <a:bodyPr lIns="0" tIns="0" rIns="0" bIns="0" anchor="t">
            <a:noAutofit/>
          </a:bodyPr>
          <a:lstStyle/>
          <a:p>
            <a:pPr algn="l">
              <a:defRPr sz="1275" b="0">
                <a:solidFill>
                  <a:srgbClr val="566573"/>
                </a:solidFill>
                <a:latin typeface="Titillium Web Light"/>
                <a:ea typeface="Titillium Web Light"/>
                <a:cs typeface="Titillium Web Light"/>
              </a:defRPr>
            </a:pPr>
            <a:r>
              <a:rPr sz="1275" b="0">
                <a:solidFill>
                  <a:srgbClr val="566573"/>
                </a:solidFill>
                <a:latin typeface="Titillium Web Light"/>
                <a:ea typeface="Titillium Web Light"/>
                <a:cs typeface="Titillium Web Light"/>
              </a:rPr>
              <a:t>Não são previsão nem probabilidade de vitória.</a:t>
            </a:r>
          </a:p>
        </p:txBody>
      </p:sp>
      <p:sp>
        <p:nvSpPr>
          <p:cNvPr id="10" name="metodo-02">
            <a:extLst>
              <a:ext uri="{FF2B5EF4-FFF2-40B4-BE49-F238E27FC236}">
                <a16:creationId xmlns:a16="http://schemas.microsoft.com/office/drawing/2014/main" id="{4167B57E-5FCC-4AA4-A7D3-DFA0FB063E61}"/>
              </a:ext>
            </a:extLst>
          </p:cNvPr>
          <p:cNvSpPr>
            <a:spLocks noGrp="1"/>
          </p:cNvSpPr>
          <p:nvPr/>
        </p:nvSpPr>
        <p:spPr>
          <a:xfrm>
            <a:off x="666750" y="3095625"/>
            <a:ext cx="10325100" cy="19050"/>
          </a:xfrm>
          <a:prstGeom prst="rect">
            <a:avLst/>
          </a:prstGeom>
          <a:solidFill>
            <a:srgbClr val="D9DEE2"/>
          </a:solidFill>
          <a:ln w="0">
            <a:solidFill>
              <a:srgbClr val="D9DEE2"/>
            </a:solidFill>
            <a:prstDash val="solid"/>
          </a:ln>
        </p:spPr>
        <p:txBody>
          <a:bodyPr/>
          <a:lstStyle/>
          <a:p>
            <a:endParaRPr lang="en-US"/>
          </a:p>
        </p:txBody>
      </p:sp>
      <p:sp>
        <p:nvSpPr>
          <p:cNvPr id="11" name="numero-02">
            <a:extLst>
              <a:ext uri="{FF2B5EF4-FFF2-40B4-BE49-F238E27FC236}">
                <a16:creationId xmlns:a16="http://schemas.microsoft.com/office/drawing/2014/main" id="{7776D270-013E-4618-8EE1-D1DA1AE8EE2F}"/>
              </a:ext>
            </a:extLst>
          </p:cNvPr>
          <p:cNvSpPr>
            <a:spLocks noGrp="1"/>
          </p:cNvSpPr>
          <p:nvPr/>
        </p:nvSpPr>
        <p:spPr>
          <a:xfrm>
            <a:off x="895350" y="2447925"/>
            <a:ext cx="666750" cy="476250"/>
          </a:xfrm>
          <a:prstGeom prst="rect">
            <a:avLst/>
          </a:prstGeom>
          <a:noFill/>
          <a:ln w="0">
            <a:noFill/>
            <a:prstDash val="solid"/>
          </a:ln>
        </p:spPr>
        <p:txBody>
          <a:bodyPr lIns="0" tIns="0" rIns="0" bIns="0" anchor="t">
            <a:noAutofit/>
          </a:bodyPr>
          <a:lstStyle/>
          <a:p>
            <a:pPr algn="l">
              <a:defRPr sz="2250" b="1">
                <a:solidFill>
                  <a:srgbClr val="CBBA83"/>
                </a:solidFill>
                <a:latin typeface="Titillium Web SemiBold"/>
                <a:ea typeface="Titillium Web SemiBold"/>
                <a:cs typeface="Titillium Web SemiBold"/>
              </a:defRPr>
            </a:pPr>
            <a:r>
              <a:rPr sz="2250" b="1">
                <a:solidFill>
                  <a:srgbClr val="CBBA83"/>
                </a:solidFill>
                <a:latin typeface="Titillium Web SemiBold"/>
                <a:ea typeface="Titillium Web SemiBold"/>
                <a:cs typeface="Titillium Web SemiBold"/>
              </a:rPr>
              <a:t>02</a:t>
            </a:r>
          </a:p>
        </p:txBody>
      </p:sp>
      <p:sp>
        <p:nvSpPr>
          <p:cNvPr id="12" name="cabecalho-02">
            <a:extLst>
              <a:ext uri="{FF2B5EF4-FFF2-40B4-BE49-F238E27FC236}">
                <a16:creationId xmlns:a16="http://schemas.microsoft.com/office/drawing/2014/main" id="{1923BA64-9254-447E-96C7-3CB280B0CB99}"/>
              </a:ext>
            </a:extLst>
          </p:cNvPr>
          <p:cNvSpPr>
            <a:spLocks noGrp="1"/>
          </p:cNvSpPr>
          <p:nvPr/>
        </p:nvSpPr>
        <p:spPr>
          <a:xfrm>
            <a:off x="1666875" y="2400300"/>
            <a:ext cx="8763000" cy="295275"/>
          </a:xfrm>
          <a:prstGeom prst="rect">
            <a:avLst/>
          </a:prstGeom>
          <a:noFill/>
          <a:ln w="0">
            <a:noFill/>
            <a:prstDash val="solid"/>
          </a:ln>
        </p:spPr>
        <p:txBody>
          <a:bodyPr lIns="0" tIns="0" rIns="0" bIns="0" anchor="t">
            <a:noAutofit/>
          </a:bodyPr>
          <a:lstStyle/>
          <a:p>
            <a:pPr algn="l">
              <a:defRPr sz="1575" b="1">
                <a:solidFill>
                  <a:srgbClr val="061844"/>
                </a:solidFill>
                <a:latin typeface="Titillium Web SemiBold"/>
                <a:ea typeface="Titillium Web SemiBold"/>
                <a:cs typeface="Titillium Web SemiBold"/>
              </a:defRPr>
            </a:pPr>
            <a:r>
              <a:rPr sz="1575" b="1">
                <a:solidFill>
                  <a:srgbClr val="061844"/>
                </a:solidFill>
                <a:latin typeface="Titillium Web SemiBold"/>
                <a:ea typeface="Titillium Web SemiBold"/>
                <a:cs typeface="Titillium Web SemiBold"/>
              </a:rPr>
              <a:t>Primeiro turno harmoniza listas por candidato</a:t>
            </a:r>
          </a:p>
        </p:txBody>
      </p:sp>
      <p:sp>
        <p:nvSpPr>
          <p:cNvPr id="13" name="detalhe-02">
            <a:extLst>
              <a:ext uri="{FF2B5EF4-FFF2-40B4-BE49-F238E27FC236}">
                <a16:creationId xmlns:a16="http://schemas.microsoft.com/office/drawing/2014/main" id="{04EB5EFC-C1EF-44E4-B554-9DADDE507412}"/>
              </a:ext>
            </a:extLst>
          </p:cNvPr>
          <p:cNvSpPr>
            <a:spLocks noGrp="1"/>
          </p:cNvSpPr>
          <p:nvPr/>
        </p:nvSpPr>
        <p:spPr>
          <a:xfrm>
            <a:off x="1666875" y="2733675"/>
            <a:ext cx="8763000" cy="257175"/>
          </a:xfrm>
          <a:prstGeom prst="rect">
            <a:avLst/>
          </a:prstGeom>
          <a:noFill/>
          <a:ln w="0">
            <a:noFill/>
            <a:prstDash val="solid"/>
          </a:ln>
        </p:spPr>
        <p:txBody>
          <a:bodyPr lIns="0" tIns="0" rIns="0" bIns="0" anchor="t">
            <a:noAutofit/>
          </a:bodyPr>
          <a:lstStyle/>
          <a:p>
            <a:pPr algn="l">
              <a:defRPr sz="1275" b="0">
                <a:solidFill>
                  <a:srgbClr val="566573"/>
                </a:solidFill>
                <a:latin typeface="Titillium Web Light"/>
                <a:ea typeface="Titillium Web Light"/>
                <a:cs typeface="Titillium Web Light"/>
              </a:defRPr>
            </a:pPr>
            <a:r>
              <a:rPr sz="1275" b="0">
                <a:solidFill>
                  <a:srgbClr val="566573"/>
                </a:solidFill>
                <a:latin typeface="Titillium Web Light"/>
                <a:ea typeface="Titillium Web Light"/>
                <a:cs typeface="Titillium Web Light"/>
              </a:rPr>
              <a:t>Candidato ausente nunca recebe zero.</a:t>
            </a:r>
          </a:p>
        </p:txBody>
      </p:sp>
      <p:sp>
        <p:nvSpPr>
          <p:cNvPr id="14" name="metodo-03">
            <a:extLst>
              <a:ext uri="{FF2B5EF4-FFF2-40B4-BE49-F238E27FC236}">
                <a16:creationId xmlns:a16="http://schemas.microsoft.com/office/drawing/2014/main" id="{BA197E96-10BF-4A37-A4E6-65FFEC1FFEA5}"/>
              </a:ext>
            </a:extLst>
          </p:cNvPr>
          <p:cNvSpPr>
            <a:spLocks noGrp="1"/>
          </p:cNvSpPr>
          <p:nvPr/>
        </p:nvSpPr>
        <p:spPr>
          <a:xfrm>
            <a:off x="666750" y="4086225"/>
            <a:ext cx="10325100" cy="19050"/>
          </a:xfrm>
          <a:prstGeom prst="rect">
            <a:avLst/>
          </a:prstGeom>
          <a:solidFill>
            <a:srgbClr val="D9DEE2"/>
          </a:solidFill>
          <a:ln w="0">
            <a:solidFill>
              <a:srgbClr val="D9DEE2"/>
            </a:solidFill>
            <a:prstDash val="solid"/>
          </a:ln>
        </p:spPr>
        <p:txBody>
          <a:bodyPr/>
          <a:lstStyle/>
          <a:p>
            <a:endParaRPr lang="en-US"/>
          </a:p>
        </p:txBody>
      </p:sp>
      <p:sp>
        <p:nvSpPr>
          <p:cNvPr id="15" name="numero-03">
            <a:extLst>
              <a:ext uri="{FF2B5EF4-FFF2-40B4-BE49-F238E27FC236}">
                <a16:creationId xmlns:a16="http://schemas.microsoft.com/office/drawing/2014/main" id="{86B12C54-CA37-4166-A034-B2EA5224C79F}"/>
              </a:ext>
            </a:extLst>
          </p:cNvPr>
          <p:cNvSpPr>
            <a:spLocks noGrp="1"/>
          </p:cNvSpPr>
          <p:nvPr/>
        </p:nvSpPr>
        <p:spPr>
          <a:xfrm>
            <a:off x="895350" y="3438525"/>
            <a:ext cx="666750" cy="476250"/>
          </a:xfrm>
          <a:prstGeom prst="rect">
            <a:avLst/>
          </a:prstGeom>
          <a:noFill/>
          <a:ln w="0">
            <a:noFill/>
            <a:prstDash val="solid"/>
          </a:ln>
        </p:spPr>
        <p:txBody>
          <a:bodyPr lIns="0" tIns="0" rIns="0" bIns="0" anchor="t">
            <a:noAutofit/>
          </a:bodyPr>
          <a:lstStyle/>
          <a:p>
            <a:pPr algn="l">
              <a:defRPr sz="2250" b="1">
                <a:solidFill>
                  <a:srgbClr val="CBBA83"/>
                </a:solidFill>
                <a:latin typeface="Titillium Web SemiBold"/>
                <a:ea typeface="Titillium Web SemiBold"/>
                <a:cs typeface="Titillium Web SemiBold"/>
              </a:defRPr>
            </a:pPr>
            <a:r>
              <a:rPr sz="2250" b="1">
                <a:solidFill>
                  <a:srgbClr val="CBBA83"/>
                </a:solidFill>
                <a:latin typeface="Titillium Web SemiBold"/>
                <a:ea typeface="Titillium Web SemiBold"/>
                <a:cs typeface="Titillium Web SemiBold"/>
              </a:rPr>
              <a:t>03</a:t>
            </a:r>
          </a:p>
        </p:txBody>
      </p:sp>
      <p:sp>
        <p:nvSpPr>
          <p:cNvPr id="16" name="cabecalho-03">
            <a:extLst>
              <a:ext uri="{FF2B5EF4-FFF2-40B4-BE49-F238E27FC236}">
                <a16:creationId xmlns:a16="http://schemas.microsoft.com/office/drawing/2014/main" id="{5441AD98-84CE-4831-9FF7-08DC6D56C51D}"/>
              </a:ext>
            </a:extLst>
          </p:cNvPr>
          <p:cNvSpPr>
            <a:spLocks noGrp="1"/>
          </p:cNvSpPr>
          <p:nvPr/>
        </p:nvSpPr>
        <p:spPr>
          <a:xfrm>
            <a:off x="1666875" y="3390900"/>
            <a:ext cx="8763000" cy="295275"/>
          </a:xfrm>
          <a:prstGeom prst="rect">
            <a:avLst/>
          </a:prstGeom>
          <a:noFill/>
          <a:ln w="0">
            <a:noFill/>
            <a:prstDash val="solid"/>
          </a:ln>
        </p:spPr>
        <p:txBody>
          <a:bodyPr lIns="0" tIns="0" rIns="0" bIns="0" anchor="t">
            <a:noAutofit/>
          </a:bodyPr>
          <a:lstStyle/>
          <a:p>
            <a:pPr algn="l">
              <a:defRPr sz="1575" b="1">
                <a:solidFill>
                  <a:srgbClr val="061844"/>
                </a:solidFill>
                <a:latin typeface="Titillium Web SemiBold"/>
                <a:ea typeface="Titillium Web SemiBold"/>
                <a:cs typeface="Titillium Web SemiBold"/>
              </a:defRPr>
            </a:pPr>
            <a:r>
              <a:rPr sz="1575" b="1">
                <a:solidFill>
                  <a:srgbClr val="061844"/>
                </a:solidFill>
                <a:latin typeface="Titillium Web SemiBold"/>
                <a:ea typeface="Titillium Web SemiBold"/>
                <a:cs typeface="Titillium Web SemiBold"/>
              </a:rPr>
              <a:t>Votos válidos e totais têm denominadores diferentes</a:t>
            </a:r>
          </a:p>
        </p:txBody>
      </p:sp>
      <p:sp>
        <p:nvSpPr>
          <p:cNvPr id="17" name="detalhe-03">
            <a:extLst>
              <a:ext uri="{FF2B5EF4-FFF2-40B4-BE49-F238E27FC236}">
                <a16:creationId xmlns:a16="http://schemas.microsoft.com/office/drawing/2014/main" id="{46DC8C4B-B721-4AA5-A13C-A9283A4D357A}"/>
              </a:ext>
            </a:extLst>
          </p:cNvPr>
          <p:cNvSpPr>
            <a:spLocks noGrp="1"/>
          </p:cNvSpPr>
          <p:nvPr/>
        </p:nvSpPr>
        <p:spPr>
          <a:xfrm>
            <a:off x="1666875" y="3724275"/>
            <a:ext cx="8763000" cy="257175"/>
          </a:xfrm>
          <a:prstGeom prst="rect">
            <a:avLst/>
          </a:prstGeom>
          <a:noFill/>
          <a:ln w="0">
            <a:noFill/>
            <a:prstDash val="solid"/>
          </a:ln>
        </p:spPr>
        <p:txBody>
          <a:bodyPr lIns="0" tIns="0" rIns="0" bIns="0" anchor="t">
            <a:noAutofit/>
          </a:bodyPr>
          <a:lstStyle/>
          <a:p>
            <a:pPr algn="l">
              <a:defRPr sz="1275" b="0">
                <a:solidFill>
                  <a:srgbClr val="566573"/>
                </a:solidFill>
                <a:latin typeface="Titillium Web Light"/>
                <a:ea typeface="Titillium Web Light"/>
                <a:cs typeface="Titillium Web Light"/>
              </a:defRPr>
            </a:pPr>
            <a:r>
              <a:rPr sz="1275" b="0">
                <a:solidFill>
                  <a:srgbClr val="566573"/>
                </a:solidFill>
                <a:latin typeface="Titillium Web Light"/>
                <a:ea typeface="Titillium Web Light"/>
                <a:cs typeface="Titillium Web Light"/>
              </a:rPr>
              <a:t>As duas bases respondem perguntas distintas.</a:t>
            </a:r>
          </a:p>
        </p:txBody>
      </p:sp>
      <p:sp>
        <p:nvSpPr>
          <p:cNvPr id="18" name="metodo-04">
            <a:extLst>
              <a:ext uri="{FF2B5EF4-FFF2-40B4-BE49-F238E27FC236}">
                <a16:creationId xmlns:a16="http://schemas.microsoft.com/office/drawing/2014/main" id="{E8600E29-CBBF-4B54-8D51-4C2BB7F0B810}"/>
              </a:ext>
            </a:extLst>
          </p:cNvPr>
          <p:cNvSpPr>
            <a:spLocks noGrp="1"/>
          </p:cNvSpPr>
          <p:nvPr/>
        </p:nvSpPr>
        <p:spPr>
          <a:xfrm>
            <a:off x="666750" y="5076825"/>
            <a:ext cx="10325100" cy="19050"/>
          </a:xfrm>
          <a:prstGeom prst="rect">
            <a:avLst/>
          </a:prstGeom>
          <a:solidFill>
            <a:srgbClr val="D9DEE2"/>
          </a:solidFill>
          <a:ln w="0">
            <a:solidFill>
              <a:srgbClr val="D9DEE2"/>
            </a:solidFill>
            <a:prstDash val="solid"/>
          </a:ln>
        </p:spPr>
        <p:txBody>
          <a:bodyPr/>
          <a:lstStyle/>
          <a:p>
            <a:endParaRPr lang="en-US"/>
          </a:p>
        </p:txBody>
      </p:sp>
      <p:sp>
        <p:nvSpPr>
          <p:cNvPr id="19" name="numero-04">
            <a:extLst>
              <a:ext uri="{FF2B5EF4-FFF2-40B4-BE49-F238E27FC236}">
                <a16:creationId xmlns:a16="http://schemas.microsoft.com/office/drawing/2014/main" id="{C2A513B7-5ADB-4189-8BC4-F5F2797FD30F}"/>
              </a:ext>
            </a:extLst>
          </p:cNvPr>
          <p:cNvSpPr>
            <a:spLocks noGrp="1"/>
          </p:cNvSpPr>
          <p:nvPr/>
        </p:nvSpPr>
        <p:spPr>
          <a:xfrm>
            <a:off x="895350" y="4429125"/>
            <a:ext cx="666750" cy="476250"/>
          </a:xfrm>
          <a:prstGeom prst="rect">
            <a:avLst/>
          </a:prstGeom>
          <a:noFill/>
          <a:ln w="0">
            <a:noFill/>
            <a:prstDash val="solid"/>
          </a:ln>
        </p:spPr>
        <p:txBody>
          <a:bodyPr lIns="0" tIns="0" rIns="0" bIns="0" anchor="t">
            <a:noAutofit/>
          </a:bodyPr>
          <a:lstStyle/>
          <a:p>
            <a:pPr algn="l">
              <a:defRPr sz="2250" b="1">
                <a:solidFill>
                  <a:srgbClr val="CBBA83"/>
                </a:solidFill>
                <a:latin typeface="Titillium Web SemiBold"/>
                <a:ea typeface="Titillium Web SemiBold"/>
                <a:cs typeface="Titillium Web SemiBold"/>
              </a:defRPr>
            </a:pPr>
            <a:r>
              <a:rPr sz="2250" b="1">
                <a:solidFill>
                  <a:srgbClr val="CBBA83"/>
                </a:solidFill>
                <a:latin typeface="Titillium Web SemiBold"/>
                <a:ea typeface="Titillium Web SemiBold"/>
                <a:cs typeface="Titillium Web SemiBold"/>
              </a:rPr>
              <a:t>04</a:t>
            </a:r>
          </a:p>
        </p:txBody>
      </p:sp>
      <p:sp>
        <p:nvSpPr>
          <p:cNvPr id="20" name="cabecalho-04">
            <a:extLst>
              <a:ext uri="{FF2B5EF4-FFF2-40B4-BE49-F238E27FC236}">
                <a16:creationId xmlns:a16="http://schemas.microsoft.com/office/drawing/2014/main" id="{27DDCA8E-AB38-43BD-A751-869751EA1165}"/>
              </a:ext>
            </a:extLst>
          </p:cNvPr>
          <p:cNvSpPr>
            <a:spLocks noGrp="1"/>
          </p:cNvSpPr>
          <p:nvPr/>
        </p:nvSpPr>
        <p:spPr>
          <a:xfrm>
            <a:off x="1666875" y="4381500"/>
            <a:ext cx="8763000" cy="295275"/>
          </a:xfrm>
          <a:prstGeom prst="rect">
            <a:avLst/>
          </a:prstGeom>
          <a:noFill/>
          <a:ln w="0">
            <a:noFill/>
            <a:prstDash val="solid"/>
          </a:ln>
        </p:spPr>
        <p:txBody>
          <a:bodyPr lIns="0" tIns="0" rIns="0" bIns="0" anchor="t">
            <a:noAutofit/>
          </a:bodyPr>
          <a:lstStyle/>
          <a:p>
            <a:pPr algn="l">
              <a:defRPr sz="1575" b="1">
                <a:solidFill>
                  <a:srgbClr val="061844"/>
                </a:solidFill>
                <a:latin typeface="Titillium Web SemiBold"/>
                <a:ea typeface="Titillium Web SemiBold"/>
                <a:cs typeface="Titillium Web SemiBold"/>
              </a:defRPr>
            </a:pPr>
            <a:r>
              <a:rPr sz="1575" b="1">
                <a:solidFill>
                  <a:srgbClr val="061844"/>
                </a:solidFill>
                <a:latin typeface="Titillium Web SemiBold"/>
                <a:ea typeface="Titillium Web SemiBold"/>
                <a:cs typeface="Titillium Web SemiBold"/>
              </a:rPr>
              <a:t>Aberturas têm menor cobertura</a:t>
            </a:r>
          </a:p>
        </p:txBody>
      </p:sp>
      <p:sp>
        <p:nvSpPr>
          <p:cNvPr id="21" name="detalhe-04">
            <a:extLst>
              <a:ext uri="{FF2B5EF4-FFF2-40B4-BE49-F238E27FC236}">
                <a16:creationId xmlns:a16="http://schemas.microsoft.com/office/drawing/2014/main" id="{E35FD3B7-A720-418B-92D2-FBFDC005E37E}"/>
              </a:ext>
            </a:extLst>
          </p:cNvPr>
          <p:cNvSpPr>
            <a:spLocks noGrp="1"/>
          </p:cNvSpPr>
          <p:nvPr/>
        </p:nvSpPr>
        <p:spPr>
          <a:xfrm>
            <a:off x="1666875" y="4714875"/>
            <a:ext cx="8763000" cy="257175"/>
          </a:xfrm>
          <a:prstGeom prst="rect">
            <a:avLst/>
          </a:prstGeom>
          <a:noFill/>
          <a:ln w="0">
            <a:noFill/>
            <a:prstDash val="solid"/>
          </a:ln>
        </p:spPr>
        <p:txBody>
          <a:bodyPr lIns="0" tIns="0" rIns="0" bIns="0" anchor="t">
            <a:noAutofit/>
          </a:bodyPr>
          <a:lstStyle/>
          <a:p>
            <a:pPr algn="l">
              <a:defRPr sz="1275" b="0">
                <a:solidFill>
                  <a:srgbClr val="566573"/>
                </a:solidFill>
                <a:latin typeface="Titillium Web Light"/>
                <a:ea typeface="Titillium Web Light"/>
                <a:cs typeface="Titillium Web Light"/>
              </a:defRPr>
            </a:pPr>
            <a:r>
              <a:rPr sz="1275" b="0">
                <a:solidFill>
                  <a:srgbClr val="566573"/>
                </a:solidFill>
                <a:latin typeface="Titillium Web Light"/>
                <a:ea typeface="Titillium Web Light"/>
                <a:cs typeface="Titillium Web Light"/>
              </a:rPr>
              <a:t>Faixas amostrais são aproximadas e usam critério conservador.</a:t>
            </a:r>
          </a:p>
        </p:txBody>
      </p:sp>
      <p:sp>
        <p:nvSpPr>
          <p:cNvPr id="22" name="regua-proxima-atualizacao">
            <a:extLst>
              <a:ext uri="{FF2B5EF4-FFF2-40B4-BE49-F238E27FC236}">
                <a16:creationId xmlns:a16="http://schemas.microsoft.com/office/drawing/2014/main" id="{1C7AE411-6035-4CF3-AEB1-E7915FA0AECD}"/>
              </a:ext>
            </a:extLst>
          </p:cNvPr>
          <p:cNvSpPr>
            <a:spLocks noGrp="1"/>
          </p:cNvSpPr>
          <p:nvPr/>
        </p:nvSpPr>
        <p:spPr>
          <a:xfrm>
            <a:off x="666750" y="5314950"/>
            <a:ext cx="10325100" cy="28575"/>
          </a:xfrm>
          <a:prstGeom prst="rect">
            <a:avLst/>
          </a:prstGeom>
          <a:solidFill>
            <a:srgbClr val="061844"/>
          </a:solidFill>
          <a:ln w="0">
            <a:solidFill>
              <a:srgbClr val="061844"/>
            </a:solidFill>
            <a:prstDash val="solid"/>
          </a:ln>
        </p:spPr>
        <p:txBody>
          <a:bodyPr/>
          <a:lstStyle/>
          <a:p>
            <a:endParaRPr lang="en-US"/>
          </a:p>
        </p:txBody>
      </p:sp>
      <p:sp>
        <p:nvSpPr>
          <p:cNvPr id="23" name="proxima-atualizacao">
            <a:extLst>
              <a:ext uri="{FF2B5EF4-FFF2-40B4-BE49-F238E27FC236}">
                <a16:creationId xmlns:a16="http://schemas.microsoft.com/office/drawing/2014/main" id="{1AF70543-8676-416F-BB5F-60C6BA4D9C68}"/>
              </a:ext>
            </a:extLst>
          </p:cNvPr>
          <p:cNvSpPr>
            <a:spLocks noGrp="1"/>
          </p:cNvSpPr>
          <p:nvPr/>
        </p:nvSpPr>
        <p:spPr>
          <a:xfrm>
            <a:off x="666750" y="5467350"/>
            <a:ext cx="10325100" cy="304800"/>
          </a:xfrm>
          <a:prstGeom prst="rect">
            <a:avLst/>
          </a:prstGeom>
          <a:noFill/>
          <a:ln w="0">
            <a:noFill/>
            <a:prstDash val="solid"/>
          </a:ln>
        </p:spPr>
        <p:txBody>
          <a:bodyPr lIns="0" tIns="0" rIns="0" bIns="0" anchor="ctr">
            <a:noAutofit/>
          </a:bodyPr>
          <a:lstStyle/>
          <a:p>
            <a:pPr algn="ctr">
              <a:defRPr sz="1275" b="1">
                <a:solidFill>
                  <a:srgbClr val="061844"/>
                </a:solidFill>
                <a:latin typeface="Titillium Web SemiBold"/>
                <a:ea typeface="Titillium Web SemiBold"/>
                <a:cs typeface="Titillium Web SemiBold"/>
              </a:defRPr>
            </a:pPr>
            <a:r>
              <a:rPr sz="1275" b="1">
                <a:solidFill>
                  <a:srgbClr val="061844"/>
                </a:solidFill>
                <a:latin typeface="Titillium Web SemiBold"/>
                <a:ea typeface="Titillium Web SemiBold"/>
                <a:cs typeface="Titillium Web SemiBold"/>
              </a:rPr>
              <a:t>Próxima atualização: incorporar novas pesquisas e acompanhar a convergência entre institutos.</a:t>
            </a:r>
          </a:p>
        </p:txBody>
      </p:sp>
    </p:spTree>
    <p:extLst>
      <p:ext uri="{BB962C8B-B14F-4D97-AF65-F5344CB8AC3E}">
        <p14:creationId xmlns:p14="http://schemas.microsoft.com/office/powerpoint/2010/main" val="1798139149"/>
      </p:ext>
    </p:extLst>
  </p:cSld>
  <p:clrMapOvr>
    <a:masterClrMapping/>
  </p:clrMapOvr>
</p:sld>
</file>

<file path=ppt/theme/theme1.xml><?xml version="1.0" encoding="utf-8"?>
<a:theme xmlns:a="http://schemas.openxmlformats.org/drawingml/2006/main" name="Tema do Office">
  <a:themeElements>
    <a:clrScheme name="Kinea">
      <a:dk1>
        <a:srgbClr val="061844"/>
      </a:dk1>
      <a:lt1>
        <a:sysClr val="window" lastClr="FFFFFF"/>
      </a:lt1>
      <a:dk2>
        <a:srgbClr val="F2F2F2"/>
      </a:dk2>
      <a:lt2>
        <a:srgbClr val="061844"/>
      </a:lt2>
      <a:accent1>
        <a:srgbClr val="061844"/>
      </a:accent1>
      <a:accent2>
        <a:srgbClr val="CBBA83"/>
      </a:accent2>
      <a:accent3>
        <a:srgbClr val="82ADA9"/>
      </a:accent3>
      <a:accent4>
        <a:srgbClr val="90A4AE"/>
      </a:accent4>
      <a:accent5>
        <a:srgbClr val="4BA3C7"/>
      </a:accent5>
      <a:accent6>
        <a:srgbClr val="5072A9"/>
      </a:accent6>
      <a:hlink>
        <a:srgbClr val="4BA3C7"/>
      </a:hlink>
      <a:folHlink>
        <a:srgbClr val="CBBA83"/>
      </a:folHlink>
    </a:clrScheme>
    <a:fontScheme name="Office">
      <a:majorFont>
        <a:latin typeface="Titillium Web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tillium Web Ligh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Kinea">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o Office">
  <a:themeElements>
    <a:clrScheme name="Kinea">
      <a:dk1>
        <a:srgbClr val="061844"/>
      </a:dk1>
      <a:lt1>
        <a:sysClr val="window" lastClr="FFFFFF"/>
      </a:lt1>
      <a:dk2>
        <a:srgbClr val="F2F2F2"/>
      </a:dk2>
      <a:lt2>
        <a:srgbClr val="061844"/>
      </a:lt2>
      <a:accent1>
        <a:srgbClr val="061844"/>
      </a:accent1>
      <a:accent2>
        <a:srgbClr val="CBBA83"/>
      </a:accent2>
      <a:accent3>
        <a:srgbClr val="82ADA9"/>
      </a:accent3>
      <a:accent4>
        <a:srgbClr val="90A4AE"/>
      </a:accent4>
      <a:accent5>
        <a:srgbClr val="4BA3C7"/>
      </a:accent5>
      <a:accent6>
        <a:srgbClr val="5072A9"/>
      </a:accent6>
      <a:hlink>
        <a:srgbClr val="4BA3C7"/>
      </a:hlink>
      <a:folHlink>
        <a:srgbClr val="CBBA83"/>
      </a:folHlink>
    </a:clrScheme>
    <a:fontScheme name="Office">
      <a:majorFont>
        <a:latin typeface="Titillium Web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tillium Web Ligh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Kinea">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888</Words>
  <Application>Microsoft Office PowerPoint</Application>
  <DocSecurity>0</DocSecurity>
  <PresentationFormat>Widescreen</PresentationFormat>
  <Paragraphs>120</Paragraphs>
  <Slides>24</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Titillium Web</vt:lpstr>
      <vt:lpstr>Titillium Web ExtraLight</vt:lpstr>
      <vt:lpstr>Titillium Web Light</vt:lpstr>
      <vt:lpstr>Titillium Web SemiBold</vt:lpstr>
      <vt:lpstr>Tema do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Mateus Lima</cp:lastModifiedBy>
  <cp:revision>1</cp:revision>
  <dcterms:created xsi:type="dcterms:W3CDTF">2026-07-24T00:47:05Z</dcterms:created>
  <dcterms:modified xsi:type="dcterms:W3CDTF">2026-07-24T14:46:35Z</dcterms:modified>
</cp:coreProperties>
</file>